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4.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5.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5" r:id="rId5"/>
    <p:sldMasterId id="2147483696" r:id="rId6"/>
    <p:sldMasterId id="2147483697" r:id="rId7"/>
    <p:sldMasterId id="2147483698" r:id="rId8"/>
    <p:sldMasterId id="2147483699" r:id="rId9"/>
  </p:sldMasterIdLst>
  <p:notesMasterIdLst>
    <p:notesMasterId r:id="rId10"/>
  </p:notesMasterIdLst>
  <p:sldIdLst>
    <p:sldId id="256" r:id="rId11"/>
    <p:sldId id="257" r:id="rId12"/>
    <p:sldId id="258" r:id="rId13"/>
    <p:sldId id="259" r:id="rId14"/>
    <p:sldId id="260" r:id="rId15"/>
    <p:sldId id="261" r:id="rId16"/>
    <p:sldId id="262" r:id="rId17"/>
    <p:sldId id="263" r:id="rId18"/>
    <p:sldId id="264" r:id="rId19"/>
    <p:sldId id="265" r:id="rId20"/>
    <p:sldId id="266" r:id="rId21"/>
    <p:sldId id="267" r:id="rId22"/>
    <p:sldId id="268" r:id="rId23"/>
    <p:sldId id="269" r:id="rId24"/>
    <p:sldId id="270" r:id="rId25"/>
    <p:sldId id="271" r:id="rId26"/>
    <p:sldId id="272" r:id="rId27"/>
    <p:sldId id="273" r:id="rId28"/>
  </p:sldIdLst>
  <p:sldSz cy="5143500" cx="9144000"/>
  <p:notesSz cx="6858000" cy="9144000"/>
  <p:embeddedFontLst>
    <p:embeddedFont>
      <p:font typeface="Noto Sans Thai"/>
      <p:regular r:id="rId29"/>
      <p:bold r:id="rId30"/>
    </p:embeddedFont>
    <p:embeddedFont>
      <p:font typeface="Poppins"/>
      <p:regular r:id="rId31"/>
      <p:bold r:id="rId32"/>
      <p:italic r:id="rId33"/>
      <p:boldItalic r:id="rId34"/>
    </p:embeddedFont>
    <p:embeddedFont>
      <p:font typeface="Noto Sans Thai Medium"/>
      <p:regular r:id="rId35"/>
      <p:bold r:id="rId36"/>
    </p:embeddedFont>
    <p:embeddedFont>
      <p:font typeface="Zen Kaku Gothic New Medium"/>
      <p:regular r:id="rId37"/>
      <p:bold r:id="rId38"/>
    </p:embeddedFont>
    <p:embeddedFont>
      <p:font typeface="Zen Kaku Gothic New"/>
      <p:regular r:id="rId39"/>
      <p:bold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pos="2880">
          <p15:clr>
            <a:srgbClr val="9AA0A6"/>
          </p15:clr>
        </p15:guide>
        <p15:guide id="2" orient="horz" pos="1620">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25371B0-B04D-4088-AE16-39B3D0177677}">
  <a:tblStyle styleId="{025371B0-B04D-4088-AE16-39B3D0177677}" styleName="Table_0">
    <a:wholeTbl>
      <a:tcTxStyle b="off" i="off">
        <a:font>
          <a:latin typeface="Yu Gothic"/>
          <a:ea typeface="Yu Gothic"/>
          <a:cs typeface="Yu Gothic"/>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6F3F0"/>
          </a:solidFill>
        </a:fill>
      </a:tcStyle>
    </a:wholeTbl>
    <a:band1H>
      <a:tcTxStyle/>
      <a:tcStyle>
        <a:fill>
          <a:solidFill>
            <a:srgbClr val="CAE6E0"/>
          </a:solidFill>
        </a:fill>
      </a:tcStyle>
    </a:band1H>
    <a:band2H>
      <a:tcTxStyle/>
    </a:band2H>
    <a:band1V>
      <a:tcTxStyle/>
      <a:tcStyle>
        <a:fill>
          <a:solidFill>
            <a:srgbClr val="CAE6E0"/>
          </a:solidFill>
        </a:fill>
      </a:tcStyle>
    </a:band1V>
    <a:band2V>
      <a:tcTxStyle/>
    </a:band2V>
    <a:lastCol>
      <a:tcTxStyle b="on" i="off">
        <a:font>
          <a:latin typeface="Yu Gothic"/>
          <a:ea typeface="Yu Gothic"/>
          <a:cs typeface="Yu Gothic"/>
        </a:font>
        <a:schemeClr val="lt1"/>
      </a:tcTxStyle>
      <a:tcStyle>
        <a:fill>
          <a:solidFill>
            <a:schemeClr val="accent1"/>
          </a:solidFill>
        </a:fill>
      </a:tcStyle>
    </a:lastCol>
    <a:firstCol>
      <a:tcTxStyle b="on" i="off">
        <a:font>
          <a:latin typeface="Yu Gothic"/>
          <a:ea typeface="Yu Gothic"/>
          <a:cs typeface="Yu Gothic"/>
        </a:font>
        <a:schemeClr val="lt1"/>
      </a:tcTxStyle>
      <a:tcStyle>
        <a:fill>
          <a:solidFill>
            <a:schemeClr val="accent1"/>
          </a:solidFill>
        </a:fill>
      </a:tcStyle>
    </a:firstCol>
    <a:lastRow>
      <a:tcTxStyle b="on" i="off">
        <a:font>
          <a:latin typeface="Yu Gothic"/>
          <a:ea typeface="Yu Gothic"/>
          <a:cs typeface="Yu Gothic"/>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Yu Gothic"/>
          <a:ea typeface="Yu Gothic"/>
          <a:cs typeface="Yu Gothic"/>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p:guide pos="1620"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ZenKakuGothicNew-bold.fntdata"/><Relationship Id="rId20" Type="http://schemas.openxmlformats.org/officeDocument/2006/relationships/slide" Target="slides/slide10.xml"/><Relationship Id="rId22" Type="http://schemas.openxmlformats.org/officeDocument/2006/relationships/slide" Target="slides/slide12.xml"/><Relationship Id="rId21" Type="http://schemas.openxmlformats.org/officeDocument/2006/relationships/slide" Target="slides/slide11.xml"/><Relationship Id="rId24" Type="http://schemas.openxmlformats.org/officeDocument/2006/relationships/slide" Target="slides/slide14.xml"/><Relationship Id="rId23" Type="http://schemas.openxmlformats.org/officeDocument/2006/relationships/slide" Target="slides/slide13.xml"/><Relationship Id="rId1" Type="http://schemas.openxmlformats.org/officeDocument/2006/relationships/theme" Target="theme/theme4.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Master" Target="slideMasters/slideMaster5.xml"/><Relationship Id="rId26" Type="http://schemas.openxmlformats.org/officeDocument/2006/relationships/slide" Target="slides/slide16.xml"/><Relationship Id="rId25" Type="http://schemas.openxmlformats.org/officeDocument/2006/relationships/slide" Target="slides/slide15.xml"/><Relationship Id="rId28" Type="http://schemas.openxmlformats.org/officeDocument/2006/relationships/slide" Target="slides/slide18.xml"/><Relationship Id="rId27" Type="http://schemas.openxmlformats.org/officeDocument/2006/relationships/slide" Target="slides/slide17.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font" Target="fonts/NotoSansThai-regular.fntdata"/><Relationship Id="rId7" Type="http://schemas.openxmlformats.org/officeDocument/2006/relationships/slideMaster" Target="slideMasters/slideMaster3.xml"/><Relationship Id="rId8" Type="http://schemas.openxmlformats.org/officeDocument/2006/relationships/slideMaster" Target="slideMasters/slideMaster4.xml"/><Relationship Id="rId31" Type="http://schemas.openxmlformats.org/officeDocument/2006/relationships/font" Target="fonts/Poppins-regular.fntdata"/><Relationship Id="rId30" Type="http://schemas.openxmlformats.org/officeDocument/2006/relationships/font" Target="fonts/NotoSansThai-bold.fntdata"/><Relationship Id="rId11" Type="http://schemas.openxmlformats.org/officeDocument/2006/relationships/slide" Target="slides/slide1.xml"/><Relationship Id="rId33" Type="http://schemas.openxmlformats.org/officeDocument/2006/relationships/font" Target="fonts/Poppins-italic.fntdata"/><Relationship Id="rId10" Type="http://schemas.openxmlformats.org/officeDocument/2006/relationships/notesMaster" Target="notesMasters/notesMaster1.xml"/><Relationship Id="rId32" Type="http://schemas.openxmlformats.org/officeDocument/2006/relationships/font" Target="fonts/Poppins-bold.fntdata"/><Relationship Id="rId13" Type="http://schemas.openxmlformats.org/officeDocument/2006/relationships/slide" Target="slides/slide3.xml"/><Relationship Id="rId35" Type="http://schemas.openxmlformats.org/officeDocument/2006/relationships/font" Target="fonts/NotoSansThaiMedium-regular.fntdata"/><Relationship Id="rId12" Type="http://schemas.openxmlformats.org/officeDocument/2006/relationships/slide" Target="slides/slide2.xml"/><Relationship Id="rId34" Type="http://schemas.openxmlformats.org/officeDocument/2006/relationships/font" Target="fonts/Poppins-boldItalic.fntdata"/><Relationship Id="rId15" Type="http://schemas.openxmlformats.org/officeDocument/2006/relationships/slide" Target="slides/slide5.xml"/><Relationship Id="rId37" Type="http://schemas.openxmlformats.org/officeDocument/2006/relationships/font" Target="fonts/ZenKakuGothicNewMedium-regular.fntdata"/><Relationship Id="rId14" Type="http://schemas.openxmlformats.org/officeDocument/2006/relationships/slide" Target="slides/slide4.xml"/><Relationship Id="rId36" Type="http://schemas.openxmlformats.org/officeDocument/2006/relationships/font" Target="fonts/NotoSansThaiMedium-bold.fntdata"/><Relationship Id="rId17" Type="http://schemas.openxmlformats.org/officeDocument/2006/relationships/slide" Target="slides/slide7.xml"/><Relationship Id="rId39" Type="http://schemas.openxmlformats.org/officeDocument/2006/relationships/font" Target="fonts/ZenKakuGothicNew-regular.fntdata"/><Relationship Id="rId16" Type="http://schemas.openxmlformats.org/officeDocument/2006/relationships/slide" Target="slides/slide6.xml"/><Relationship Id="rId38" Type="http://schemas.openxmlformats.org/officeDocument/2006/relationships/font" Target="fonts/ZenKakuGothicNewMedium-bold.fntdata"/><Relationship Id="rId19" Type="http://schemas.openxmlformats.org/officeDocument/2006/relationships/slide" Target="slides/slide9.xml"/><Relationship Id="rId18"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17999"/>
              </a:lnSpc>
              <a:spcBef>
                <a:spcPts val="0"/>
              </a:spcBef>
              <a:spcAft>
                <a:spcPts val="0"/>
              </a:spcAft>
              <a:buSzPts val="1400"/>
              <a:buNone/>
              <a:defRPr b="0" i="0" sz="2200" u="none" cap="none" strike="noStrike">
                <a:latin typeface="Arial"/>
                <a:ea typeface="Arial"/>
                <a:cs typeface="Arial"/>
                <a:sym typeface="Arial"/>
              </a:defRPr>
            </a:lvl1pPr>
            <a:lvl2pPr indent="-228600" lvl="1" marL="914400" marR="0" rtl="0" algn="l">
              <a:lnSpc>
                <a:spcPct val="117999"/>
              </a:lnSpc>
              <a:spcBef>
                <a:spcPts val="0"/>
              </a:spcBef>
              <a:spcAft>
                <a:spcPts val="0"/>
              </a:spcAft>
              <a:buSzPts val="1400"/>
              <a:buNone/>
              <a:defRPr b="0" i="0" sz="2200" u="none" cap="none" strike="noStrike">
                <a:latin typeface="Arial"/>
                <a:ea typeface="Arial"/>
                <a:cs typeface="Arial"/>
                <a:sym typeface="Arial"/>
              </a:defRPr>
            </a:lvl2pPr>
            <a:lvl3pPr indent="-228600" lvl="2" marL="1371600" marR="0" rtl="0" algn="l">
              <a:lnSpc>
                <a:spcPct val="117999"/>
              </a:lnSpc>
              <a:spcBef>
                <a:spcPts val="0"/>
              </a:spcBef>
              <a:spcAft>
                <a:spcPts val="0"/>
              </a:spcAft>
              <a:buSzPts val="1400"/>
              <a:buNone/>
              <a:defRPr b="0" i="0" sz="2200" u="none" cap="none" strike="noStrike">
                <a:latin typeface="Arial"/>
                <a:ea typeface="Arial"/>
                <a:cs typeface="Arial"/>
                <a:sym typeface="Arial"/>
              </a:defRPr>
            </a:lvl3pPr>
            <a:lvl4pPr indent="-228600" lvl="3" marL="1828800" marR="0" rtl="0" algn="l">
              <a:lnSpc>
                <a:spcPct val="117999"/>
              </a:lnSpc>
              <a:spcBef>
                <a:spcPts val="0"/>
              </a:spcBef>
              <a:spcAft>
                <a:spcPts val="0"/>
              </a:spcAft>
              <a:buSzPts val="1400"/>
              <a:buNone/>
              <a:defRPr b="0" i="0" sz="2200" u="none" cap="none" strike="noStrike">
                <a:latin typeface="Arial"/>
                <a:ea typeface="Arial"/>
                <a:cs typeface="Arial"/>
                <a:sym typeface="Arial"/>
              </a:defRPr>
            </a:lvl4pPr>
            <a:lvl5pPr indent="-228600" lvl="4" marL="2286000" marR="0" rtl="0" algn="l">
              <a:lnSpc>
                <a:spcPct val="117999"/>
              </a:lnSpc>
              <a:spcBef>
                <a:spcPts val="0"/>
              </a:spcBef>
              <a:spcAft>
                <a:spcPts val="0"/>
              </a:spcAft>
              <a:buSzPts val="1400"/>
              <a:buNone/>
              <a:defRPr b="0" i="0" sz="2200" u="none" cap="none" strike="noStrike">
                <a:latin typeface="Arial"/>
                <a:ea typeface="Arial"/>
                <a:cs typeface="Arial"/>
                <a:sym typeface="Arial"/>
              </a:defRPr>
            </a:lvl5pPr>
            <a:lvl6pPr indent="-228600" lvl="5" marL="2743200" marR="0" rtl="0" algn="l">
              <a:lnSpc>
                <a:spcPct val="117999"/>
              </a:lnSpc>
              <a:spcBef>
                <a:spcPts val="0"/>
              </a:spcBef>
              <a:spcAft>
                <a:spcPts val="0"/>
              </a:spcAft>
              <a:buSzPts val="1400"/>
              <a:buNone/>
              <a:defRPr b="0" i="0" sz="2200" u="none" cap="none" strike="noStrike">
                <a:latin typeface="Arial"/>
                <a:ea typeface="Arial"/>
                <a:cs typeface="Arial"/>
                <a:sym typeface="Arial"/>
              </a:defRPr>
            </a:lvl6pPr>
            <a:lvl7pPr indent="-228600" lvl="6" marL="3200400" marR="0" rtl="0" algn="l">
              <a:lnSpc>
                <a:spcPct val="117999"/>
              </a:lnSpc>
              <a:spcBef>
                <a:spcPts val="0"/>
              </a:spcBef>
              <a:spcAft>
                <a:spcPts val="0"/>
              </a:spcAft>
              <a:buSzPts val="1400"/>
              <a:buNone/>
              <a:defRPr b="0" i="0" sz="2200" u="none" cap="none" strike="noStrike">
                <a:latin typeface="Arial"/>
                <a:ea typeface="Arial"/>
                <a:cs typeface="Arial"/>
                <a:sym typeface="Arial"/>
              </a:defRPr>
            </a:lvl7pPr>
            <a:lvl8pPr indent="-228600" lvl="7" marL="3657600" marR="0" rtl="0" algn="l">
              <a:lnSpc>
                <a:spcPct val="117999"/>
              </a:lnSpc>
              <a:spcBef>
                <a:spcPts val="0"/>
              </a:spcBef>
              <a:spcAft>
                <a:spcPts val="0"/>
              </a:spcAft>
              <a:buSzPts val="1400"/>
              <a:buNone/>
              <a:defRPr b="0" i="0" sz="2200" u="none" cap="none" strike="noStrike">
                <a:latin typeface="Arial"/>
                <a:ea typeface="Arial"/>
                <a:cs typeface="Arial"/>
                <a:sym typeface="Arial"/>
              </a:defRPr>
            </a:lvl8pPr>
            <a:lvl9pPr indent="-228600" lvl="8" marL="4114800" marR="0" rtl="0" algn="l">
              <a:lnSpc>
                <a:spcPct val="117999"/>
              </a:lnSpc>
              <a:spcBef>
                <a:spcPts val="0"/>
              </a:spcBef>
              <a:spcAft>
                <a:spcPts val="0"/>
              </a:spcAft>
              <a:buSzPts val="1400"/>
              <a:buNone/>
              <a:defRPr b="0" i="0" sz="2200" u="none" cap="none" strike="noStrike">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112cf2032b1_0_1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112cf2032b1_0_13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f9c94644c6_1_5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3f9c94644c6_1_59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f9c94644c6_1_5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3f9c94644c6_1_59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f9c94644c6_1_6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3f9c94644c6_1_6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3f9c94644c6_1_6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6" name="Google Shape;366;g3f9c94644c6_1_68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3f9c94644c6_1_7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06" name="Google Shape;406;g3f9c94644c6_1_72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g3f9c94644c6_2_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0" name="Google Shape;440;g3f9c94644c6_2_19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3f9c94644c6_1_1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8" name="Google Shape;448;g3f9c94644c6_1_110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g3f9c94644c6_2_2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9" name="Google Shape;469;g3f9c94644c6_2_2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g3f9c94644c6_2_8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6" name="Google Shape;476;g3f9c94644c6_2_82:notes"/>
          <p:cNvSpPr/>
          <p:nvPr>
            <p:ph idx="2" type="sldImg"/>
          </p:nvPr>
        </p:nvSpPr>
        <p:spPr>
          <a:xfrm>
            <a:off x="1143164"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g3f9c94644c6_2_8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3" name="Google Shape;483;g3f9c94644c6_2_88:notes"/>
          <p:cNvSpPr/>
          <p:nvPr>
            <p:ph idx="2" type="sldImg"/>
          </p:nvPr>
        </p:nvSpPr>
        <p:spPr>
          <a:xfrm>
            <a:off x="1143164"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g3f9c94644c6_2_9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1" name="Google Shape;491;g3f9c94644c6_2_95:notes"/>
          <p:cNvSpPr/>
          <p:nvPr>
            <p:ph idx="2" type="sldImg"/>
          </p:nvPr>
        </p:nvSpPr>
        <p:spPr>
          <a:xfrm>
            <a:off x="1143164"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g3f9c94644c6_1_99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04" name="Google Shape;504;g3f9c94644c6_1_99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g3f9c94644c6_1_9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0" name="Google Shape;510;g3f9c94644c6_1_99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g3f9c94644c6_1_10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3" name="Google Shape;523;g3f9c94644c6_1_100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g3f9c94644c6_1_10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1" name="Google Shape;531;g3f9c94644c6_1_10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g3f9c94644c6_1_10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8" name="Google Shape;538;g3f9c94644c6_1_10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g3f9c94644c6_1_10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5" name="Google Shape;545;g3f9c94644c6_1_10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8.png"/><Relationship Id="rId3" Type="http://schemas.openxmlformats.org/officeDocument/2006/relationships/image" Target="../media/image1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8.png"/><Relationship Id="rId3" Type="http://schemas.openxmlformats.org/officeDocument/2006/relationships/image" Target="../media/image1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 Id="rId3" Type="http://schemas.openxmlformats.org/officeDocument/2006/relationships/image" Target="../media/image7.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8.png"/><Relationship Id="rId3" Type="http://schemas.openxmlformats.org/officeDocument/2006/relationships/image" Target="../media/image1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9.png"/><Relationship Id="rId3"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9.png"/><Relationship Id="rId3"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 Id="rId3" Type="http://schemas.openxmlformats.org/officeDocument/2006/relationships/image" Target="../media/image3.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 Id="rId3" Type="http://schemas.openxmlformats.org/officeDocument/2006/relationships/image" Target="../media/image7.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8.png"/><Relationship Id="rId3" Type="http://schemas.openxmlformats.org/officeDocument/2006/relationships/image" Target="../media/image11.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9.png"/><Relationship Id="rId3" Type="http://schemas.openxmlformats.org/officeDocument/2006/relationships/image" Target="../media/image1.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9.png"/><Relationship Id="rId3" Type="http://schemas.openxmlformats.org/officeDocument/2006/relationships/image" Target="../media/image1.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1.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8.png"/><Relationship Id="rId3" Type="http://schemas.openxmlformats.org/officeDocument/2006/relationships/image" Target="../media/image11.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0.png"/><Relationship Id="rId3" Type="http://schemas.openxmlformats.org/officeDocument/2006/relationships/image" Target="../media/image7.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表紙_DeepGreen">
  <p:cSld name="TITLE_1">
    <p:bg>
      <p:bgPr>
        <a:solidFill>
          <a:schemeClr val="accent1"/>
        </a:solidFill>
      </p:bgPr>
    </p:bg>
    <p:spTree>
      <p:nvGrpSpPr>
        <p:cNvPr id="11" name="Shape 11"/>
        <p:cNvGrpSpPr/>
        <p:nvPr/>
      </p:nvGrpSpPr>
      <p:grpSpPr>
        <a:xfrm>
          <a:off x="0" y="0"/>
          <a:ext cx="0" cy="0"/>
          <a:chOff x="0" y="0"/>
          <a:chExt cx="0" cy="0"/>
        </a:xfrm>
      </p:grpSpPr>
      <p:pic>
        <p:nvPicPr>
          <p:cNvPr id="12" name="Google Shape;12;p2"/>
          <p:cNvPicPr preferRelativeResize="0"/>
          <p:nvPr/>
        </p:nvPicPr>
        <p:blipFill rotWithShape="1">
          <a:blip r:embed="rId2">
            <a:alphaModFix/>
          </a:blip>
          <a:srcRect b="8354" l="710" r="720" t="13283"/>
          <a:stretch/>
        </p:blipFill>
        <p:spPr>
          <a:xfrm>
            <a:off x="0" y="0"/>
            <a:ext cx="9144000" cy="5143500"/>
          </a:xfrm>
          <a:prstGeom prst="rect">
            <a:avLst/>
          </a:prstGeom>
          <a:noFill/>
          <a:ln>
            <a:noFill/>
          </a:ln>
        </p:spPr>
      </p:pic>
      <p:pic>
        <p:nvPicPr>
          <p:cNvPr id="13" name="Google Shape;13;p2"/>
          <p:cNvPicPr preferRelativeResize="0"/>
          <p:nvPr/>
        </p:nvPicPr>
        <p:blipFill>
          <a:blip r:embed="rId3">
            <a:alphaModFix/>
          </a:blip>
          <a:stretch>
            <a:fillRect/>
          </a:stretch>
        </p:blipFill>
        <p:spPr>
          <a:xfrm>
            <a:off x="3853493" y="4579100"/>
            <a:ext cx="1437015" cy="347750"/>
          </a:xfrm>
          <a:prstGeom prst="rect">
            <a:avLst/>
          </a:prstGeom>
          <a:noFill/>
          <a:ln>
            <a:noFill/>
          </a:ln>
        </p:spPr>
      </p:pic>
      <p:sp>
        <p:nvSpPr>
          <p:cNvPr id="14" name="Google Shape;14;p2" title="タイトル"/>
          <p:cNvSpPr txBox="1"/>
          <p:nvPr>
            <p:ph type="title"/>
          </p:nvPr>
        </p:nvSpPr>
        <p:spPr>
          <a:xfrm>
            <a:off x="200025" y="2128800"/>
            <a:ext cx="8743800" cy="538800"/>
          </a:xfrm>
          <a:prstGeom prst="rect">
            <a:avLst/>
          </a:prstGeom>
          <a:noFill/>
          <a:ln>
            <a:noFill/>
          </a:ln>
        </p:spPr>
        <p:txBody>
          <a:bodyPr anchorCtr="0" anchor="b" bIns="39550" lIns="79125" spcFirstLastPara="1" rIns="79125" wrap="square" tIns="39550">
            <a:noAutofit/>
          </a:bodyPr>
          <a:lstStyle>
            <a:lvl1pPr lvl="0" marR="0" rtl="0" algn="ctr">
              <a:lnSpc>
                <a:spcPct val="90000"/>
              </a:lnSpc>
              <a:spcBef>
                <a:spcPts val="0"/>
              </a:spcBef>
              <a:spcAft>
                <a:spcPts val="0"/>
              </a:spcAft>
              <a:buClr>
                <a:schemeClr val="lt1"/>
              </a:buClr>
              <a:buSzPts val="3200"/>
              <a:buFont typeface="Noto Sans Thai"/>
              <a:buNone/>
              <a:defRPr b="1" i="0" sz="3200" u="none" cap="none" strike="noStrike">
                <a:solidFill>
                  <a:schemeClr val="lt1"/>
                </a:solidFill>
                <a:latin typeface="Noto Sans Thai"/>
                <a:ea typeface="Noto Sans Thai"/>
                <a:cs typeface="Noto Sans Thai"/>
                <a:sym typeface="Noto Sans Thai"/>
              </a:defRPr>
            </a:lvl1pPr>
            <a:lvl2pPr lvl="1" rtl="0">
              <a:spcBef>
                <a:spcPts val="0"/>
              </a:spcBef>
              <a:spcAft>
                <a:spcPts val="0"/>
              </a:spcAft>
              <a:buSzPts val="1200"/>
              <a:buFont typeface="Noto Sans Thai"/>
              <a:buNone/>
              <a:defRPr b="1" sz="1600">
                <a:latin typeface="Noto Sans Thai"/>
                <a:ea typeface="Noto Sans Thai"/>
                <a:cs typeface="Noto Sans Thai"/>
                <a:sym typeface="Noto Sans Thai"/>
              </a:defRPr>
            </a:lvl2pPr>
            <a:lvl3pPr lvl="2" rtl="0">
              <a:spcBef>
                <a:spcPts val="0"/>
              </a:spcBef>
              <a:spcAft>
                <a:spcPts val="0"/>
              </a:spcAft>
              <a:buSzPts val="1200"/>
              <a:buFont typeface="Noto Sans Thai"/>
              <a:buNone/>
              <a:defRPr b="1" sz="1600">
                <a:latin typeface="Noto Sans Thai"/>
                <a:ea typeface="Noto Sans Thai"/>
                <a:cs typeface="Noto Sans Thai"/>
                <a:sym typeface="Noto Sans Thai"/>
              </a:defRPr>
            </a:lvl3pPr>
            <a:lvl4pPr lvl="3" rtl="0">
              <a:spcBef>
                <a:spcPts val="0"/>
              </a:spcBef>
              <a:spcAft>
                <a:spcPts val="0"/>
              </a:spcAft>
              <a:buSzPts val="1200"/>
              <a:buFont typeface="Noto Sans Thai"/>
              <a:buNone/>
              <a:defRPr b="1" sz="1600">
                <a:latin typeface="Noto Sans Thai"/>
                <a:ea typeface="Noto Sans Thai"/>
                <a:cs typeface="Noto Sans Thai"/>
                <a:sym typeface="Noto Sans Thai"/>
              </a:defRPr>
            </a:lvl4pPr>
            <a:lvl5pPr lvl="4" rtl="0">
              <a:spcBef>
                <a:spcPts val="0"/>
              </a:spcBef>
              <a:spcAft>
                <a:spcPts val="0"/>
              </a:spcAft>
              <a:buSzPts val="1200"/>
              <a:buFont typeface="Noto Sans Thai"/>
              <a:buNone/>
              <a:defRPr b="1" sz="1600">
                <a:latin typeface="Noto Sans Thai"/>
                <a:ea typeface="Noto Sans Thai"/>
                <a:cs typeface="Noto Sans Thai"/>
                <a:sym typeface="Noto Sans Thai"/>
              </a:defRPr>
            </a:lvl5pPr>
            <a:lvl6pPr lvl="5" rtl="0">
              <a:spcBef>
                <a:spcPts val="0"/>
              </a:spcBef>
              <a:spcAft>
                <a:spcPts val="0"/>
              </a:spcAft>
              <a:buSzPts val="1200"/>
              <a:buFont typeface="Noto Sans Thai"/>
              <a:buNone/>
              <a:defRPr b="1" sz="1600">
                <a:latin typeface="Noto Sans Thai"/>
                <a:ea typeface="Noto Sans Thai"/>
                <a:cs typeface="Noto Sans Thai"/>
                <a:sym typeface="Noto Sans Thai"/>
              </a:defRPr>
            </a:lvl6pPr>
            <a:lvl7pPr lvl="6" rtl="0">
              <a:spcBef>
                <a:spcPts val="0"/>
              </a:spcBef>
              <a:spcAft>
                <a:spcPts val="0"/>
              </a:spcAft>
              <a:buSzPts val="1200"/>
              <a:buFont typeface="Noto Sans Thai"/>
              <a:buNone/>
              <a:defRPr b="1" sz="1600">
                <a:latin typeface="Noto Sans Thai"/>
                <a:ea typeface="Noto Sans Thai"/>
                <a:cs typeface="Noto Sans Thai"/>
                <a:sym typeface="Noto Sans Thai"/>
              </a:defRPr>
            </a:lvl7pPr>
            <a:lvl8pPr lvl="7" rtl="0">
              <a:spcBef>
                <a:spcPts val="0"/>
              </a:spcBef>
              <a:spcAft>
                <a:spcPts val="0"/>
              </a:spcAft>
              <a:buSzPts val="1200"/>
              <a:buFont typeface="Noto Sans Thai"/>
              <a:buNone/>
              <a:defRPr b="1" sz="1600">
                <a:latin typeface="Noto Sans Thai"/>
                <a:ea typeface="Noto Sans Thai"/>
                <a:cs typeface="Noto Sans Thai"/>
                <a:sym typeface="Noto Sans Thai"/>
              </a:defRPr>
            </a:lvl8pPr>
            <a:lvl9pPr lvl="8" rtl="0">
              <a:spcBef>
                <a:spcPts val="0"/>
              </a:spcBef>
              <a:spcAft>
                <a:spcPts val="0"/>
              </a:spcAft>
              <a:buSzPts val="1200"/>
              <a:buFont typeface="Noto Sans Thai"/>
              <a:buNone/>
              <a:defRPr b="1" sz="1600">
                <a:latin typeface="Noto Sans Thai"/>
                <a:ea typeface="Noto Sans Thai"/>
                <a:cs typeface="Noto Sans Thai"/>
                <a:sym typeface="Noto Sans Thai"/>
              </a:defRPr>
            </a:lvl9pPr>
          </a:lstStyle>
          <a:p/>
        </p:txBody>
      </p:sp>
      <p:sp>
        <p:nvSpPr>
          <p:cNvPr id="15" name="Google Shape;15;p2" title="タイトル"/>
          <p:cNvSpPr txBox="1"/>
          <p:nvPr>
            <p:ph idx="2" type="title"/>
          </p:nvPr>
        </p:nvSpPr>
        <p:spPr>
          <a:xfrm>
            <a:off x="514350" y="2735100"/>
            <a:ext cx="8115300" cy="279600"/>
          </a:xfrm>
          <a:prstGeom prst="rect">
            <a:avLst/>
          </a:prstGeom>
          <a:noFill/>
          <a:ln>
            <a:noFill/>
          </a:ln>
        </p:spPr>
        <p:txBody>
          <a:bodyPr anchorCtr="0" anchor="t" bIns="39550" lIns="79125" spcFirstLastPara="1" rIns="79125" wrap="square" tIns="39550">
            <a:noAutofit/>
          </a:bodyPr>
          <a:lstStyle>
            <a:lvl1pPr lvl="0" marR="0" rtl="0" algn="ctr">
              <a:lnSpc>
                <a:spcPct val="90000"/>
              </a:lnSpc>
              <a:spcBef>
                <a:spcPts val="0"/>
              </a:spcBef>
              <a:spcAft>
                <a:spcPts val="0"/>
              </a:spcAft>
              <a:buClr>
                <a:schemeClr val="lt1"/>
              </a:buClr>
              <a:buSzPts val="1600"/>
              <a:buFont typeface="Poppins"/>
              <a:buNone/>
              <a:defRPr i="0" sz="1600" u="none" cap="none" strike="noStrike">
                <a:solidFill>
                  <a:schemeClr val="lt1"/>
                </a:solidFill>
                <a:latin typeface="Poppins"/>
                <a:ea typeface="Poppins"/>
                <a:cs typeface="Poppins"/>
                <a:sym typeface="Poppins"/>
              </a:defRPr>
            </a:lvl1pPr>
            <a:lvl2pPr lvl="1" rtl="0">
              <a:spcBef>
                <a:spcPts val="0"/>
              </a:spcBef>
              <a:spcAft>
                <a:spcPts val="0"/>
              </a:spcAft>
              <a:buSzPts val="1600"/>
              <a:buFont typeface="Poppins"/>
              <a:buNone/>
              <a:defRPr>
                <a:latin typeface="Poppins"/>
                <a:ea typeface="Poppins"/>
                <a:cs typeface="Poppins"/>
                <a:sym typeface="Poppins"/>
              </a:defRPr>
            </a:lvl2pPr>
            <a:lvl3pPr lvl="2" rtl="0">
              <a:spcBef>
                <a:spcPts val="0"/>
              </a:spcBef>
              <a:spcAft>
                <a:spcPts val="0"/>
              </a:spcAft>
              <a:buSzPts val="1600"/>
              <a:buFont typeface="Poppins"/>
              <a:buNone/>
              <a:defRPr>
                <a:latin typeface="Poppins"/>
                <a:ea typeface="Poppins"/>
                <a:cs typeface="Poppins"/>
                <a:sym typeface="Poppins"/>
              </a:defRPr>
            </a:lvl3pPr>
            <a:lvl4pPr lvl="3" rtl="0">
              <a:spcBef>
                <a:spcPts val="0"/>
              </a:spcBef>
              <a:spcAft>
                <a:spcPts val="0"/>
              </a:spcAft>
              <a:buSzPts val="1600"/>
              <a:buFont typeface="Poppins"/>
              <a:buNone/>
              <a:defRPr>
                <a:latin typeface="Poppins"/>
                <a:ea typeface="Poppins"/>
                <a:cs typeface="Poppins"/>
                <a:sym typeface="Poppins"/>
              </a:defRPr>
            </a:lvl4pPr>
            <a:lvl5pPr lvl="4" rtl="0">
              <a:spcBef>
                <a:spcPts val="0"/>
              </a:spcBef>
              <a:spcAft>
                <a:spcPts val="0"/>
              </a:spcAft>
              <a:buSzPts val="1600"/>
              <a:buFont typeface="Poppins"/>
              <a:buNone/>
              <a:defRPr>
                <a:latin typeface="Poppins"/>
                <a:ea typeface="Poppins"/>
                <a:cs typeface="Poppins"/>
                <a:sym typeface="Poppins"/>
              </a:defRPr>
            </a:lvl5pPr>
            <a:lvl6pPr lvl="5" rtl="0">
              <a:spcBef>
                <a:spcPts val="0"/>
              </a:spcBef>
              <a:spcAft>
                <a:spcPts val="0"/>
              </a:spcAft>
              <a:buSzPts val="1600"/>
              <a:buFont typeface="Poppins"/>
              <a:buNone/>
              <a:defRPr>
                <a:latin typeface="Poppins"/>
                <a:ea typeface="Poppins"/>
                <a:cs typeface="Poppins"/>
                <a:sym typeface="Poppins"/>
              </a:defRPr>
            </a:lvl6pPr>
            <a:lvl7pPr lvl="6" rtl="0">
              <a:spcBef>
                <a:spcPts val="0"/>
              </a:spcBef>
              <a:spcAft>
                <a:spcPts val="0"/>
              </a:spcAft>
              <a:buSzPts val="1600"/>
              <a:buFont typeface="Poppins"/>
              <a:buNone/>
              <a:defRPr>
                <a:latin typeface="Poppins"/>
                <a:ea typeface="Poppins"/>
                <a:cs typeface="Poppins"/>
                <a:sym typeface="Poppins"/>
              </a:defRPr>
            </a:lvl7pPr>
            <a:lvl8pPr lvl="7" rtl="0">
              <a:spcBef>
                <a:spcPts val="0"/>
              </a:spcBef>
              <a:spcAft>
                <a:spcPts val="0"/>
              </a:spcAft>
              <a:buSzPts val="1600"/>
              <a:buFont typeface="Poppins"/>
              <a:buNone/>
              <a:defRPr>
                <a:latin typeface="Poppins"/>
                <a:ea typeface="Poppins"/>
                <a:cs typeface="Poppins"/>
                <a:sym typeface="Poppins"/>
              </a:defRPr>
            </a:lvl8pPr>
            <a:lvl9pPr lvl="8" rtl="0">
              <a:spcBef>
                <a:spcPts val="0"/>
              </a:spcBef>
              <a:spcAft>
                <a:spcPts val="0"/>
              </a:spcAft>
              <a:buSzPts val="1600"/>
              <a:buFont typeface="Poppins"/>
              <a:buNone/>
              <a:defRPr>
                <a:latin typeface="Poppins"/>
                <a:ea typeface="Poppins"/>
                <a:cs typeface="Poppins"/>
                <a:sym typeface="Poppins"/>
              </a:defRPr>
            </a:lvl9pPr>
          </a:lstStyle>
          <a:p/>
        </p:txBody>
      </p:sp>
    </p:spTree>
  </p:cSld>
  <p:clrMapOvr>
    <a:masterClrMapping/>
  </p:clrMapOvr>
  <p:extLst>
    <p:ext uri="{DCECCB84-F9BA-43D5-87BE-67443E8EF086}">
      <p15:sldGuideLst>
        <p15:guide id="1" orient="horz" pos="324">
          <p15:clr>
            <a:srgbClr val="FA7B17"/>
          </p15:clr>
        </p15:guide>
        <p15:guide id="2" orient="horz" pos="2915">
          <p15:clr>
            <a:srgbClr val="FA7B17"/>
          </p15:clr>
        </p15:guide>
        <p15:guide id="3" orient="horz" pos="3078">
          <p15:clr>
            <a:srgbClr val="FA7B17"/>
          </p15:clr>
        </p15:guide>
        <p15:guide id="4" orient="horz" pos="162">
          <p15:clr>
            <a:srgbClr val="FA7B17"/>
          </p15:clr>
        </p15:guide>
        <p15:guide id="5" pos="324">
          <p15:clr>
            <a:srgbClr val="FA7B17"/>
          </p15:clr>
        </p15:guide>
        <p15:guide id="6" pos="163">
          <p15:clr>
            <a:srgbClr val="FA7B17"/>
          </p15:clr>
        </p15:guide>
        <p15:guide id="7" pos="5436">
          <p15:clr>
            <a:srgbClr val="FA7B17"/>
          </p15:clr>
        </p15:guide>
        <p15:guide id="8" pos="5597">
          <p15:clr>
            <a:srgbClr val="FA7B17"/>
          </p15:clr>
        </p15:guide>
        <p15:guide id="9" orient="horz" pos="487">
          <p15:clr>
            <a:srgbClr val="FA7B17"/>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表紙 Light Green">
  <p:cSld name="TITLE_1_5">
    <p:bg>
      <p:bgPr>
        <a:solidFill>
          <a:schemeClr val="dk2"/>
        </a:solidFill>
      </p:bgPr>
    </p:bg>
    <p:spTree>
      <p:nvGrpSpPr>
        <p:cNvPr id="16" name="Shape 16"/>
        <p:cNvGrpSpPr/>
        <p:nvPr/>
      </p:nvGrpSpPr>
      <p:grpSpPr>
        <a:xfrm>
          <a:off x="0" y="0"/>
          <a:ext cx="0" cy="0"/>
          <a:chOff x="0" y="0"/>
          <a:chExt cx="0" cy="0"/>
        </a:xfrm>
      </p:grpSpPr>
      <p:pic>
        <p:nvPicPr>
          <p:cNvPr id="17" name="Google Shape;17;p3"/>
          <p:cNvPicPr preferRelativeResize="0"/>
          <p:nvPr/>
        </p:nvPicPr>
        <p:blipFill rotWithShape="1">
          <a:blip r:embed="rId2">
            <a:alphaModFix/>
          </a:blip>
          <a:srcRect b="8354" l="720" r="710" t="13283"/>
          <a:stretch/>
        </p:blipFill>
        <p:spPr>
          <a:xfrm>
            <a:off x="0" y="0"/>
            <a:ext cx="9144000" cy="5143500"/>
          </a:xfrm>
          <a:prstGeom prst="rect">
            <a:avLst/>
          </a:prstGeom>
          <a:noFill/>
          <a:ln>
            <a:noFill/>
          </a:ln>
        </p:spPr>
      </p:pic>
      <p:pic>
        <p:nvPicPr>
          <p:cNvPr id="18" name="Google Shape;18;p3"/>
          <p:cNvPicPr preferRelativeResize="0"/>
          <p:nvPr/>
        </p:nvPicPr>
        <p:blipFill>
          <a:blip r:embed="rId3">
            <a:alphaModFix/>
          </a:blip>
          <a:stretch>
            <a:fillRect/>
          </a:stretch>
        </p:blipFill>
        <p:spPr>
          <a:xfrm>
            <a:off x="3853493" y="4579100"/>
            <a:ext cx="1437015" cy="347750"/>
          </a:xfrm>
          <a:prstGeom prst="rect">
            <a:avLst/>
          </a:prstGeom>
          <a:noFill/>
          <a:ln>
            <a:noFill/>
          </a:ln>
        </p:spPr>
      </p:pic>
      <p:sp>
        <p:nvSpPr>
          <p:cNvPr id="19" name="Google Shape;19;p3" title="タイトル"/>
          <p:cNvSpPr txBox="1"/>
          <p:nvPr>
            <p:ph type="title"/>
          </p:nvPr>
        </p:nvSpPr>
        <p:spPr>
          <a:xfrm>
            <a:off x="200025" y="2128800"/>
            <a:ext cx="8743800" cy="538800"/>
          </a:xfrm>
          <a:prstGeom prst="rect">
            <a:avLst/>
          </a:prstGeom>
          <a:noFill/>
          <a:ln>
            <a:noFill/>
          </a:ln>
        </p:spPr>
        <p:txBody>
          <a:bodyPr anchorCtr="0" anchor="b" bIns="39550" lIns="79125" spcFirstLastPara="1" rIns="79125" wrap="square" tIns="39550">
            <a:noAutofit/>
          </a:bodyPr>
          <a:lstStyle>
            <a:lvl1pPr lvl="0" marR="0" rtl="0" algn="ctr">
              <a:lnSpc>
                <a:spcPct val="90000"/>
              </a:lnSpc>
              <a:spcBef>
                <a:spcPts val="0"/>
              </a:spcBef>
              <a:spcAft>
                <a:spcPts val="0"/>
              </a:spcAft>
              <a:buClr>
                <a:schemeClr val="dk1"/>
              </a:buClr>
              <a:buSzPts val="3200"/>
              <a:buFont typeface="Noto Sans Thai"/>
              <a:buNone/>
              <a:defRPr b="1" i="0" sz="3200" u="none" cap="none" strike="noStrike">
                <a:solidFill>
                  <a:schemeClr val="dk1"/>
                </a:solidFill>
                <a:latin typeface="Noto Sans Thai"/>
                <a:ea typeface="Noto Sans Thai"/>
                <a:cs typeface="Noto Sans Thai"/>
                <a:sym typeface="Noto Sans Thai"/>
              </a:defRPr>
            </a:lvl1pPr>
            <a:lvl2pPr lvl="1" rtl="0">
              <a:spcBef>
                <a:spcPts val="0"/>
              </a:spcBef>
              <a:spcAft>
                <a:spcPts val="0"/>
              </a:spcAft>
              <a:buClr>
                <a:schemeClr val="dk1"/>
              </a:buClr>
              <a:buSzPts val="1200"/>
              <a:buFont typeface="Noto Sans Thai"/>
              <a:buNone/>
              <a:defRPr b="1" sz="1600">
                <a:solidFill>
                  <a:schemeClr val="dk1"/>
                </a:solidFill>
                <a:latin typeface="Noto Sans Thai"/>
                <a:ea typeface="Noto Sans Thai"/>
                <a:cs typeface="Noto Sans Thai"/>
                <a:sym typeface="Noto Sans Thai"/>
              </a:defRPr>
            </a:lvl2pPr>
            <a:lvl3pPr lvl="2" rtl="0">
              <a:spcBef>
                <a:spcPts val="0"/>
              </a:spcBef>
              <a:spcAft>
                <a:spcPts val="0"/>
              </a:spcAft>
              <a:buClr>
                <a:schemeClr val="dk1"/>
              </a:buClr>
              <a:buSzPts val="1200"/>
              <a:buFont typeface="Noto Sans Thai"/>
              <a:buNone/>
              <a:defRPr b="1" sz="1600">
                <a:solidFill>
                  <a:schemeClr val="dk1"/>
                </a:solidFill>
                <a:latin typeface="Noto Sans Thai"/>
                <a:ea typeface="Noto Sans Thai"/>
                <a:cs typeface="Noto Sans Thai"/>
                <a:sym typeface="Noto Sans Thai"/>
              </a:defRPr>
            </a:lvl3pPr>
            <a:lvl4pPr lvl="3" rtl="0">
              <a:spcBef>
                <a:spcPts val="0"/>
              </a:spcBef>
              <a:spcAft>
                <a:spcPts val="0"/>
              </a:spcAft>
              <a:buClr>
                <a:schemeClr val="dk1"/>
              </a:buClr>
              <a:buSzPts val="1200"/>
              <a:buFont typeface="Noto Sans Thai"/>
              <a:buNone/>
              <a:defRPr b="1" sz="1600">
                <a:solidFill>
                  <a:schemeClr val="dk1"/>
                </a:solidFill>
                <a:latin typeface="Noto Sans Thai"/>
                <a:ea typeface="Noto Sans Thai"/>
                <a:cs typeface="Noto Sans Thai"/>
                <a:sym typeface="Noto Sans Thai"/>
              </a:defRPr>
            </a:lvl4pPr>
            <a:lvl5pPr lvl="4" rtl="0">
              <a:spcBef>
                <a:spcPts val="0"/>
              </a:spcBef>
              <a:spcAft>
                <a:spcPts val="0"/>
              </a:spcAft>
              <a:buClr>
                <a:schemeClr val="dk1"/>
              </a:buClr>
              <a:buSzPts val="1200"/>
              <a:buFont typeface="Noto Sans Thai"/>
              <a:buNone/>
              <a:defRPr b="1" sz="1600">
                <a:solidFill>
                  <a:schemeClr val="dk1"/>
                </a:solidFill>
                <a:latin typeface="Noto Sans Thai"/>
                <a:ea typeface="Noto Sans Thai"/>
                <a:cs typeface="Noto Sans Thai"/>
                <a:sym typeface="Noto Sans Thai"/>
              </a:defRPr>
            </a:lvl5pPr>
            <a:lvl6pPr lvl="5" rtl="0">
              <a:spcBef>
                <a:spcPts val="0"/>
              </a:spcBef>
              <a:spcAft>
                <a:spcPts val="0"/>
              </a:spcAft>
              <a:buClr>
                <a:schemeClr val="dk1"/>
              </a:buClr>
              <a:buSzPts val="1200"/>
              <a:buFont typeface="Noto Sans Thai"/>
              <a:buNone/>
              <a:defRPr b="1" sz="1600">
                <a:solidFill>
                  <a:schemeClr val="dk1"/>
                </a:solidFill>
                <a:latin typeface="Noto Sans Thai"/>
                <a:ea typeface="Noto Sans Thai"/>
                <a:cs typeface="Noto Sans Thai"/>
                <a:sym typeface="Noto Sans Thai"/>
              </a:defRPr>
            </a:lvl6pPr>
            <a:lvl7pPr lvl="6" rtl="0">
              <a:spcBef>
                <a:spcPts val="0"/>
              </a:spcBef>
              <a:spcAft>
                <a:spcPts val="0"/>
              </a:spcAft>
              <a:buClr>
                <a:schemeClr val="dk1"/>
              </a:buClr>
              <a:buSzPts val="1200"/>
              <a:buFont typeface="Noto Sans Thai"/>
              <a:buNone/>
              <a:defRPr b="1" sz="1600">
                <a:solidFill>
                  <a:schemeClr val="dk1"/>
                </a:solidFill>
                <a:latin typeface="Noto Sans Thai"/>
                <a:ea typeface="Noto Sans Thai"/>
                <a:cs typeface="Noto Sans Thai"/>
                <a:sym typeface="Noto Sans Thai"/>
              </a:defRPr>
            </a:lvl7pPr>
            <a:lvl8pPr lvl="7" rtl="0">
              <a:spcBef>
                <a:spcPts val="0"/>
              </a:spcBef>
              <a:spcAft>
                <a:spcPts val="0"/>
              </a:spcAft>
              <a:buClr>
                <a:schemeClr val="dk1"/>
              </a:buClr>
              <a:buSzPts val="1200"/>
              <a:buFont typeface="Noto Sans Thai"/>
              <a:buNone/>
              <a:defRPr b="1" sz="1600">
                <a:solidFill>
                  <a:schemeClr val="dk1"/>
                </a:solidFill>
                <a:latin typeface="Noto Sans Thai"/>
                <a:ea typeface="Noto Sans Thai"/>
                <a:cs typeface="Noto Sans Thai"/>
                <a:sym typeface="Noto Sans Thai"/>
              </a:defRPr>
            </a:lvl8pPr>
            <a:lvl9pPr lvl="8" rtl="0">
              <a:spcBef>
                <a:spcPts val="0"/>
              </a:spcBef>
              <a:spcAft>
                <a:spcPts val="0"/>
              </a:spcAft>
              <a:buClr>
                <a:schemeClr val="dk1"/>
              </a:buClr>
              <a:buSzPts val="1200"/>
              <a:buFont typeface="Noto Sans Thai"/>
              <a:buNone/>
              <a:defRPr b="1" sz="1600">
                <a:solidFill>
                  <a:schemeClr val="dk1"/>
                </a:solidFill>
                <a:latin typeface="Noto Sans Thai"/>
                <a:ea typeface="Noto Sans Thai"/>
                <a:cs typeface="Noto Sans Thai"/>
                <a:sym typeface="Noto Sans Thai"/>
              </a:defRPr>
            </a:lvl9pPr>
          </a:lstStyle>
          <a:p/>
        </p:txBody>
      </p:sp>
      <p:sp>
        <p:nvSpPr>
          <p:cNvPr id="20" name="Google Shape;20;p3" title="タイトル"/>
          <p:cNvSpPr txBox="1"/>
          <p:nvPr>
            <p:ph idx="2" type="title"/>
          </p:nvPr>
        </p:nvSpPr>
        <p:spPr>
          <a:xfrm>
            <a:off x="514350" y="2735100"/>
            <a:ext cx="8115300" cy="279600"/>
          </a:xfrm>
          <a:prstGeom prst="rect">
            <a:avLst/>
          </a:prstGeom>
          <a:noFill/>
          <a:ln>
            <a:noFill/>
          </a:ln>
        </p:spPr>
        <p:txBody>
          <a:bodyPr anchorCtr="0" anchor="t" bIns="39550" lIns="79125" spcFirstLastPara="1" rIns="79125" wrap="square" tIns="39550">
            <a:noAutofit/>
          </a:bodyPr>
          <a:lstStyle>
            <a:lvl1pPr lvl="0" marR="0" rtl="0" algn="ctr">
              <a:lnSpc>
                <a:spcPct val="90000"/>
              </a:lnSpc>
              <a:spcBef>
                <a:spcPts val="0"/>
              </a:spcBef>
              <a:spcAft>
                <a:spcPts val="0"/>
              </a:spcAft>
              <a:buClr>
                <a:schemeClr val="dk1"/>
              </a:buClr>
              <a:buSzPts val="1600"/>
              <a:buFont typeface="Poppins"/>
              <a:buNone/>
              <a:defRPr i="0" sz="1600" u="none" cap="none" strike="noStrike">
                <a:solidFill>
                  <a:schemeClr val="dk1"/>
                </a:solidFill>
                <a:latin typeface="Poppins"/>
                <a:ea typeface="Poppins"/>
                <a:cs typeface="Poppins"/>
                <a:sym typeface="Poppins"/>
              </a:defRPr>
            </a:lvl1pPr>
            <a:lvl2pPr lvl="1" rtl="0">
              <a:spcBef>
                <a:spcPts val="0"/>
              </a:spcBef>
              <a:spcAft>
                <a:spcPts val="0"/>
              </a:spcAft>
              <a:buClr>
                <a:schemeClr val="dk1"/>
              </a:buClr>
              <a:buSzPts val="1600"/>
              <a:buFont typeface="Poppins"/>
              <a:buNone/>
              <a:defRPr>
                <a:solidFill>
                  <a:schemeClr val="dk1"/>
                </a:solidFill>
                <a:latin typeface="Poppins"/>
                <a:ea typeface="Poppins"/>
                <a:cs typeface="Poppins"/>
                <a:sym typeface="Poppins"/>
              </a:defRPr>
            </a:lvl2pPr>
            <a:lvl3pPr lvl="2" rtl="0">
              <a:spcBef>
                <a:spcPts val="0"/>
              </a:spcBef>
              <a:spcAft>
                <a:spcPts val="0"/>
              </a:spcAft>
              <a:buClr>
                <a:schemeClr val="dk1"/>
              </a:buClr>
              <a:buSzPts val="1600"/>
              <a:buFont typeface="Poppins"/>
              <a:buNone/>
              <a:defRPr>
                <a:solidFill>
                  <a:schemeClr val="dk1"/>
                </a:solidFill>
                <a:latin typeface="Poppins"/>
                <a:ea typeface="Poppins"/>
                <a:cs typeface="Poppins"/>
                <a:sym typeface="Poppins"/>
              </a:defRPr>
            </a:lvl3pPr>
            <a:lvl4pPr lvl="3" rtl="0">
              <a:spcBef>
                <a:spcPts val="0"/>
              </a:spcBef>
              <a:spcAft>
                <a:spcPts val="0"/>
              </a:spcAft>
              <a:buClr>
                <a:schemeClr val="dk1"/>
              </a:buClr>
              <a:buSzPts val="1600"/>
              <a:buFont typeface="Poppins"/>
              <a:buNone/>
              <a:defRPr>
                <a:solidFill>
                  <a:schemeClr val="dk1"/>
                </a:solidFill>
                <a:latin typeface="Poppins"/>
                <a:ea typeface="Poppins"/>
                <a:cs typeface="Poppins"/>
                <a:sym typeface="Poppins"/>
              </a:defRPr>
            </a:lvl4pPr>
            <a:lvl5pPr lvl="4" rtl="0">
              <a:spcBef>
                <a:spcPts val="0"/>
              </a:spcBef>
              <a:spcAft>
                <a:spcPts val="0"/>
              </a:spcAft>
              <a:buClr>
                <a:schemeClr val="dk1"/>
              </a:buClr>
              <a:buSzPts val="1600"/>
              <a:buFont typeface="Poppins"/>
              <a:buNone/>
              <a:defRPr>
                <a:solidFill>
                  <a:schemeClr val="dk1"/>
                </a:solidFill>
                <a:latin typeface="Poppins"/>
                <a:ea typeface="Poppins"/>
                <a:cs typeface="Poppins"/>
                <a:sym typeface="Poppins"/>
              </a:defRPr>
            </a:lvl5pPr>
            <a:lvl6pPr lvl="5" rtl="0">
              <a:spcBef>
                <a:spcPts val="0"/>
              </a:spcBef>
              <a:spcAft>
                <a:spcPts val="0"/>
              </a:spcAft>
              <a:buClr>
                <a:schemeClr val="dk1"/>
              </a:buClr>
              <a:buSzPts val="1600"/>
              <a:buFont typeface="Poppins"/>
              <a:buNone/>
              <a:defRPr>
                <a:solidFill>
                  <a:schemeClr val="dk1"/>
                </a:solidFill>
                <a:latin typeface="Poppins"/>
                <a:ea typeface="Poppins"/>
                <a:cs typeface="Poppins"/>
                <a:sym typeface="Poppins"/>
              </a:defRPr>
            </a:lvl6pPr>
            <a:lvl7pPr lvl="6" rtl="0">
              <a:spcBef>
                <a:spcPts val="0"/>
              </a:spcBef>
              <a:spcAft>
                <a:spcPts val="0"/>
              </a:spcAft>
              <a:buClr>
                <a:schemeClr val="dk1"/>
              </a:buClr>
              <a:buSzPts val="1600"/>
              <a:buFont typeface="Poppins"/>
              <a:buNone/>
              <a:defRPr>
                <a:solidFill>
                  <a:schemeClr val="dk1"/>
                </a:solidFill>
                <a:latin typeface="Poppins"/>
                <a:ea typeface="Poppins"/>
                <a:cs typeface="Poppins"/>
                <a:sym typeface="Poppins"/>
              </a:defRPr>
            </a:lvl7pPr>
            <a:lvl8pPr lvl="7" rtl="0">
              <a:spcBef>
                <a:spcPts val="0"/>
              </a:spcBef>
              <a:spcAft>
                <a:spcPts val="0"/>
              </a:spcAft>
              <a:buClr>
                <a:schemeClr val="dk1"/>
              </a:buClr>
              <a:buSzPts val="1600"/>
              <a:buFont typeface="Poppins"/>
              <a:buNone/>
              <a:defRPr>
                <a:solidFill>
                  <a:schemeClr val="dk1"/>
                </a:solidFill>
                <a:latin typeface="Poppins"/>
                <a:ea typeface="Poppins"/>
                <a:cs typeface="Poppins"/>
                <a:sym typeface="Poppins"/>
              </a:defRPr>
            </a:lvl8pPr>
            <a:lvl9pPr lvl="8" rtl="0">
              <a:spcBef>
                <a:spcPts val="0"/>
              </a:spcBef>
              <a:spcAft>
                <a:spcPts val="0"/>
              </a:spcAft>
              <a:buClr>
                <a:schemeClr val="dk1"/>
              </a:buClr>
              <a:buSzPts val="1600"/>
              <a:buFont typeface="Poppins"/>
              <a:buNone/>
              <a:defRPr>
                <a:solidFill>
                  <a:schemeClr val="dk1"/>
                </a:solidFill>
                <a:latin typeface="Poppins"/>
                <a:ea typeface="Poppins"/>
                <a:cs typeface="Poppins"/>
                <a:sym typeface="Poppins"/>
              </a:defRPr>
            </a:lvl9pPr>
          </a:lstStyle>
          <a:p/>
        </p:txBody>
      </p:sp>
    </p:spTree>
  </p:cSld>
  <p:clrMapOvr>
    <a:masterClrMapping/>
  </p:clrMapOvr>
  <p:extLst>
    <p:ext uri="{DCECCB84-F9BA-43D5-87BE-67443E8EF086}">
      <p15:sldGuideLst>
        <p15:guide id="1" orient="horz" pos="324">
          <p15:clr>
            <a:srgbClr val="FA7B17"/>
          </p15:clr>
        </p15:guide>
        <p15:guide id="2" orient="horz" pos="2915">
          <p15:clr>
            <a:srgbClr val="FA7B17"/>
          </p15:clr>
        </p15:guide>
        <p15:guide id="3" orient="horz" pos="3078">
          <p15:clr>
            <a:srgbClr val="FA7B17"/>
          </p15:clr>
        </p15:guide>
        <p15:guide id="4" orient="horz" pos="162">
          <p15:clr>
            <a:srgbClr val="FA7B17"/>
          </p15:clr>
        </p15:guide>
        <p15:guide id="5" pos="324">
          <p15:clr>
            <a:srgbClr val="FA7B17"/>
          </p15:clr>
        </p15:guide>
        <p15:guide id="6" pos="163">
          <p15:clr>
            <a:srgbClr val="FA7B17"/>
          </p15:clr>
        </p15:guide>
        <p15:guide id="7" pos="5436">
          <p15:clr>
            <a:srgbClr val="FA7B17"/>
          </p15:clr>
        </p15:guide>
        <p15:guide id="8" pos="5597">
          <p15:clr>
            <a:srgbClr val="FA7B17"/>
          </p15:clr>
        </p15:guide>
        <p15:guide id="9" orient="horz" pos="487">
          <p15:clr>
            <a:srgbClr val="FA7B17"/>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表紙 Light Green_ナンバリングあり">
  <p:cSld name="TITLE_1_5_1">
    <p:bg>
      <p:bgPr>
        <a:solidFill>
          <a:schemeClr val="dk2"/>
        </a:solidFill>
      </p:bgPr>
    </p:bg>
    <p:spTree>
      <p:nvGrpSpPr>
        <p:cNvPr id="21" name="Shape 21"/>
        <p:cNvGrpSpPr/>
        <p:nvPr/>
      </p:nvGrpSpPr>
      <p:grpSpPr>
        <a:xfrm>
          <a:off x="0" y="0"/>
          <a:ext cx="0" cy="0"/>
          <a:chOff x="0" y="0"/>
          <a:chExt cx="0" cy="0"/>
        </a:xfrm>
      </p:grpSpPr>
      <p:pic>
        <p:nvPicPr>
          <p:cNvPr id="22" name="Google Shape;22;p4"/>
          <p:cNvPicPr preferRelativeResize="0"/>
          <p:nvPr/>
        </p:nvPicPr>
        <p:blipFill rotWithShape="1">
          <a:blip r:embed="rId2">
            <a:alphaModFix/>
          </a:blip>
          <a:srcRect b="8354" l="720" r="710" t="13283"/>
          <a:stretch/>
        </p:blipFill>
        <p:spPr>
          <a:xfrm>
            <a:off x="0" y="0"/>
            <a:ext cx="9144000" cy="5143500"/>
          </a:xfrm>
          <a:prstGeom prst="rect">
            <a:avLst/>
          </a:prstGeom>
          <a:noFill/>
          <a:ln>
            <a:noFill/>
          </a:ln>
        </p:spPr>
      </p:pic>
      <p:pic>
        <p:nvPicPr>
          <p:cNvPr id="23" name="Google Shape;23;p4"/>
          <p:cNvPicPr preferRelativeResize="0"/>
          <p:nvPr/>
        </p:nvPicPr>
        <p:blipFill>
          <a:blip r:embed="rId3">
            <a:alphaModFix/>
          </a:blip>
          <a:stretch>
            <a:fillRect/>
          </a:stretch>
        </p:blipFill>
        <p:spPr>
          <a:xfrm>
            <a:off x="3853493" y="4579100"/>
            <a:ext cx="1437015" cy="347750"/>
          </a:xfrm>
          <a:prstGeom prst="rect">
            <a:avLst/>
          </a:prstGeom>
          <a:noFill/>
          <a:ln>
            <a:noFill/>
          </a:ln>
        </p:spPr>
      </p:pic>
      <p:sp>
        <p:nvSpPr>
          <p:cNvPr id="24" name="Google Shape;24;p4" title="タイトル"/>
          <p:cNvSpPr txBox="1"/>
          <p:nvPr>
            <p:ph type="title"/>
          </p:nvPr>
        </p:nvSpPr>
        <p:spPr>
          <a:xfrm>
            <a:off x="200025" y="2368575"/>
            <a:ext cx="8743800" cy="538800"/>
          </a:xfrm>
          <a:prstGeom prst="rect">
            <a:avLst/>
          </a:prstGeom>
          <a:noFill/>
          <a:ln>
            <a:noFill/>
          </a:ln>
        </p:spPr>
        <p:txBody>
          <a:bodyPr anchorCtr="0" anchor="b" bIns="39550" lIns="79125" spcFirstLastPara="1" rIns="79125" wrap="square" tIns="39550">
            <a:noAutofit/>
          </a:bodyPr>
          <a:lstStyle>
            <a:lvl1pPr lvl="0" marR="0" rtl="0" algn="ctr">
              <a:lnSpc>
                <a:spcPct val="90000"/>
              </a:lnSpc>
              <a:spcBef>
                <a:spcPts val="0"/>
              </a:spcBef>
              <a:spcAft>
                <a:spcPts val="0"/>
              </a:spcAft>
              <a:buClr>
                <a:schemeClr val="dk1"/>
              </a:buClr>
              <a:buSzPts val="3200"/>
              <a:buFont typeface="Noto Sans Thai"/>
              <a:buNone/>
              <a:defRPr b="1" i="0" sz="3200" u="none" cap="none" strike="noStrike">
                <a:solidFill>
                  <a:schemeClr val="dk1"/>
                </a:solidFill>
                <a:latin typeface="Noto Sans Thai"/>
                <a:ea typeface="Noto Sans Thai"/>
                <a:cs typeface="Noto Sans Thai"/>
                <a:sym typeface="Noto Sans Thai"/>
              </a:defRPr>
            </a:lvl1pPr>
            <a:lvl2pPr lvl="1" rtl="0">
              <a:spcBef>
                <a:spcPts val="0"/>
              </a:spcBef>
              <a:spcAft>
                <a:spcPts val="0"/>
              </a:spcAft>
              <a:buClr>
                <a:schemeClr val="dk1"/>
              </a:buClr>
              <a:buSzPts val="1200"/>
              <a:buFont typeface="Noto Sans Thai"/>
              <a:buNone/>
              <a:defRPr b="1" sz="1600">
                <a:solidFill>
                  <a:schemeClr val="dk1"/>
                </a:solidFill>
                <a:latin typeface="Noto Sans Thai"/>
                <a:ea typeface="Noto Sans Thai"/>
                <a:cs typeface="Noto Sans Thai"/>
                <a:sym typeface="Noto Sans Thai"/>
              </a:defRPr>
            </a:lvl2pPr>
            <a:lvl3pPr lvl="2" rtl="0">
              <a:spcBef>
                <a:spcPts val="0"/>
              </a:spcBef>
              <a:spcAft>
                <a:spcPts val="0"/>
              </a:spcAft>
              <a:buClr>
                <a:schemeClr val="dk1"/>
              </a:buClr>
              <a:buSzPts val="1200"/>
              <a:buFont typeface="Noto Sans Thai"/>
              <a:buNone/>
              <a:defRPr b="1" sz="1600">
                <a:solidFill>
                  <a:schemeClr val="dk1"/>
                </a:solidFill>
                <a:latin typeface="Noto Sans Thai"/>
                <a:ea typeface="Noto Sans Thai"/>
                <a:cs typeface="Noto Sans Thai"/>
                <a:sym typeface="Noto Sans Thai"/>
              </a:defRPr>
            </a:lvl3pPr>
            <a:lvl4pPr lvl="3" rtl="0">
              <a:spcBef>
                <a:spcPts val="0"/>
              </a:spcBef>
              <a:spcAft>
                <a:spcPts val="0"/>
              </a:spcAft>
              <a:buClr>
                <a:schemeClr val="dk1"/>
              </a:buClr>
              <a:buSzPts val="1200"/>
              <a:buFont typeface="Noto Sans Thai"/>
              <a:buNone/>
              <a:defRPr b="1" sz="1600">
                <a:solidFill>
                  <a:schemeClr val="dk1"/>
                </a:solidFill>
                <a:latin typeface="Noto Sans Thai"/>
                <a:ea typeface="Noto Sans Thai"/>
                <a:cs typeface="Noto Sans Thai"/>
                <a:sym typeface="Noto Sans Thai"/>
              </a:defRPr>
            </a:lvl4pPr>
            <a:lvl5pPr lvl="4" rtl="0">
              <a:spcBef>
                <a:spcPts val="0"/>
              </a:spcBef>
              <a:spcAft>
                <a:spcPts val="0"/>
              </a:spcAft>
              <a:buClr>
                <a:schemeClr val="dk1"/>
              </a:buClr>
              <a:buSzPts val="1200"/>
              <a:buFont typeface="Noto Sans Thai"/>
              <a:buNone/>
              <a:defRPr b="1" sz="1600">
                <a:solidFill>
                  <a:schemeClr val="dk1"/>
                </a:solidFill>
                <a:latin typeface="Noto Sans Thai"/>
                <a:ea typeface="Noto Sans Thai"/>
                <a:cs typeface="Noto Sans Thai"/>
                <a:sym typeface="Noto Sans Thai"/>
              </a:defRPr>
            </a:lvl5pPr>
            <a:lvl6pPr lvl="5" rtl="0">
              <a:spcBef>
                <a:spcPts val="0"/>
              </a:spcBef>
              <a:spcAft>
                <a:spcPts val="0"/>
              </a:spcAft>
              <a:buClr>
                <a:schemeClr val="dk1"/>
              </a:buClr>
              <a:buSzPts val="1200"/>
              <a:buFont typeface="Noto Sans Thai"/>
              <a:buNone/>
              <a:defRPr b="1" sz="1600">
                <a:solidFill>
                  <a:schemeClr val="dk1"/>
                </a:solidFill>
                <a:latin typeface="Noto Sans Thai"/>
                <a:ea typeface="Noto Sans Thai"/>
                <a:cs typeface="Noto Sans Thai"/>
                <a:sym typeface="Noto Sans Thai"/>
              </a:defRPr>
            </a:lvl6pPr>
            <a:lvl7pPr lvl="6" rtl="0">
              <a:spcBef>
                <a:spcPts val="0"/>
              </a:spcBef>
              <a:spcAft>
                <a:spcPts val="0"/>
              </a:spcAft>
              <a:buClr>
                <a:schemeClr val="dk1"/>
              </a:buClr>
              <a:buSzPts val="1200"/>
              <a:buFont typeface="Noto Sans Thai"/>
              <a:buNone/>
              <a:defRPr b="1" sz="1600">
                <a:solidFill>
                  <a:schemeClr val="dk1"/>
                </a:solidFill>
                <a:latin typeface="Noto Sans Thai"/>
                <a:ea typeface="Noto Sans Thai"/>
                <a:cs typeface="Noto Sans Thai"/>
                <a:sym typeface="Noto Sans Thai"/>
              </a:defRPr>
            </a:lvl7pPr>
            <a:lvl8pPr lvl="7" rtl="0">
              <a:spcBef>
                <a:spcPts val="0"/>
              </a:spcBef>
              <a:spcAft>
                <a:spcPts val="0"/>
              </a:spcAft>
              <a:buClr>
                <a:schemeClr val="dk1"/>
              </a:buClr>
              <a:buSzPts val="1200"/>
              <a:buFont typeface="Noto Sans Thai"/>
              <a:buNone/>
              <a:defRPr b="1" sz="1600">
                <a:solidFill>
                  <a:schemeClr val="dk1"/>
                </a:solidFill>
                <a:latin typeface="Noto Sans Thai"/>
                <a:ea typeface="Noto Sans Thai"/>
                <a:cs typeface="Noto Sans Thai"/>
                <a:sym typeface="Noto Sans Thai"/>
              </a:defRPr>
            </a:lvl8pPr>
            <a:lvl9pPr lvl="8" rtl="0">
              <a:spcBef>
                <a:spcPts val="0"/>
              </a:spcBef>
              <a:spcAft>
                <a:spcPts val="0"/>
              </a:spcAft>
              <a:buClr>
                <a:schemeClr val="dk1"/>
              </a:buClr>
              <a:buSzPts val="1200"/>
              <a:buFont typeface="Noto Sans Thai"/>
              <a:buNone/>
              <a:defRPr b="1" sz="1600">
                <a:solidFill>
                  <a:schemeClr val="dk1"/>
                </a:solidFill>
                <a:latin typeface="Noto Sans Thai"/>
                <a:ea typeface="Noto Sans Thai"/>
                <a:cs typeface="Noto Sans Thai"/>
                <a:sym typeface="Noto Sans Thai"/>
              </a:defRPr>
            </a:lvl9pPr>
          </a:lstStyle>
          <a:p/>
        </p:txBody>
      </p:sp>
      <p:sp>
        <p:nvSpPr>
          <p:cNvPr id="25" name="Google Shape;25;p4" title="タイトル"/>
          <p:cNvSpPr txBox="1"/>
          <p:nvPr>
            <p:ph idx="2" type="title"/>
          </p:nvPr>
        </p:nvSpPr>
        <p:spPr>
          <a:xfrm>
            <a:off x="514350" y="2974875"/>
            <a:ext cx="8115300" cy="279600"/>
          </a:xfrm>
          <a:prstGeom prst="rect">
            <a:avLst/>
          </a:prstGeom>
          <a:noFill/>
          <a:ln>
            <a:noFill/>
          </a:ln>
        </p:spPr>
        <p:txBody>
          <a:bodyPr anchorCtr="0" anchor="t" bIns="39550" lIns="79125" spcFirstLastPara="1" rIns="79125" wrap="square" tIns="39550">
            <a:noAutofit/>
          </a:bodyPr>
          <a:lstStyle>
            <a:lvl1pPr lvl="0" marR="0" rtl="0" algn="ctr">
              <a:lnSpc>
                <a:spcPct val="90000"/>
              </a:lnSpc>
              <a:spcBef>
                <a:spcPts val="0"/>
              </a:spcBef>
              <a:spcAft>
                <a:spcPts val="0"/>
              </a:spcAft>
              <a:buClr>
                <a:schemeClr val="dk1"/>
              </a:buClr>
              <a:buSzPts val="1600"/>
              <a:buFont typeface="Poppins"/>
              <a:buNone/>
              <a:defRPr i="0" sz="1600" u="none" cap="none" strike="noStrike">
                <a:solidFill>
                  <a:schemeClr val="dk1"/>
                </a:solidFill>
                <a:latin typeface="Poppins"/>
                <a:ea typeface="Poppins"/>
                <a:cs typeface="Poppins"/>
                <a:sym typeface="Poppins"/>
              </a:defRPr>
            </a:lvl1pPr>
            <a:lvl2pPr lvl="1" rtl="0">
              <a:spcBef>
                <a:spcPts val="0"/>
              </a:spcBef>
              <a:spcAft>
                <a:spcPts val="0"/>
              </a:spcAft>
              <a:buClr>
                <a:schemeClr val="dk1"/>
              </a:buClr>
              <a:buSzPts val="1600"/>
              <a:buFont typeface="Poppins"/>
              <a:buNone/>
              <a:defRPr>
                <a:solidFill>
                  <a:schemeClr val="dk1"/>
                </a:solidFill>
                <a:latin typeface="Poppins"/>
                <a:ea typeface="Poppins"/>
                <a:cs typeface="Poppins"/>
                <a:sym typeface="Poppins"/>
              </a:defRPr>
            </a:lvl2pPr>
            <a:lvl3pPr lvl="2" rtl="0">
              <a:spcBef>
                <a:spcPts val="0"/>
              </a:spcBef>
              <a:spcAft>
                <a:spcPts val="0"/>
              </a:spcAft>
              <a:buClr>
                <a:schemeClr val="dk1"/>
              </a:buClr>
              <a:buSzPts val="1600"/>
              <a:buFont typeface="Poppins"/>
              <a:buNone/>
              <a:defRPr>
                <a:solidFill>
                  <a:schemeClr val="dk1"/>
                </a:solidFill>
                <a:latin typeface="Poppins"/>
                <a:ea typeface="Poppins"/>
                <a:cs typeface="Poppins"/>
                <a:sym typeface="Poppins"/>
              </a:defRPr>
            </a:lvl3pPr>
            <a:lvl4pPr lvl="3" rtl="0">
              <a:spcBef>
                <a:spcPts val="0"/>
              </a:spcBef>
              <a:spcAft>
                <a:spcPts val="0"/>
              </a:spcAft>
              <a:buClr>
                <a:schemeClr val="dk1"/>
              </a:buClr>
              <a:buSzPts val="1600"/>
              <a:buFont typeface="Poppins"/>
              <a:buNone/>
              <a:defRPr>
                <a:solidFill>
                  <a:schemeClr val="dk1"/>
                </a:solidFill>
                <a:latin typeface="Poppins"/>
                <a:ea typeface="Poppins"/>
                <a:cs typeface="Poppins"/>
                <a:sym typeface="Poppins"/>
              </a:defRPr>
            </a:lvl4pPr>
            <a:lvl5pPr lvl="4" rtl="0">
              <a:spcBef>
                <a:spcPts val="0"/>
              </a:spcBef>
              <a:spcAft>
                <a:spcPts val="0"/>
              </a:spcAft>
              <a:buClr>
                <a:schemeClr val="dk1"/>
              </a:buClr>
              <a:buSzPts val="1600"/>
              <a:buFont typeface="Poppins"/>
              <a:buNone/>
              <a:defRPr>
                <a:solidFill>
                  <a:schemeClr val="dk1"/>
                </a:solidFill>
                <a:latin typeface="Poppins"/>
                <a:ea typeface="Poppins"/>
                <a:cs typeface="Poppins"/>
                <a:sym typeface="Poppins"/>
              </a:defRPr>
            </a:lvl5pPr>
            <a:lvl6pPr lvl="5" rtl="0">
              <a:spcBef>
                <a:spcPts val="0"/>
              </a:spcBef>
              <a:spcAft>
                <a:spcPts val="0"/>
              </a:spcAft>
              <a:buClr>
                <a:schemeClr val="dk1"/>
              </a:buClr>
              <a:buSzPts val="1600"/>
              <a:buFont typeface="Poppins"/>
              <a:buNone/>
              <a:defRPr>
                <a:solidFill>
                  <a:schemeClr val="dk1"/>
                </a:solidFill>
                <a:latin typeface="Poppins"/>
                <a:ea typeface="Poppins"/>
                <a:cs typeface="Poppins"/>
                <a:sym typeface="Poppins"/>
              </a:defRPr>
            </a:lvl6pPr>
            <a:lvl7pPr lvl="6" rtl="0">
              <a:spcBef>
                <a:spcPts val="0"/>
              </a:spcBef>
              <a:spcAft>
                <a:spcPts val="0"/>
              </a:spcAft>
              <a:buClr>
                <a:schemeClr val="dk1"/>
              </a:buClr>
              <a:buSzPts val="1600"/>
              <a:buFont typeface="Poppins"/>
              <a:buNone/>
              <a:defRPr>
                <a:solidFill>
                  <a:schemeClr val="dk1"/>
                </a:solidFill>
                <a:latin typeface="Poppins"/>
                <a:ea typeface="Poppins"/>
                <a:cs typeface="Poppins"/>
                <a:sym typeface="Poppins"/>
              </a:defRPr>
            </a:lvl7pPr>
            <a:lvl8pPr lvl="7" rtl="0">
              <a:spcBef>
                <a:spcPts val="0"/>
              </a:spcBef>
              <a:spcAft>
                <a:spcPts val="0"/>
              </a:spcAft>
              <a:buClr>
                <a:schemeClr val="dk1"/>
              </a:buClr>
              <a:buSzPts val="1600"/>
              <a:buFont typeface="Poppins"/>
              <a:buNone/>
              <a:defRPr>
                <a:solidFill>
                  <a:schemeClr val="dk1"/>
                </a:solidFill>
                <a:latin typeface="Poppins"/>
                <a:ea typeface="Poppins"/>
                <a:cs typeface="Poppins"/>
                <a:sym typeface="Poppins"/>
              </a:defRPr>
            </a:lvl8pPr>
            <a:lvl9pPr lvl="8" rtl="0">
              <a:spcBef>
                <a:spcPts val="0"/>
              </a:spcBef>
              <a:spcAft>
                <a:spcPts val="0"/>
              </a:spcAft>
              <a:buClr>
                <a:schemeClr val="dk1"/>
              </a:buClr>
              <a:buSzPts val="1600"/>
              <a:buFont typeface="Poppins"/>
              <a:buNone/>
              <a:defRPr>
                <a:solidFill>
                  <a:schemeClr val="dk1"/>
                </a:solidFill>
                <a:latin typeface="Poppins"/>
                <a:ea typeface="Poppins"/>
                <a:cs typeface="Poppins"/>
                <a:sym typeface="Poppins"/>
              </a:defRPr>
            </a:lvl9pPr>
          </a:lstStyle>
          <a:p/>
        </p:txBody>
      </p:sp>
      <p:sp>
        <p:nvSpPr>
          <p:cNvPr id="26" name="Google Shape;26;p4" title="タイトル"/>
          <p:cNvSpPr txBox="1"/>
          <p:nvPr>
            <p:ph idx="3" type="title"/>
          </p:nvPr>
        </p:nvSpPr>
        <p:spPr>
          <a:xfrm>
            <a:off x="514350" y="1841400"/>
            <a:ext cx="8115300" cy="347700"/>
          </a:xfrm>
          <a:prstGeom prst="rect">
            <a:avLst/>
          </a:prstGeom>
          <a:noFill/>
          <a:ln>
            <a:noFill/>
          </a:ln>
        </p:spPr>
        <p:txBody>
          <a:bodyPr anchorCtr="0" anchor="t" bIns="39550" lIns="79125" spcFirstLastPara="1" rIns="79125" wrap="square" tIns="39550">
            <a:spAutoFit/>
          </a:bodyPr>
          <a:lstStyle>
            <a:lvl1pPr lvl="0" marR="0" rtl="0" algn="ctr">
              <a:lnSpc>
                <a:spcPct val="90000"/>
              </a:lnSpc>
              <a:spcBef>
                <a:spcPts val="0"/>
              </a:spcBef>
              <a:spcAft>
                <a:spcPts val="0"/>
              </a:spcAft>
              <a:buClr>
                <a:schemeClr val="dk1"/>
              </a:buClr>
              <a:buSzPts val="2400"/>
              <a:buFont typeface="Poppins"/>
              <a:buNone/>
              <a:defRPr i="0" sz="2400" u="none" cap="none" strike="noStrike">
                <a:solidFill>
                  <a:schemeClr val="dk1"/>
                </a:solidFill>
                <a:latin typeface="Poppins"/>
                <a:ea typeface="Poppins"/>
                <a:cs typeface="Poppins"/>
                <a:sym typeface="Poppins"/>
              </a:defRPr>
            </a:lvl1pPr>
            <a:lvl2pPr lvl="1"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2pPr>
            <a:lvl3pPr lvl="2"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3pPr>
            <a:lvl4pPr lvl="3"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4pPr>
            <a:lvl5pPr lvl="4"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5pPr>
            <a:lvl6pPr lvl="5"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6pPr>
            <a:lvl7pPr lvl="6"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7pPr>
            <a:lvl8pPr lvl="7"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8pPr>
            <a:lvl9pPr lvl="8"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9pPr>
          </a:lstStyle>
          <a:p/>
        </p:txBody>
      </p:sp>
    </p:spTree>
  </p:cSld>
  <p:clrMapOvr>
    <a:masterClrMapping/>
  </p:clrMapOvr>
  <p:extLst>
    <p:ext uri="{DCECCB84-F9BA-43D5-87BE-67443E8EF086}">
      <p15:sldGuideLst>
        <p15:guide id="1" orient="horz" pos="324">
          <p15:clr>
            <a:srgbClr val="FA7B17"/>
          </p15:clr>
        </p15:guide>
        <p15:guide id="2" orient="horz" pos="2915">
          <p15:clr>
            <a:srgbClr val="FA7B17"/>
          </p15:clr>
        </p15:guide>
        <p15:guide id="3" orient="horz" pos="3078">
          <p15:clr>
            <a:srgbClr val="FA7B17"/>
          </p15:clr>
        </p15:guide>
        <p15:guide id="4" orient="horz" pos="162">
          <p15:clr>
            <a:srgbClr val="FA7B17"/>
          </p15:clr>
        </p15:guide>
        <p15:guide id="5" pos="324">
          <p15:clr>
            <a:srgbClr val="FA7B17"/>
          </p15:clr>
        </p15:guide>
        <p15:guide id="6" pos="163">
          <p15:clr>
            <a:srgbClr val="FA7B17"/>
          </p15:clr>
        </p15:guide>
        <p15:guide id="7" pos="5436">
          <p15:clr>
            <a:srgbClr val="FA7B17"/>
          </p15:clr>
        </p15:guide>
        <p15:guide id="8" pos="5597">
          <p15:clr>
            <a:srgbClr val="FA7B17"/>
          </p15:clr>
        </p15:guide>
        <p15:guide id="9" orient="horz" pos="487">
          <p15:clr>
            <a:srgbClr val="FA7B17"/>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中表紙_DeepGreen">
  <p:cSld name="TITLE_1_3">
    <p:bg>
      <p:bgPr>
        <a:solidFill>
          <a:schemeClr val="lt2"/>
        </a:solidFill>
      </p:bgPr>
    </p:bg>
    <p:spTree>
      <p:nvGrpSpPr>
        <p:cNvPr id="27" name="Shape 27"/>
        <p:cNvGrpSpPr/>
        <p:nvPr/>
      </p:nvGrpSpPr>
      <p:grpSpPr>
        <a:xfrm>
          <a:off x="0" y="0"/>
          <a:ext cx="0" cy="0"/>
          <a:chOff x="0" y="0"/>
          <a:chExt cx="0" cy="0"/>
        </a:xfrm>
      </p:grpSpPr>
      <p:sp>
        <p:nvSpPr>
          <p:cNvPr id="28" name="Google Shape;28;p5" title="タイトル"/>
          <p:cNvSpPr txBox="1"/>
          <p:nvPr>
            <p:ph type="title"/>
          </p:nvPr>
        </p:nvSpPr>
        <p:spPr>
          <a:xfrm>
            <a:off x="200025" y="2368575"/>
            <a:ext cx="8743800" cy="538800"/>
          </a:xfrm>
          <a:prstGeom prst="rect">
            <a:avLst/>
          </a:prstGeom>
          <a:noFill/>
          <a:ln>
            <a:noFill/>
          </a:ln>
        </p:spPr>
        <p:txBody>
          <a:bodyPr anchorCtr="0" anchor="b" bIns="39550" lIns="79125" spcFirstLastPara="1" rIns="79125" wrap="square" tIns="39550">
            <a:noAutofit/>
          </a:bodyPr>
          <a:lstStyle>
            <a:lvl1pPr lvl="0" marR="0" rtl="0">
              <a:lnSpc>
                <a:spcPct val="90000"/>
              </a:lnSpc>
              <a:spcBef>
                <a:spcPts val="0"/>
              </a:spcBef>
              <a:spcAft>
                <a:spcPts val="0"/>
              </a:spcAft>
              <a:buClr>
                <a:schemeClr val="lt1"/>
              </a:buClr>
              <a:buSzPts val="3200"/>
              <a:buFont typeface="Noto Sans Thai"/>
              <a:buNone/>
              <a:defRPr b="1" i="0" sz="3200" u="none" cap="none" strike="noStrike">
                <a:solidFill>
                  <a:schemeClr val="lt1"/>
                </a:solidFill>
                <a:latin typeface="Noto Sans Thai"/>
                <a:ea typeface="Noto Sans Thai"/>
                <a:cs typeface="Noto Sans Thai"/>
                <a:sym typeface="Noto Sans Thai"/>
              </a:defRPr>
            </a:lvl1pPr>
            <a:lvl2pPr lvl="1" rtl="0">
              <a:spcBef>
                <a:spcPts val="0"/>
              </a:spcBef>
              <a:spcAft>
                <a:spcPts val="0"/>
              </a:spcAft>
              <a:buClr>
                <a:schemeClr val="lt1"/>
              </a:buClr>
              <a:buSzPts val="1200"/>
              <a:buFont typeface="Noto Sans Thai"/>
              <a:buNone/>
              <a:defRPr b="1" sz="1600">
                <a:solidFill>
                  <a:schemeClr val="lt1"/>
                </a:solidFill>
                <a:latin typeface="Noto Sans Thai"/>
                <a:ea typeface="Noto Sans Thai"/>
                <a:cs typeface="Noto Sans Thai"/>
                <a:sym typeface="Noto Sans Thai"/>
              </a:defRPr>
            </a:lvl2pPr>
            <a:lvl3pPr lvl="2" rtl="0">
              <a:spcBef>
                <a:spcPts val="0"/>
              </a:spcBef>
              <a:spcAft>
                <a:spcPts val="0"/>
              </a:spcAft>
              <a:buClr>
                <a:schemeClr val="lt1"/>
              </a:buClr>
              <a:buSzPts val="1200"/>
              <a:buFont typeface="Noto Sans Thai"/>
              <a:buNone/>
              <a:defRPr b="1" sz="1600">
                <a:solidFill>
                  <a:schemeClr val="lt1"/>
                </a:solidFill>
                <a:latin typeface="Noto Sans Thai"/>
                <a:ea typeface="Noto Sans Thai"/>
                <a:cs typeface="Noto Sans Thai"/>
                <a:sym typeface="Noto Sans Thai"/>
              </a:defRPr>
            </a:lvl3pPr>
            <a:lvl4pPr lvl="3" rtl="0">
              <a:spcBef>
                <a:spcPts val="0"/>
              </a:spcBef>
              <a:spcAft>
                <a:spcPts val="0"/>
              </a:spcAft>
              <a:buClr>
                <a:schemeClr val="lt1"/>
              </a:buClr>
              <a:buSzPts val="1200"/>
              <a:buFont typeface="Noto Sans Thai"/>
              <a:buNone/>
              <a:defRPr b="1" sz="1600">
                <a:solidFill>
                  <a:schemeClr val="lt1"/>
                </a:solidFill>
                <a:latin typeface="Noto Sans Thai"/>
                <a:ea typeface="Noto Sans Thai"/>
                <a:cs typeface="Noto Sans Thai"/>
                <a:sym typeface="Noto Sans Thai"/>
              </a:defRPr>
            </a:lvl4pPr>
            <a:lvl5pPr lvl="4" rtl="0">
              <a:spcBef>
                <a:spcPts val="0"/>
              </a:spcBef>
              <a:spcAft>
                <a:spcPts val="0"/>
              </a:spcAft>
              <a:buClr>
                <a:schemeClr val="lt1"/>
              </a:buClr>
              <a:buSzPts val="1200"/>
              <a:buFont typeface="Noto Sans Thai"/>
              <a:buNone/>
              <a:defRPr b="1" sz="1600">
                <a:solidFill>
                  <a:schemeClr val="lt1"/>
                </a:solidFill>
                <a:latin typeface="Noto Sans Thai"/>
                <a:ea typeface="Noto Sans Thai"/>
                <a:cs typeface="Noto Sans Thai"/>
                <a:sym typeface="Noto Sans Thai"/>
              </a:defRPr>
            </a:lvl5pPr>
            <a:lvl6pPr lvl="5" rtl="0">
              <a:spcBef>
                <a:spcPts val="0"/>
              </a:spcBef>
              <a:spcAft>
                <a:spcPts val="0"/>
              </a:spcAft>
              <a:buClr>
                <a:schemeClr val="lt1"/>
              </a:buClr>
              <a:buSzPts val="1200"/>
              <a:buFont typeface="Noto Sans Thai"/>
              <a:buNone/>
              <a:defRPr b="1" sz="1600">
                <a:solidFill>
                  <a:schemeClr val="lt1"/>
                </a:solidFill>
                <a:latin typeface="Noto Sans Thai"/>
                <a:ea typeface="Noto Sans Thai"/>
                <a:cs typeface="Noto Sans Thai"/>
                <a:sym typeface="Noto Sans Thai"/>
              </a:defRPr>
            </a:lvl6pPr>
            <a:lvl7pPr lvl="6" rtl="0">
              <a:spcBef>
                <a:spcPts val="0"/>
              </a:spcBef>
              <a:spcAft>
                <a:spcPts val="0"/>
              </a:spcAft>
              <a:buClr>
                <a:schemeClr val="lt1"/>
              </a:buClr>
              <a:buSzPts val="1200"/>
              <a:buFont typeface="Noto Sans Thai"/>
              <a:buNone/>
              <a:defRPr b="1" sz="1600">
                <a:solidFill>
                  <a:schemeClr val="lt1"/>
                </a:solidFill>
                <a:latin typeface="Noto Sans Thai"/>
                <a:ea typeface="Noto Sans Thai"/>
                <a:cs typeface="Noto Sans Thai"/>
                <a:sym typeface="Noto Sans Thai"/>
              </a:defRPr>
            </a:lvl7pPr>
            <a:lvl8pPr lvl="7" rtl="0">
              <a:spcBef>
                <a:spcPts val="0"/>
              </a:spcBef>
              <a:spcAft>
                <a:spcPts val="0"/>
              </a:spcAft>
              <a:buClr>
                <a:schemeClr val="lt1"/>
              </a:buClr>
              <a:buSzPts val="1200"/>
              <a:buFont typeface="Noto Sans Thai"/>
              <a:buNone/>
              <a:defRPr b="1" sz="1600">
                <a:solidFill>
                  <a:schemeClr val="lt1"/>
                </a:solidFill>
                <a:latin typeface="Noto Sans Thai"/>
                <a:ea typeface="Noto Sans Thai"/>
                <a:cs typeface="Noto Sans Thai"/>
                <a:sym typeface="Noto Sans Thai"/>
              </a:defRPr>
            </a:lvl8pPr>
            <a:lvl9pPr lvl="8" rtl="0">
              <a:spcBef>
                <a:spcPts val="0"/>
              </a:spcBef>
              <a:spcAft>
                <a:spcPts val="0"/>
              </a:spcAft>
              <a:buClr>
                <a:schemeClr val="lt1"/>
              </a:buClr>
              <a:buSzPts val="1200"/>
              <a:buFont typeface="Noto Sans Thai"/>
              <a:buNone/>
              <a:defRPr b="1" sz="1600">
                <a:solidFill>
                  <a:schemeClr val="lt1"/>
                </a:solidFill>
                <a:latin typeface="Noto Sans Thai"/>
                <a:ea typeface="Noto Sans Thai"/>
                <a:cs typeface="Noto Sans Thai"/>
                <a:sym typeface="Noto Sans Thai"/>
              </a:defRPr>
            </a:lvl9pPr>
          </a:lstStyle>
          <a:p/>
        </p:txBody>
      </p:sp>
      <p:sp>
        <p:nvSpPr>
          <p:cNvPr id="29" name="Google Shape;29;p5" title="タイトル"/>
          <p:cNvSpPr txBox="1"/>
          <p:nvPr>
            <p:ph idx="2" type="title"/>
          </p:nvPr>
        </p:nvSpPr>
        <p:spPr>
          <a:xfrm>
            <a:off x="200025" y="2974875"/>
            <a:ext cx="8115300" cy="279600"/>
          </a:xfrm>
          <a:prstGeom prst="rect">
            <a:avLst/>
          </a:prstGeom>
          <a:noFill/>
          <a:ln>
            <a:noFill/>
          </a:ln>
        </p:spPr>
        <p:txBody>
          <a:bodyPr anchorCtr="0" anchor="t" bIns="39550" lIns="79125" spcFirstLastPara="1" rIns="79125" wrap="square" tIns="39550">
            <a:noAutofit/>
          </a:bodyPr>
          <a:lstStyle>
            <a:lvl1pPr lvl="0" marR="0" rtl="0">
              <a:lnSpc>
                <a:spcPct val="90000"/>
              </a:lnSpc>
              <a:spcBef>
                <a:spcPts val="0"/>
              </a:spcBef>
              <a:spcAft>
                <a:spcPts val="0"/>
              </a:spcAft>
              <a:buClr>
                <a:schemeClr val="lt1"/>
              </a:buClr>
              <a:buSzPts val="1600"/>
              <a:buFont typeface="Poppins"/>
              <a:buNone/>
              <a:defRPr i="0" sz="1600" u="none" cap="none" strike="noStrike">
                <a:solidFill>
                  <a:schemeClr val="lt1"/>
                </a:solidFill>
                <a:latin typeface="Poppins"/>
                <a:ea typeface="Poppins"/>
                <a:cs typeface="Poppins"/>
                <a:sym typeface="Poppins"/>
              </a:defRPr>
            </a:lvl1pPr>
            <a:lvl2pPr lvl="1" rtl="0">
              <a:spcBef>
                <a:spcPts val="0"/>
              </a:spcBef>
              <a:spcAft>
                <a:spcPts val="0"/>
              </a:spcAft>
              <a:buClr>
                <a:schemeClr val="lt1"/>
              </a:buClr>
              <a:buSzPts val="1600"/>
              <a:buFont typeface="Poppins"/>
              <a:buNone/>
              <a:defRPr>
                <a:solidFill>
                  <a:schemeClr val="lt1"/>
                </a:solidFill>
                <a:latin typeface="Poppins"/>
                <a:ea typeface="Poppins"/>
                <a:cs typeface="Poppins"/>
                <a:sym typeface="Poppins"/>
              </a:defRPr>
            </a:lvl2pPr>
            <a:lvl3pPr lvl="2" rtl="0">
              <a:spcBef>
                <a:spcPts val="0"/>
              </a:spcBef>
              <a:spcAft>
                <a:spcPts val="0"/>
              </a:spcAft>
              <a:buClr>
                <a:schemeClr val="lt1"/>
              </a:buClr>
              <a:buSzPts val="1600"/>
              <a:buFont typeface="Poppins"/>
              <a:buNone/>
              <a:defRPr>
                <a:solidFill>
                  <a:schemeClr val="lt1"/>
                </a:solidFill>
                <a:latin typeface="Poppins"/>
                <a:ea typeface="Poppins"/>
                <a:cs typeface="Poppins"/>
                <a:sym typeface="Poppins"/>
              </a:defRPr>
            </a:lvl3pPr>
            <a:lvl4pPr lvl="3" rtl="0">
              <a:spcBef>
                <a:spcPts val="0"/>
              </a:spcBef>
              <a:spcAft>
                <a:spcPts val="0"/>
              </a:spcAft>
              <a:buClr>
                <a:schemeClr val="lt1"/>
              </a:buClr>
              <a:buSzPts val="1600"/>
              <a:buFont typeface="Poppins"/>
              <a:buNone/>
              <a:defRPr>
                <a:solidFill>
                  <a:schemeClr val="lt1"/>
                </a:solidFill>
                <a:latin typeface="Poppins"/>
                <a:ea typeface="Poppins"/>
                <a:cs typeface="Poppins"/>
                <a:sym typeface="Poppins"/>
              </a:defRPr>
            </a:lvl4pPr>
            <a:lvl5pPr lvl="4" rtl="0">
              <a:spcBef>
                <a:spcPts val="0"/>
              </a:spcBef>
              <a:spcAft>
                <a:spcPts val="0"/>
              </a:spcAft>
              <a:buClr>
                <a:schemeClr val="lt1"/>
              </a:buClr>
              <a:buSzPts val="1600"/>
              <a:buFont typeface="Poppins"/>
              <a:buNone/>
              <a:defRPr>
                <a:solidFill>
                  <a:schemeClr val="lt1"/>
                </a:solidFill>
                <a:latin typeface="Poppins"/>
                <a:ea typeface="Poppins"/>
                <a:cs typeface="Poppins"/>
                <a:sym typeface="Poppins"/>
              </a:defRPr>
            </a:lvl5pPr>
            <a:lvl6pPr lvl="5" rtl="0">
              <a:spcBef>
                <a:spcPts val="0"/>
              </a:spcBef>
              <a:spcAft>
                <a:spcPts val="0"/>
              </a:spcAft>
              <a:buClr>
                <a:schemeClr val="lt1"/>
              </a:buClr>
              <a:buSzPts val="1600"/>
              <a:buFont typeface="Poppins"/>
              <a:buNone/>
              <a:defRPr>
                <a:solidFill>
                  <a:schemeClr val="lt1"/>
                </a:solidFill>
                <a:latin typeface="Poppins"/>
                <a:ea typeface="Poppins"/>
                <a:cs typeface="Poppins"/>
                <a:sym typeface="Poppins"/>
              </a:defRPr>
            </a:lvl6pPr>
            <a:lvl7pPr lvl="6" rtl="0">
              <a:spcBef>
                <a:spcPts val="0"/>
              </a:spcBef>
              <a:spcAft>
                <a:spcPts val="0"/>
              </a:spcAft>
              <a:buClr>
                <a:schemeClr val="lt1"/>
              </a:buClr>
              <a:buSzPts val="1600"/>
              <a:buFont typeface="Poppins"/>
              <a:buNone/>
              <a:defRPr>
                <a:solidFill>
                  <a:schemeClr val="lt1"/>
                </a:solidFill>
                <a:latin typeface="Poppins"/>
                <a:ea typeface="Poppins"/>
                <a:cs typeface="Poppins"/>
                <a:sym typeface="Poppins"/>
              </a:defRPr>
            </a:lvl7pPr>
            <a:lvl8pPr lvl="7" rtl="0">
              <a:spcBef>
                <a:spcPts val="0"/>
              </a:spcBef>
              <a:spcAft>
                <a:spcPts val="0"/>
              </a:spcAft>
              <a:buClr>
                <a:schemeClr val="lt1"/>
              </a:buClr>
              <a:buSzPts val="1600"/>
              <a:buFont typeface="Poppins"/>
              <a:buNone/>
              <a:defRPr>
                <a:solidFill>
                  <a:schemeClr val="lt1"/>
                </a:solidFill>
                <a:latin typeface="Poppins"/>
                <a:ea typeface="Poppins"/>
                <a:cs typeface="Poppins"/>
                <a:sym typeface="Poppins"/>
              </a:defRPr>
            </a:lvl8pPr>
            <a:lvl9pPr lvl="8" rtl="0">
              <a:spcBef>
                <a:spcPts val="0"/>
              </a:spcBef>
              <a:spcAft>
                <a:spcPts val="0"/>
              </a:spcAft>
              <a:buClr>
                <a:schemeClr val="lt1"/>
              </a:buClr>
              <a:buSzPts val="1600"/>
              <a:buFont typeface="Poppins"/>
              <a:buNone/>
              <a:defRPr>
                <a:solidFill>
                  <a:schemeClr val="lt1"/>
                </a:solidFill>
                <a:latin typeface="Poppins"/>
                <a:ea typeface="Poppins"/>
                <a:cs typeface="Poppins"/>
                <a:sym typeface="Poppins"/>
              </a:defRPr>
            </a:lvl9pPr>
          </a:lstStyle>
          <a:p/>
        </p:txBody>
      </p:sp>
      <p:sp>
        <p:nvSpPr>
          <p:cNvPr id="30" name="Google Shape;30;p5" title="タイトル"/>
          <p:cNvSpPr txBox="1"/>
          <p:nvPr>
            <p:ph idx="3" type="title"/>
          </p:nvPr>
        </p:nvSpPr>
        <p:spPr>
          <a:xfrm>
            <a:off x="200025" y="1841400"/>
            <a:ext cx="8115300" cy="347700"/>
          </a:xfrm>
          <a:prstGeom prst="rect">
            <a:avLst/>
          </a:prstGeom>
          <a:noFill/>
          <a:ln>
            <a:noFill/>
          </a:ln>
        </p:spPr>
        <p:txBody>
          <a:bodyPr anchorCtr="0" anchor="t" bIns="39550" lIns="79125" spcFirstLastPara="1" rIns="79125" wrap="square" tIns="39550">
            <a:spAutoFit/>
          </a:bodyPr>
          <a:lstStyle>
            <a:lvl1pPr lvl="0" marR="0" rtl="0">
              <a:lnSpc>
                <a:spcPct val="90000"/>
              </a:lnSpc>
              <a:spcBef>
                <a:spcPts val="0"/>
              </a:spcBef>
              <a:spcAft>
                <a:spcPts val="0"/>
              </a:spcAft>
              <a:buClr>
                <a:schemeClr val="lt1"/>
              </a:buClr>
              <a:buSzPts val="2400"/>
              <a:buFont typeface="Poppins"/>
              <a:buNone/>
              <a:defRPr i="0" sz="2400" u="none" cap="none" strike="noStrike">
                <a:solidFill>
                  <a:schemeClr val="lt1"/>
                </a:solidFill>
                <a:latin typeface="Poppins"/>
                <a:ea typeface="Poppins"/>
                <a:cs typeface="Poppins"/>
                <a:sym typeface="Poppins"/>
              </a:defRPr>
            </a:lvl1pPr>
            <a:lvl2pPr lvl="1" rtl="0">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2pPr>
            <a:lvl3pPr lvl="2" rtl="0">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3pPr>
            <a:lvl4pPr lvl="3" rtl="0">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4pPr>
            <a:lvl5pPr lvl="4" rtl="0">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5pPr>
            <a:lvl6pPr lvl="5" rtl="0">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6pPr>
            <a:lvl7pPr lvl="6" rtl="0">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7pPr>
            <a:lvl8pPr lvl="7" rtl="0">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8pPr>
            <a:lvl9pPr lvl="8" rtl="0">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9pPr>
          </a:lstStyle>
          <a:p/>
        </p:txBody>
      </p:sp>
      <p:pic>
        <p:nvPicPr>
          <p:cNvPr id="31" name="Google Shape;31;p5"/>
          <p:cNvPicPr preferRelativeResize="0"/>
          <p:nvPr/>
        </p:nvPicPr>
        <p:blipFill>
          <a:blip r:embed="rId2">
            <a:alphaModFix/>
          </a:blip>
          <a:stretch>
            <a:fillRect/>
          </a:stretch>
        </p:blipFill>
        <p:spPr>
          <a:xfrm>
            <a:off x="176217" y="221025"/>
            <a:ext cx="1437015" cy="347750"/>
          </a:xfrm>
          <a:prstGeom prst="rect">
            <a:avLst/>
          </a:prstGeom>
          <a:noFill/>
          <a:ln>
            <a:noFill/>
          </a:ln>
        </p:spPr>
      </p:pic>
    </p:spTree>
  </p:cSld>
  <p:clrMapOvr>
    <a:masterClrMapping/>
  </p:clrMapOvr>
  <p:extLst>
    <p:ext uri="{DCECCB84-F9BA-43D5-87BE-67443E8EF086}">
      <p15:sldGuideLst>
        <p15:guide id="1" orient="horz" pos="324">
          <p15:clr>
            <a:srgbClr val="FA7B17"/>
          </p15:clr>
        </p15:guide>
        <p15:guide id="2" orient="horz" pos="2915">
          <p15:clr>
            <a:srgbClr val="FA7B17"/>
          </p15:clr>
        </p15:guide>
        <p15:guide id="3" orient="horz" pos="3078">
          <p15:clr>
            <a:srgbClr val="FA7B17"/>
          </p15:clr>
        </p15:guide>
        <p15:guide id="4" orient="horz" pos="162">
          <p15:clr>
            <a:srgbClr val="FA7B17"/>
          </p15:clr>
        </p15:guide>
        <p15:guide id="5" pos="324">
          <p15:clr>
            <a:srgbClr val="FA7B17"/>
          </p15:clr>
        </p15:guide>
        <p15:guide id="6" pos="163">
          <p15:clr>
            <a:srgbClr val="FA7B17"/>
          </p15:clr>
        </p15:guide>
        <p15:guide id="7" pos="5436">
          <p15:clr>
            <a:srgbClr val="FA7B17"/>
          </p15:clr>
        </p15:guide>
        <p15:guide id="8" pos="5597">
          <p15:clr>
            <a:srgbClr val="FA7B17"/>
          </p15:clr>
        </p15:guide>
        <p15:guide id="9" orient="horz" pos="487">
          <p15:clr>
            <a:srgbClr val="FA7B17"/>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中表紙_Light Green">
  <p:cSld name="TITLE_1_3_2">
    <p:bg>
      <p:bgPr>
        <a:solidFill>
          <a:schemeClr val="dk2"/>
        </a:solidFill>
      </p:bgPr>
    </p:bg>
    <p:spTree>
      <p:nvGrpSpPr>
        <p:cNvPr id="32" name="Shape 32"/>
        <p:cNvGrpSpPr/>
        <p:nvPr/>
      </p:nvGrpSpPr>
      <p:grpSpPr>
        <a:xfrm>
          <a:off x="0" y="0"/>
          <a:ext cx="0" cy="0"/>
          <a:chOff x="0" y="0"/>
          <a:chExt cx="0" cy="0"/>
        </a:xfrm>
      </p:grpSpPr>
      <p:sp>
        <p:nvSpPr>
          <p:cNvPr id="33" name="Google Shape;33;p6" title="タイトル"/>
          <p:cNvSpPr txBox="1"/>
          <p:nvPr>
            <p:ph type="title"/>
          </p:nvPr>
        </p:nvSpPr>
        <p:spPr>
          <a:xfrm>
            <a:off x="200025" y="2368575"/>
            <a:ext cx="8743800" cy="538800"/>
          </a:xfrm>
          <a:prstGeom prst="rect">
            <a:avLst/>
          </a:prstGeom>
          <a:noFill/>
          <a:ln>
            <a:noFill/>
          </a:ln>
        </p:spPr>
        <p:txBody>
          <a:bodyPr anchorCtr="0" anchor="b" bIns="39550" lIns="79125" spcFirstLastPara="1" rIns="79125" wrap="square" tIns="39550">
            <a:noAutofit/>
          </a:bodyPr>
          <a:lstStyle>
            <a:lvl1pPr lvl="0" marR="0" rtl="0">
              <a:lnSpc>
                <a:spcPct val="90000"/>
              </a:lnSpc>
              <a:spcBef>
                <a:spcPts val="0"/>
              </a:spcBef>
              <a:spcAft>
                <a:spcPts val="0"/>
              </a:spcAft>
              <a:buClr>
                <a:schemeClr val="dk1"/>
              </a:buClr>
              <a:buSzPts val="3200"/>
              <a:buFont typeface="Noto Sans Thai"/>
              <a:buNone/>
              <a:defRPr b="1" i="0" sz="3200" u="none" cap="none" strike="noStrike">
                <a:solidFill>
                  <a:schemeClr val="dk1"/>
                </a:solidFill>
                <a:latin typeface="Noto Sans Thai"/>
                <a:ea typeface="Noto Sans Thai"/>
                <a:cs typeface="Noto Sans Thai"/>
                <a:sym typeface="Noto Sans Thai"/>
              </a:defRPr>
            </a:lvl1pPr>
            <a:lvl2pPr lvl="1" rtl="0">
              <a:spcBef>
                <a:spcPts val="0"/>
              </a:spcBef>
              <a:spcAft>
                <a:spcPts val="0"/>
              </a:spcAft>
              <a:buClr>
                <a:schemeClr val="dk1"/>
              </a:buClr>
              <a:buSzPts val="1200"/>
              <a:buFont typeface="Noto Sans Thai"/>
              <a:buNone/>
              <a:defRPr b="1" sz="1600">
                <a:solidFill>
                  <a:schemeClr val="dk1"/>
                </a:solidFill>
                <a:latin typeface="Noto Sans Thai"/>
                <a:ea typeface="Noto Sans Thai"/>
                <a:cs typeface="Noto Sans Thai"/>
                <a:sym typeface="Noto Sans Thai"/>
              </a:defRPr>
            </a:lvl2pPr>
            <a:lvl3pPr lvl="2" rtl="0">
              <a:spcBef>
                <a:spcPts val="0"/>
              </a:spcBef>
              <a:spcAft>
                <a:spcPts val="0"/>
              </a:spcAft>
              <a:buClr>
                <a:schemeClr val="dk1"/>
              </a:buClr>
              <a:buSzPts val="1200"/>
              <a:buFont typeface="Noto Sans Thai"/>
              <a:buNone/>
              <a:defRPr b="1" sz="1600">
                <a:solidFill>
                  <a:schemeClr val="dk1"/>
                </a:solidFill>
                <a:latin typeface="Noto Sans Thai"/>
                <a:ea typeface="Noto Sans Thai"/>
                <a:cs typeface="Noto Sans Thai"/>
                <a:sym typeface="Noto Sans Thai"/>
              </a:defRPr>
            </a:lvl3pPr>
            <a:lvl4pPr lvl="3" rtl="0">
              <a:spcBef>
                <a:spcPts val="0"/>
              </a:spcBef>
              <a:spcAft>
                <a:spcPts val="0"/>
              </a:spcAft>
              <a:buClr>
                <a:schemeClr val="dk1"/>
              </a:buClr>
              <a:buSzPts val="1200"/>
              <a:buFont typeface="Noto Sans Thai"/>
              <a:buNone/>
              <a:defRPr b="1" sz="1600">
                <a:solidFill>
                  <a:schemeClr val="dk1"/>
                </a:solidFill>
                <a:latin typeface="Noto Sans Thai"/>
                <a:ea typeface="Noto Sans Thai"/>
                <a:cs typeface="Noto Sans Thai"/>
                <a:sym typeface="Noto Sans Thai"/>
              </a:defRPr>
            </a:lvl4pPr>
            <a:lvl5pPr lvl="4" rtl="0">
              <a:spcBef>
                <a:spcPts val="0"/>
              </a:spcBef>
              <a:spcAft>
                <a:spcPts val="0"/>
              </a:spcAft>
              <a:buClr>
                <a:schemeClr val="dk1"/>
              </a:buClr>
              <a:buSzPts val="1200"/>
              <a:buFont typeface="Noto Sans Thai"/>
              <a:buNone/>
              <a:defRPr b="1" sz="1600">
                <a:solidFill>
                  <a:schemeClr val="dk1"/>
                </a:solidFill>
                <a:latin typeface="Noto Sans Thai"/>
                <a:ea typeface="Noto Sans Thai"/>
                <a:cs typeface="Noto Sans Thai"/>
                <a:sym typeface="Noto Sans Thai"/>
              </a:defRPr>
            </a:lvl5pPr>
            <a:lvl6pPr lvl="5" rtl="0">
              <a:spcBef>
                <a:spcPts val="0"/>
              </a:spcBef>
              <a:spcAft>
                <a:spcPts val="0"/>
              </a:spcAft>
              <a:buClr>
                <a:schemeClr val="dk1"/>
              </a:buClr>
              <a:buSzPts val="1200"/>
              <a:buFont typeface="Noto Sans Thai"/>
              <a:buNone/>
              <a:defRPr b="1" sz="1600">
                <a:solidFill>
                  <a:schemeClr val="dk1"/>
                </a:solidFill>
                <a:latin typeface="Noto Sans Thai"/>
                <a:ea typeface="Noto Sans Thai"/>
                <a:cs typeface="Noto Sans Thai"/>
                <a:sym typeface="Noto Sans Thai"/>
              </a:defRPr>
            </a:lvl6pPr>
            <a:lvl7pPr lvl="6" rtl="0">
              <a:spcBef>
                <a:spcPts val="0"/>
              </a:spcBef>
              <a:spcAft>
                <a:spcPts val="0"/>
              </a:spcAft>
              <a:buClr>
                <a:schemeClr val="dk1"/>
              </a:buClr>
              <a:buSzPts val="1200"/>
              <a:buFont typeface="Noto Sans Thai"/>
              <a:buNone/>
              <a:defRPr b="1" sz="1600">
                <a:solidFill>
                  <a:schemeClr val="dk1"/>
                </a:solidFill>
                <a:latin typeface="Noto Sans Thai"/>
                <a:ea typeface="Noto Sans Thai"/>
                <a:cs typeface="Noto Sans Thai"/>
                <a:sym typeface="Noto Sans Thai"/>
              </a:defRPr>
            </a:lvl7pPr>
            <a:lvl8pPr lvl="7" rtl="0">
              <a:spcBef>
                <a:spcPts val="0"/>
              </a:spcBef>
              <a:spcAft>
                <a:spcPts val="0"/>
              </a:spcAft>
              <a:buClr>
                <a:schemeClr val="dk1"/>
              </a:buClr>
              <a:buSzPts val="1200"/>
              <a:buFont typeface="Noto Sans Thai"/>
              <a:buNone/>
              <a:defRPr b="1" sz="1600">
                <a:solidFill>
                  <a:schemeClr val="dk1"/>
                </a:solidFill>
                <a:latin typeface="Noto Sans Thai"/>
                <a:ea typeface="Noto Sans Thai"/>
                <a:cs typeface="Noto Sans Thai"/>
                <a:sym typeface="Noto Sans Thai"/>
              </a:defRPr>
            </a:lvl8pPr>
            <a:lvl9pPr lvl="8" rtl="0">
              <a:spcBef>
                <a:spcPts val="0"/>
              </a:spcBef>
              <a:spcAft>
                <a:spcPts val="0"/>
              </a:spcAft>
              <a:buClr>
                <a:schemeClr val="dk1"/>
              </a:buClr>
              <a:buSzPts val="1200"/>
              <a:buFont typeface="Noto Sans Thai"/>
              <a:buNone/>
              <a:defRPr b="1" sz="1600">
                <a:solidFill>
                  <a:schemeClr val="dk1"/>
                </a:solidFill>
                <a:latin typeface="Noto Sans Thai"/>
                <a:ea typeface="Noto Sans Thai"/>
                <a:cs typeface="Noto Sans Thai"/>
                <a:sym typeface="Noto Sans Thai"/>
              </a:defRPr>
            </a:lvl9pPr>
          </a:lstStyle>
          <a:p/>
        </p:txBody>
      </p:sp>
      <p:sp>
        <p:nvSpPr>
          <p:cNvPr id="34" name="Google Shape;34;p6" title="タイトル"/>
          <p:cNvSpPr txBox="1"/>
          <p:nvPr>
            <p:ph idx="2" type="title"/>
          </p:nvPr>
        </p:nvSpPr>
        <p:spPr>
          <a:xfrm>
            <a:off x="200025" y="2974875"/>
            <a:ext cx="8115300" cy="279600"/>
          </a:xfrm>
          <a:prstGeom prst="rect">
            <a:avLst/>
          </a:prstGeom>
          <a:noFill/>
          <a:ln>
            <a:noFill/>
          </a:ln>
        </p:spPr>
        <p:txBody>
          <a:bodyPr anchorCtr="0" anchor="t" bIns="39550" lIns="79125" spcFirstLastPara="1" rIns="79125" wrap="square" tIns="39550">
            <a:noAutofit/>
          </a:bodyPr>
          <a:lstStyle>
            <a:lvl1pPr lvl="0" marR="0" rtl="0">
              <a:lnSpc>
                <a:spcPct val="90000"/>
              </a:lnSpc>
              <a:spcBef>
                <a:spcPts val="0"/>
              </a:spcBef>
              <a:spcAft>
                <a:spcPts val="0"/>
              </a:spcAft>
              <a:buClr>
                <a:schemeClr val="dk1"/>
              </a:buClr>
              <a:buSzPts val="1600"/>
              <a:buFont typeface="Poppins"/>
              <a:buNone/>
              <a:defRPr i="0" sz="1600" u="none" cap="none" strike="noStrike">
                <a:solidFill>
                  <a:schemeClr val="dk1"/>
                </a:solidFill>
                <a:latin typeface="Poppins"/>
                <a:ea typeface="Poppins"/>
                <a:cs typeface="Poppins"/>
                <a:sym typeface="Poppins"/>
              </a:defRPr>
            </a:lvl1pPr>
            <a:lvl2pPr lvl="1" rtl="0">
              <a:spcBef>
                <a:spcPts val="0"/>
              </a:spcBef>
              <a:spcAft>
                <a:spcPts val="0"/>
              </a:spcAft>
              <a:buClr>
                <a:schemeClr val="dk1"/>
              </a:buClr>
              <a:buSzPts val="1600"/>
              <a:buFont typeface="Poppins"/>
              <a:buNone/>
              <a:defRPr>
                <a:solidFill>
                  <a:schemeClr val="dk1"/>
                </a:solidFill>
                <a:latin typeface="Poppins"/>
                <a:ea typeface="Poppins"/>
                <a:cs typeface="Poppins"/>
                <a:sym typeface="Poppins"/>
              </a:defRPr>
            </a:lvl2pPr>
            <a:lvl3pPr lvl="2" rtl="0">
              <a:spcBef>
                <a:spcPts val="0"/>
              </a:spcBef>
              <a:spcAft>
                <a:spcPts val="0"/>
              </a:spcAft>
              <a:buClr>
                <a:schemeClr val="dk1"/>
              </a:buClr>
              <a:buSzPts val="1600"/>
              <a:buFont typeface="Poppins"/>
              <a:buNone/>
              <a:defRPr>
                <a:solidFill>
                  <a:schemeClr val="dk1"/>
                </a:solidFill>
                <a:latin typeface="Poppins"/>
                <a:ea typeface="Poppins"/>
                <a:cs typeface="Poppins"/>
                <a:sym typeface="Poppins"/>
              </a:defRPr>
            </a:lvl3pPr>
            <a:lvl4pPr lvl="3" rtl="0">
              <a:spcBef>
                <a:spcPts val="0"/>
              </a:spcBef>
              <a:spcAft>
                <a:spcPts val="0"/>
              </a:spcAft>
              <a:buClr>
                <a:schemeClr val="dk1"/>
              </a:buClr>
              <a:buSzPts val="1600"/>
              <a:buFont typeface="Poppins"/>
              <a:buNone/>
              <a:defRPr>
                <a:solidFill>
                  <a:schemeClr val="dk1"/>
                </a:solidFill>
                <a:latin typeface="Poppins"/>
                <a:ea typeface="Poppins"/>
                <a:cs typeface="Poppins"/>
                <a:sym typeface="Poppins"/>
              </a:defRPr>
            </a:lvl4pPr>
            <a:lvl5pPr lvl="4" rtl="0">
              <a:spcBef>
                <a:spcPts val="0"/>
              </a:spcBef>
              <a:spcAft>
                <a:spcPts val="0"/>
              </a:spcAft>
              <a:buClr>
                <a:schemeClr val="dk1"/>
              </a:buClr>
              <a:buSzPts val="1600"/>
              <a:buFont typeface="Poppins"/>
              <a:buNone/>
              <a:defRPr>
                <a:solidFill>
                  <a:schemeClr val="dk1"/>
                </a:solidFill>
                <a:latin typeface="Poppins"/>
                <a:ea typeface="Poppins"/>
                <a:cs typeface="Poppins"/>
                <a:sym typeface="Poppins"/>
              </a:defRPr>
            </a:lvl5pPr>
            <a:lvl6pPr lvl="5" rtl="0">
              <a:spcBef>
                <a:spcPts val="0"/>
              </a:spcBef>
              <a:spcAft>
                <a:spcPts val="0"/>
              </a:spcAft>
              <a:buClr>
                <a:schemeClr val="dk1"/>
              </a:buClr>
              <a:buSzPts val="1600"/>
              <a:buFont typeface="Poppins"/>
              <a:buNone/>
              <a:defRPr>
                <a:solidFill>
                  <a:schemeClr val="dk1"/>
                </a:solidFill>
                <a:latin typeface="Poppins"/>
                <a:ea typeface="Poppins"/>
                <a:cs typeface="Poppins"/>
                <a:sym typeface="Poppins"/>
              </a:defRPr>
            </a:lvl6pPr>
            <a:lvl7pPr lvl="6" rtl="0">
              <a:spcBef>
                <a:spcPts val="0"/>
              </a:spcBef>
              <a:spcAft>
                <a:spcPts val="0"/>
              </a:spcAft>
              <a:buClr>
                <a:schemeClr val="dk1"/>
              </a:buClr>
              <a:buSzPts val="1600"/>
              <a:buFont typeface="Poppins"/>
              <a:buNone/>
              <a:defRPr>
                <a:solidFill>
                  <a:schemeClr val="dk1"/>
                </a:solidFill>
                <a:latin typeface="Poppins"/>
                <a:ea typeface="Poppins"/>
                <a:cs typeface="Poppins"/>
                <a:sym typeface="Poppins"/>
              </a:defRPr>
            </a:lvl7pPr>
            <a:lvl8pPr lvl="7" rtl="0">
              <a:spcBef>
                <a:spcPts val="0"/>
              </a:spcBef>
              <a:spcAft>
                <a:spcPts val="0"/>
              </a:spcAft>
              <a:buClr>
                <a:schemeClr val="dk1"/>
              </a:buClr>
              <a:buSzPts val="1600"/>
              <a:buFont typeface="Poppins"/>
              <a:buNone/>
              <a:defRPr>
                <a:solidFill>
                  <a:schemeClr val="dk1"/>
                </a:solidFill>
                <a:latin typeface="Poppins"/>
                <a:ea typeface="Poppins"/>
                <a:cs typeface="Poppins"/>
                <a:sym typeface="Poppins"/>
              </a:defRPr>
            </a:lvl8pPr>
            <a:lvl9pPr lvl="8" rtl="0">
              <a:spcBef>
                <a:spcPts val="0"/>
              </a:spcBef>
              <a:spcAft>
                <a:spcPts val="0"/>
              </a:spcAft>
              <a:buClr>
                <a:schemeClr val="dk1"/>
              </a:buClr>
              <a:buSzPts val="1600"/>
              <a:buFont typeface="Poppins"/>
              <a:buNone/>
              <a:defRPr>
                <a:solidFill>
                  <a:schemeClr val="dk1"/>
                </a:solidFill>
                <a:latin typeface="Poppins"/>
                <a:ea typeface="Poppins"/>
                <a:cs typeface="Poppins"/>
                <a:sym typeface="Poppins"/>
              </a:defRPr>
            </a:lvl9pPr>
          </a:lstStyle>
          <a:p/>
        </p:txBody>
      </p:sp>
      <p:sp>
        <p:nvSpPr>
          <p:cNvPr id="35" name="Google Shape;35;p6" title="タイトル"/>
          <p:cNvSpPr txBox="1"/>
          <p:nvPr>
            <p:ph idx="3" type="title"/>
          </p:nvPr>
        </p:nvSpPr>
        <p:spPr>
          <a:xfrm>
            <a:off x="200025" y="1841400"/>
            <a:ext cx="8115300" cy="347700"/>
          </a:xfrm>
          <a:prstGeom prst="rect">
            <a:avLst/>
          </a:prstGeom>
          <a:noFill/>
          <a:ln>
            <a:noFill/>
          </a:ln>
        </p:spPr>
        <p:txBody>
          <a:bodyPr anchorCtr="0" anchor="t" bIns="39550" lIns="79125" spcFirstLastPara="1" rIns="79125" wrap="square" tIns="39550">
            <a:spAutoFit/>
          </a:bodyPr>
          <a:lstStyle>
            <a:lvl1pPr lvl="0" marR="0" rtl="0">
              <a:lnSpc>
                <a:spcPct val="90000"/>
              </a:lnSpc>
              <a:spcBef>
                <a:spcPts val="0"/>
              </a:spcBef>
              <a:spcAft>
                <a:spcPts val="0"/>
              </a:spcAft>
              <a:buClr>
                <a:schemeClr val="dk1"/>
              </a:buClr>
              <a:buSzPts val="2400"/>
              <a:buFont typeface="Poppins"/>
              <a:buNone/>
              <a:defRPr i="0" sz="2400" u="none" cap="none" strike="noStrike">
                <a:solidFill>
                  <a:schemeClr val="dk1"/>
                </a:solidFill>
                <a:latin typeface="Poppins"/>
                <a:ea typeface="Poppins"/>
                <a:cs typeface="Poppins"/>
                <a:sym typeface="Poppins"/>
              </a:defRPr>
            </a:lvl1pPr>
            <a:lvl2pPr lvl="1"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2pPr>
            <a:lvl3pPr lvl="2"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3pPr>
            <a:lvl4pPr lvl="3"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4pPr>
            <a:lvl5pPr lvl="4"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5pPr>
            <a:lvl6pPr lvl="5"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6pPr>
            <a:lvl7pPr lvl="6"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7pPr>
            <a:lvl8pPr lvl="7"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8pPr>
            <a:lvl9pPr lvl="8"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9pPr>
          </a:lstStyle>
          <a:p/>
        </p:txBody>
      </p:sp>
      <p:pic>
        <p:nvPicPr>
          <p:cNvPr id="36" name="Google Shape;36;p6"/>
          <p:cNvPicPr preferRelativeResize="0"/>
          <p:nvPr/>
        </p:nvPicPr>
        <p:blipFill>
          <a:blip r:embed="rId2">
            <a:alphaModFix/>
          </a:blip>
          <a:stretch>
            <a:fillRect/>
          </a:stretch>
        </p:blipFill>
        <p:spPr>
          <a:xfrm>
            <a:off x="176218" y="221025"/>
            <a:ext cx="1437015" cy="347750"/>
          </a:xfrm>
          <a:prstGeom prst="rect">
            <a:avLst/>
          </a:prstGeom>
          <a:noFill/>
          <a:ln>
            <a:noFill/>
          </a:ln>
        </p:spPr>
      </p:pic>
    </p:spTree>
  </p:cSld>
  <p:clrMapOvr>
    <a:masterClrMapping/>
  </p:clrMapOvr>
  <p:extLst>
    <p:ext uri="{DCECCB84-F9BA-43D5-87BE-67443E8EF086}">
      <p15:sldGuideLst>
        <p15:guide id="1" orient="horz" pos="324">
          <p15:clr>
            <a:srgbClr val="FA7B17"/>
          </p15:clr>
        </p15:guide>
        <p15:guide id="2" orient="horz" pos="2915">
          <p15:clr>
            <a:srgbClr val="FA7B17"/>
          </p15:clr>
        </p15:guide>
        <p15:guide id="3" orient="horz" pos="3078">
          <p15:clr>
            <a:srgbClr val="FA7B17"/>
          </p15:clr>
        </p15:guide>
        <p15:guide id="4" orient="horz" pos="162">
          <p15:clr>
            <a:srgbClr val="FA7B17"/>
          </p15:clr>
        </p15:guide>
        <p15:guide id="5" pos="324">
          <p15:clr>
            <a:srgbClr val="FA7B17"/>
          </p15:clr>
        </p15:guide>
        <p15:guide id="6" pos="163">
          <p15:clr>
            <a:srgbClr val="FA7B17"/>
          </p15:clr>
        </p15:guide>
        <p15:guide id="7" pos="5436">
          <p15:clr>
            <a:srgbClr val="FA7B17"/>
          </p15:clr>
        </p15:guide>
        <p15:guide id="8" pos="5597">
          <p15:clr>
            <a:srgbClr val="FA7B17"/>
          </p15:clr>
        </p15:guide>
        <p15:guide id="9" orient="horz" pos="487">
          <p15:clr>
            <a:srgbClr val="FA7B17"/>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中表紙_White">
  <p:cSld name="TITLE_1_3_2_1">
    <p:bg>
      <p:bgPr>
        <a:solidFill>
          <a:schemeClr val="lt1"/>
        </a:solidFill>
      </p:bgPr>
    </p:bg>
    <p:spTree>
      <p:nvGrpSpPr>
        <p:cNvPr id="37" name="Shape 37"/>
        <p:cNvGrpSpPr/>
        <p:nvPr/>
      </p:nvGrpSpPr>
      <p:grpSpPr>
        <a:xfrm>
          <a:off x="0" y="0"/>
          <a:ext cx="0" cy="0"/>
          <a:chOff x="0" y="0"/>
          <a:chExt cx="0" cy="0"/>
        </a:xfrm>
      </p:grpSpPr>
      <p:sp>
        <p:nvSpPr>
          <p:cNvPr id="38" name="Google Shape;38;p7" title="タイトル"/>
          <p:cNvSpPr txBox="1"/>
          <p:nvPr>
            <p:ph type="title"/>
          </p:nvPr>
        </p:nvSpPr>
        <p:spPr>
          <a:xfrm>
            <a:off x="200025" y="2368575"/>
            <a:ext cx="8743800" cy="538800"/>
          </a:xfrm>
          <a:prstGeom prst="rect">
            <a:avLst/>
          </a:prstGeom>
          <a:noFill/>
          <a:ln>
            <a:noFill/>
          </a:ln>
        </p:spPr>
        <p:txBody>
          <a:bodyPr anchorCtr="0" anchor="b" bIns="39550" lIns="79125" spcFirstLastPara="1" rIns="79125" wrap="square" tIns="39550">
            <a:noAutofit/>
          </a:bodyPr>
          <a:lstStyle>
            <a:lvl1pPr lvl="0" marR="0" rtl="0">
              <a:lnSpc>
                <a:spcPct val="90000"/>
              </a:lnSpc>
              <a:spcBef>
                <a:spcPts val="0"/>
              </a:spcBef>
              <a:spcAft>
                <a:spcPts val="0"/>
              </a:spcAft>
              <a:buClr>
                <a:schemeClr val="dk1"/>
              </a:buClr>
              <a:buSzPts val="3200"/>
              <a:buFont typeface="Noto Sans Thai"/>
              <a:buNone/>
              <a:defRPr b="1" i="0" sz="3200" u="none" cap="none" strike="noStrike">
                <a:solidFill>
                  <a:schemeClr val="dk1"/>
                </a:solidFill>
                <a:latin typeface="Noto Sans Thai"/>
                <a:ea typeface="Noto Sans Thai"/>
                <a:cs typeface="Noto Sans Thai"/>
                <a:sym typeface="Noto Sans Thai"/>
              </a:defRPr>
            </a:lvl1pPr>
            <a:lvl2pPr lvl="1" rtl="0">
              <a:spcBef>
                <a:spcPts val="0"/>
              </a:spcBef>
              <a:spcAft>
                <a:spcPts val="0"/>
              </a:spcAft>
              <a:buClr>
                <a:schemeClr val="dk1"/>
              </a:buClr>
              <a:buSzPts val="1200"/>
              <a:buFont typeface="Noto Sans Thai"/>
              <a:buNone/>
              <a:defRPr b="1" sz="1600">
                <a:solidFill>
                  <a:schemeClr val="dk1"/>
                </a:solidFill>
                <a:latin typeface="Noto Sans Thai"/>
                <a:ea typeface="Noto Sans Thai"/>
                <a:cs typeface="Noto Sans Thai"/>
                <a:sym typeface="Noto Sans Thai"/>
              </a:defRPr>
            </a:lvl2pPr>
            <a:lvl3pPr lvl="2" rtl="0">
              <a:spcBef>
                <a:spcPts val="0"/>
              </a:spcBef>
              <a:spcAft>
                <a:spcPts val="0"/>
              </a:spcAft>
              <a:buClr>
                <a:schemeClr val="dk1"/>
              </a:buClr>
              <a:buSzPts val="1200"/>
              <a:buFont typeface="Noto Sans Thai"/>
              <a:buNone/>
              <a:defRPr b="1" sz="1600">
                <a:solidFill>
                  <a:schemeClr val="dk1"/>
                </a:solidFill>
                <a:latin typeface="Noto Sans Thai"/>
                <a:ea typeface="Noto Sans Thai"/>
                <a:cs typeface="Noto Sans Thai"/>
                <a:sym typeface="Noto Sans Thai"/>
              </a:defRPr>
            </a:lvl3pPr>
            <a:lvl4pPr lvl="3" rtl="0">
              <a:spcBef>
                <a:spcPts val="0"/>
              </a:spcBef>
              <a:spcAft>
                <a:spcPts val="0"/>
              </a:spcAft>
              <a:buClr>
                <a:schemeClr val="dk1"/>
              </a:buClr>
              <a:buSzPts val="1200"/>
              <a:buFont typeface="Noto Sans Thai"/>
              <a:buNone/>
              <a:defRPr b="1" sz="1600">
                <a:solidFill>
                  <a:schemeClr val="dk1"/>
                </a:solidFill>
                <a:latin typeface="Noto Sans Thai"/>
                <a:ea typeface="Noto Sans Thai"/>
                <a:cs typeface="Noto Sans Thai"/>
                <a:sym typeface="Noto Sans Thai"/>
              </a:defRPr>
            </a:lvl4pPr>
            <a:lvl5pPr lvl="4" rtl="0">
              <a:spcBef>
                <a:spcPts val="0"/>
              </a:spcBef>
              <a:spcAft>
                <a:spcPts val="0"/>
              </a:spcAft>
              <a:buClr>
                <a:schemeClr val="dk1"/>
              </a:buClr>
              <a:buSzPts val="1200"/>
              <a:buFont typeface="Noto Sans Thai"/>
              <a:buNone/>
              <a:defRPr b="1" sz="1600">
                <a:solidFill>
                  <a:schemeClr val="dk1"/>
                </a:solidFill>
                <a:latin typeface="Noto Sans Thai"/>
                <a:ea typeface="Noto Sans Thai"/>
                <a:cs typeface="Noto Sans Thai"/>
                <a:sym typeface="Noto Sans Thai"/>
              </a:defRPr>
            </a:lvl5pPr>
            <a:lvl6pPr lvl="5" rtl="0">
              <a:spcBef>
                <a:spcPts val="0"/>
              </a:spcBef>
              <a:spcAft>
                <a:spcPts val="0"/>
              </a:spcAft>
              <a:buClr>
                <a:schemeClr val="dk1"/>
              </a:buClr>
              <a:buSzPts val="1200"/>
              <a:buFont typeface="Noto Sans Thai"/>
              <a:buNone/>
              <a:defRPr b="1" sz="1600">
                <a:solidFill>
                  <a:schemeClr val="dk1"/>
                </a:solidFill>
                <a:latin typeface="Noto Sans Thai"/>
                <a:ea typeface="Noto Sans Thai"/>
                <a:cs typeface="Noto Sans Thai"/>
                <a:sym typeface="Noto Sans Thai"/>
              </a:defRPr>
            </a:lvl6pPr>
            <a:lvl7pPr lvl="6" rtl="0">
              <a:spcBef>
                <a:spcPts val="0"/>
              </a:spcBef>
              <a:spcAft>
                <a:spcPts val="0"/>
              </a:spcAft>
              <a:buClr>
                <a:schemeClr val="dk1"/>
              </a:buClr>
              <a:buSzPts val="1200"/>
              <a:buFont typeface="Noto Sans Thai"/>
              <a:buNone/>
              <a:defRPr b="1" sz="1600">
                <a:solidFill>
                  <a:schemeClr val="dk1"/>
                </a:solidFill>
                <a:latin typeface="Noto Sans Thai"/>
                <a:ea typeface="Noto Sans Thai"/>
                <a:cs typeface="Noto Sans Thai"/>
                <a:sym typeface="Noto Sans Thai"/>
              </a:defRPr>
            </a:lvl7pPr>
            <a:lvl8pPr lvl="7" rtl="0">
              <a:spcBef>
                <a:spcPts val="0"/>
              </a:spcBef>
              <a:spcAft>
                <a:spcPts val="0"/>
              </a:spcAft>
              <a:buClr>
                <a:schemeClr val="dk1"/>
              </a:buClr>
              <a:buSzPts val="1200"/>
              <a:buFont typeface="Noto Sans Thai"/>
              <a:buNone/>
              <a:defRPr b="1" sz="1600">
                <a:solidFill>
                  <a:schemeClr val="dk1"/>
                </a:solidFill>
                <a:latin typeface="Noto Sans Thai"/>
                <a:ea typeface="Noto Sans Thai"/>
                <a:cs typeface="Noto Sans Thai"/>
                <a:sym typeface="Noto Sans Thai"/>
              </a:defRPr>
            </a:lvl8pPr>
            <a:lvl9pPr lvl="8" rtl="0">
              <a:spcBef>
                <a:spcPts val="0"/>
              </a:spcBef>
              <a:spcAft>
                <a:spcPts val="0"/>
              </a:spcAft>
              <a:buClr>
                <a:schemeClr val="dk1"/>
              </a:buClr>
              <a:buSzPts val="1200"/>
              <a:buFont typeface="Noto Sans Thai"/>
              <a:buNone/>
              <a:defRPr b="1" sz="1600">
                <a:solidFill>
                  <a:schemeClr val="dk1"/>
                </a:solidFill>
                <a:latin typeface="Noto Sans Thai"/>
                <a:ea typeface="Noto Sans Thai"/>
                <a:cs typeface="Noto Sans Thai"/>
                <a:sym typeface="Noto Sans Thai"/>
              </a:defRPr>
            </a:lvl9pPr>
          </a:lstStyle>
          <a:p/>
        </p:txBody>
      </p:sp>
      <p:sp>
        <p:nvSpPr>
          <p:cNvPr id="39" name="Google Shape;39;p7" title="タイトル"/>
          <p:cNvSpPr txBox="1"/>
          <p:nvPr>
            <p:ph idx="2" type="title"/>
          </p:nvPr>
        </p:nvSpPr>
        <p:spPr>
          <a:xfrm>
            <a:off x="200025" y="2974875"/>
            <a:ext cx="8115300" cy="279600"/>
          </a:xfrm>
          <a:prstGeom prst="rect">
            <a:avLst/>
          </a:prstGeom>
          <a:noFill/>
          <a:ln>
            <a:noFill/>
          </a:ln>
        </p:spPr>
        <p:txBody>
          <a:bodyPr anchorCtr="0" anchor="t" bIns="39550" lIns="79125" spcFirstLastPara="1" rIns="79125" wrap="square" tIns="39550">
            <a:noAutofit/>
          </a:bodyPr>
          <a:lstStyle>
            <a:lvl1pPr lvl="0" marR="0" rtl="0">
              <a:lnSpc>
                <a:spcPct val="90000"/>
              </a:lnSpc>
              <a:spcBef>
                <a:spcPts val="0"/>
              </a:spcBef>
              <a:spcAft>
                <a:spcPts val="0"/>
              </a:spcAft>
              <a:buClr>
                <a:schemeClr val="dk1"/>
              </a:buClr>
              <a:buSzPts val="1600"/>
              <a:buFont typeface="Poppins"/>
              <a:buNone/>
              <a:defRPr i="0" sz="1600" u="none" cap="none" strike="noStrike">
                <a:solidFill>
                  <a:schemeClr val="dk1"/>
                </a:solidFill>
                <a:latin typeface="Poppins"/>
                <a:ea typeface="Poppins"/>
                <a:cs typeface="Poppins"/>
                <a:sym typeface="Poppins"/>
              </a:defRPr>
            </a:lvl1pPr>
            <a:lvl2pPr lvl="1" rtl="0">
              <a:spcBef>
                <a:spcPts val="0"/>
              </a:spcBef>
              <a:spcAft>
                <a:spcPts val="0"/>
              </a:spcAft>
              <a:buClr>
                <a:schemeClr val="dk1"/>
              </a:buClr>
              <a:buSzPts val="1600"/>
              <a:buFont typeface="Poppins"/>
              <a:buNone/>
              <a:defRPr>
                <a:solidFill>
                  <a:schemeClr val="dk1"/>
                </a:solidFill>
                <a:latin typeface="Poppins"/>
                <a:ea typeface="Poppins"/>
                <a:cs typeface="Poppins"/>
                <a:sym typeface="Poppins"/>
              </a:defRPr>
            </a:lvl2pPr>
            <a:lvl3pPr lvl="2" rtl="0">
              <a:spcBef>
                <a:spcPts val="0"/>
              </a:spcBef>
              <a:spcAft>
                <a:spcPts val="0"/>
              </a:spcAft>
              <a:buClr>
                <a:schemeClr val="dk1"/>
              </a:buClr>
              <a:buSzPts val="1600"/>
              <a:buFont typeface="Poppins"/>
              <a:buNone/>
              <a:defRPr>
                <a:solidFill>
                  <a:schemeClr val="dk1"/>
                </a:solidFill>
                <a:latin typeface="Poppins"/>
                <a:ea typeface="Poppins"/>
                <a:cs typeface="Poppins"/>
                <a:sym typeface="Poppins"/>
              </a:defRPr>
            </a:lvl3pPr>
            <a:lvl4pPr lvl="3" rtl="0">
              <a:spcBef>
                <a:spcPts val="0"/>
              </a:spcBef>
              <a:spcAft>
                <a:spcPts val="0"/>
              </a:spcAft>
              <a:buClr>
                <a:schemeClr val="dk1"/>
              </a:buClr>
              <a:buSzPts val="1600"/>
              <a:buFont typeface="Poppins"/>
              <a:buNone/>
              <a:defRPr>
                <a:solidFill>
                  <a:schemeClr val="dk1"/>
                </a:solidFill>
                <a:latin typeface="Poppins"/>
                <a:ea typeface="Poppins"/>
                <a:cs typeface="Poppins"/>
                <a:sym typeface="Poppins"/>
              </a:defRPr>
            </a:lvl4pPr>
            <a:lvl5pPr lvl="4" rtl="0">
              <a:spcBef>
                <a:spcPts val="0"/>
              </a:spcBef>
              <a:spcAft>
                <a:spcPts val="0"/>
              </a:spcAft>
              <a:buClr>
                <a:schemeClr val="dk1"/>
              </a:buClr>
              <a:buSzPts val="1600"/>
              <a:buFont typeface="Poppins"/>
              <a:buNone/>
              <a:defRPr>
                <a:solidFill>
                  <a:schemeClr val="dk1"/>
                </a:solidFill>
                <a:latin typeface="Poppins"/>
                <a:ea typeface="Poppins"/>
                <a:cs typeface="Poppins"/>
                <a:sym typeface="Poppins"/>
              </a:defRPr>
            </a:lvl5pPr>
            <a:lvl6pPr lvl="5" rtl="0">
              <a:spcBef>
                <a:spcPts val="0"/>
              </a:spcBef>
              <a:spcAft>
                <a:spcPts val="0"/>
              </a:spcAft>
              <a:buClr>
                <a:schemeClr val="dk1"/>
              </a:buClr>
              <a:buSzPts val="1600"/>
              <a:buFont typeface="Poppins"/>
              <a:buNone/>
              <a:defRPr>
                <a:solidFill>
                  <a:schemeClr val="dk1"/>
                </a:solidFill>
                <a:latin typeface="Poppins"/>
                <a:ea typeface="Poppins"/>
                <a:cs typeface="Poppins"/>
                <a:sym typeface="Poppins"/>
              </a:defRPr>
            </a:lvl6pPr>
            <a:lvl7pPr lvl="6" rtl="0">
              <a:spcBef>
                <a:spcPts val="0"/>
              </a:spcBef>
              <a:spcAft>
                <a:spcPts val="0"/>
              </a:spcAft>
              <a:buClr>
                <a:schemeClr val="dk1"/>
              </a:buClr>
              <a:buSzPts val="1600"/>
              <a:buFont typeface="Poppins"/>
              <a:buNone/>
              <a:defRPr>
                <a:solidFill>
                  <a:schemeClr val="dk1"/>
                </a:solidFill>
                <a:latin typeface="Poppins"/>
                <a:ea typeface="Poppins"/>
                <a:cs typeface="Poppins"/>
                <a:sym typeface="Poppins"/>
              </a:defRPr>
            </a:lvl7pPr>
            <a:lvl8pPr lvl="7" rtl="0">
              <a:spcBef>
                <a:spcPts val="0"/>
              </a:spcBef>
              <a:spcAft>
                <a:spcPts val="0"/>
              </a:spcAft>
              <a:buClr>
                <a:schemeClr val="dk1"/>
              </a:buClr>
              <a:buSzPts val="1600"/>
              <a:buFont typeface="Poppins"/>
              <a:buNone/>
              <a:defRPr>
                <a:solidFill>
                  <a:schemeClr val="dk1"/>
                </a:solidFill>
                <a:latin typeface="Poppins"/>
                <a:ea typeface="Poppins"/>
                <a:cs typeface="Poppins"/>
                <a:sym typeface="Poppins"/>
              </a:defRPr>
            </a:lvl8pPr>
            <a:lvl9pPr lvl="8" rtl="0">
              <a:spcBef>
                <a:spcPts val="0"/>
              </a:spcBef>
              <a:spcAft>
                <a:spcPts val="0"/>
              </a:spcAft>
              <a:buClr>
                <a:schemeClr val="dk1"/>
              </a:buClr>
              <a:buSzPts val="1600"/>
              <a:buFont typeface="Poppins"/>
              <a:buNone/>
              <a:defRPr>
                <a:solidFill>
                  <a:schemeClr val="dk1"/>
                </a:solidFill>
                <a:latin typeface="Poppins"/>
                <a:ea typeface="Poppins"/>
                <a:cs typeface="Poppins"/>
                <a:sym typeface="Poppins"/>
              </a:defRPr>
            </a:lvl9pPr>
          </a:lstStyle>
          <a:p/>
        </p:txBody>
      </p:sp>
      <p:sp>
        <p:nvSpPr>
          <p:cNvPr id="40" name="Google Shape;40;p7" title="タイトル"/>
          <p:cNvSpPr txBox="1"/>
          <p:nvPr>
            <p:ph idx="3" type="title"/>
          </p:nvPr>
        </p:nvSpPr>
        <p:spPr>
          <a:xfrm>
            <a:off x="200025" y="1841400"/>
            <a:ext cx="8115300" cy="347700"/>
          </a:xfrm>
          <a:prstGeom prst="rect">
            <a:avLst/>
          </a:prstGeom>
          <a:noFill/>
          <a:ln>
            <a:noFill/>
          </a:ln>
        </p:spPr>
        <p:txBody>
          <a:bodyPr anchorCtr="0" anchor="t" bIns="39550" lIns="79125" spcFirstLastPara="1" rIns="79125" wrap="square" tIns="39550">
            <a:spAutoFit/>
          </a:bodyPr>
          <a:lstStyle>
            <a:lvl1pPr lvl="0" marR="0" rtl="0">
              <a:lnSpc>
                <a:spcPct val="90000"/>
              </a:lnSpc>
              <a:spcBef>
                <a:spcPts val="0"/>
              </a:spcBef>
              <a:spcAft>
                <a:spcPts val="0"/>
              </a:spcAft>
              <a:buClr>
                <a:schemeClr val="dk1"/>
              </a:buClr>
              <a:buSzPts val="2400"/>
              <a:buFont typeface="Poppins"/>
              <a:buNone/>
              <a:defRPr i="0" sz="2400" u="none" cap="none" strike="noStrike">
                <a:solidFill>
                  <a:schemeClr val="dk1"/>
                </a:solidFill>
                <a:latin typeface="Poppins"/>
                <a:ea typeface="Poppins"/>
                <a:cs typeface="Poppins"/>
                <a:sym typeface="Poppins"/>
              </a:defRPr>
            </a:lvl1pPr>
            <a:lvl2pPr lvl="1"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2pPr>
            <a:lvl3pPr lvl="2"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3pPr>
            <a:lvl4pPr lvl="3"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4pPr>
            <a:lvl5pPr lvl="4"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5pPr>
            <a:lvl6pPr lvl="5"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6pPr>
            <a:lvl7pPr lvl="6"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7pPr>
            <a:lvl8pPr lvl="7"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8pPr>
            <a:lvl9pPr lvl="8"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9pPr>
          </a:lstStyle>
          <a:p/>
        </p:txBody>
      </p:sp>
      <p:pic>
        <p:nvPicPr>
          <p:cNvPr id="41" name="Google Shape;41;p7"/>
          <p:cNvPicPr preferRelativeResize="0"/>
          <p:nvPr/>
        </p:nvPicPr>
        <p:blipFill>
          <a:blip r:embed="rId2">
            <a:alphaModFix/>
          </a:blip>
          <a:stretch>
            <a:fillRect/>
          </a:stretch>
        </p:blipFill>
        <p:spPr>
          <a:xfrm>
            <a:off x="176218" y="221025"/>
            <a:ext cx="1437015" cy="347750"/>
          </a:xfrm>
          <a:prstGeom prst="rect">
            <a:avLst/>
          </a:prstGeom>
          <a:noFill/>
          <a:ln>
            <a:noFill/>
          </a:ln>
        </p:spPr>
      </p:pic>
    </p:spTree>
  </p:cSld>
  <p:clrMapOvr>
    <a:masterClrMapping/>
  </p:clrMapOvr>
  <p:extLst>
    <p:ext uri="{DCECCB84-F9BA-43D5-87BE-67443E8EF086}">
      <p15:sldGuideLst>
        <p15:guide id="1" orient="horz" pos="324">
          <p15:clr>
            <a:srgbClr val="FA7B17"/>
          </p15:clr>
        </p15:guide>
        <p15:guide id="2" orient="horz" pos="2915">
          <p15:clr>
            <a:srgbClr val="FA7B17"/>
          </p15:clr>
        </p15:guide>
        <p15:guide id="3" orient="horz" pos="3078">
          <p15:clr>
            <a:srgbClr val="FA7B17"/>
          </p15:clr>
        </p15:guide>
        <p15:guide id="4" orient="horz" pos="162">
          <p15:clr>
            <a:srgbClr val="FA7B17"/>
          </p15:clr>
        </p15:guide>
        <p15:guide id="5" pos="324">
          <p15:clr>
            <a:srgbClr val="FA7B17"/>
          </p15:clr>
        </p15:guide>
        <p15:guide id="6" pos="163">
          <p15:clr>
            <a:srgbClr val="FA7B17"/>
          </p15:clr>
        </p15:guide>
        <p15:guide id="7" pos="5436">
          <p15:clr>
            <a:srgbClr val="FA7B17"/>
          </p15:clr>
        </p15:guide>
        <p15:guide id="8" pos="5597">
          <p15:clr>
            <a:srgbClr val="FA7B17"/>
          </p15:clr>
        </p15:guide>
        <p15:guide id="9" orient="horz" pos="487">
          <p15:clr>
            <a:srgbClr val="FA7B17"/>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ページタイトルのみ">
  <p:cSld name="TITLE_1_3_1">
    <p:bg>
      <p:bgPr>
        <a:solidFill>
          <a:schemeClr val="lt1"/>
        </a:solidFill>
      </p:bgPr>
    </p:bg>
    <p:spTree>
      <p:nvGrpSpPr>
        <p:cNvPr id="42" name="Shape 42"/>
        <p:cNvGrpSpPr/>
        <p:nvPr/>
      </p:nvGrpSpPr>
      <p:grpSpPr>
        <a:xfrm>
          <a:off x="0" y="0"/>
          <a:ext cx="0" cy="0"/>
          <a:chOff x="0" y="0"/>
          <a:chExt cx="0" cy="0"/>
        </a:xfrm>
      </p:grpSpPr>
      <p:sp>
        <p:nvSpPr>
          <p:cNvPr id="43" name="Google Shape;43;p8" title="タイトル"/>
          <p:cNvSpPr txBox="1"/>
          <p:nvPr>
            <p:ph type="title"/>
          </p:nvPr>
        </p:nvSpPr>
        <p:spPr>
          <a:xfrm>
            <a:off x="188450" y="269400"/>
            <a:ext cx="4056900" cy="245400"/>
          </a:xfrm>
          <a:prstGeom prst="rect">
            <a:avLst/>
          </a:prstGeom>
          <a:noFill/>
          <a:ln>
            <a:noFill/>
          </a:ln>
        </p:spPr>
        <p:txBody>
          <a:bodyPr anchorCtr="0" anchor="b" bIns="39550" lIns="79125" spcFirstLastPara="1" rIns="79125" wrap="square" tIns="39550">
            <a:noAutofit/>
          </a:bodyPr>
          <a:lstStyle>
            <a:lvl1pPr lvl="0" marR="0" rtl="0">
              <a:lnSpc>
                <a:spcPct val="90000"/>
              </a:lnSpc>
              <a:spcBef>
                <a:spcPts val="0"/>
              </a:spcBef>
              <a:spcAft>
                <a:spcPts val="0"/>
              </a:spcAft>
              <a:buClr>
                <a:schemeClr val="lt2"/>
              </a:buClr>
              <a:buSzPts val="1400"/>
              <a:buFont typeface="Poppins"/>
              <a:buNone/>
              <a:defRPr i="0" sz="1400" u="none" cap="none" strike="noStrike">
                <a:solidFill>
                  <a:schemeClr val="lt2"/>
                </a:solidFill>
                <a:latin typeface="Poppins"/>
                <a:ea typeface="Poppins"/>
                <a:cs typeface="Poppins"/>
                <a:sym typeface="Poppins"/>
              </a:defRPr>
            </a:lvl1pPr>
            <a:lvl2pPr lvl="1"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2pPr>
            <a:lvl3pPr lvl="2"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3pPr>
            <a:lvl4pPr lvl="3"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4pPr>
            <a:lvl5pPr lvl="4"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5pPr>
            <a:lvl6pPr lvl="5"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6pPr>
            <a:lvl7pPr lvl="6"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7pPr>
            <a:lvl8pPr lvl="7"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8pPr>
            <a:lvl9pPr lvl="8"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9pPr>
          </a:lstStyle>
          <a:p/>
        </p:txBody>
      </p:sp>
      <p:sp>
        <p:nvSpPr>
          <p:cNvPr id="44" name="Google Shape;44;p8" title="タイトル"/>
          <p:cNvSpPr txBox="1"/>
          <p:nvPr>
            <p:ph idx="2" type="title"/>
          </p:nvPr>
        </p:nvSpPr>
        <p:spPr>
          <a:xfrm>
            <a:off x="2286750" y="263188"/>
            <a:ext cx="4056900" cy="245400"/>
          </a:xfrm>
          <a:prstGeom prst="rect">
            <a:avLst/>
          </a:prstGeom>
          <a:noFill/>
          <a:ln>
            <a:noFill/>
          </a:ln>
        </p:spPr>
        <p:txBody>
          <a:bodyPr anchorCtr="0" anchor="b" bIns="39550" lIns="79125" spcFirstLastPara="1" rIns="79125" wrap="square" tIns="39550">
            <a:noAutofit/>
          </a:bodyPr>
          <a:lstStyle>
            <a:lvl1pPr lvl="0" marR="0" rtl="0">
              <a:lnSpc>
                <a:spcPct val="90000"/>
              </a:lnSpc>
              <a:spcBef>
                <a:spcPts val="0"/>
              </a:spcBef>
              <a:spcAft>
                <a:spcPts val="0"/>
              </a:spcAft>
              <a:buClr>
                <a:schemeClr val="dk1"/>
              </a:buClr>
              <a:buSzPts val="1200"/>
              <a:buFont typeface="Poppins"/>
              <a:buNone/>
              <a:defRPr b="0" i="0" sz="1200" u="none" cap="none" strike="noStrike">
                <a:solidFill>
                  <a:schemeClr val="dk1"/>
                </a:solidFill>
                <a:latin typeface="Poppins"/>
                <a:ea typeface="Poppins"/>
                <a:cs typeface="Poppins"/>
                <a:sym typeface="Poppins"/>
              </a:defRPr>
            </a:lvl1pPr>
            <a:lvl2pPr lvl="1" rtl="0">
              <a:spcBef>
                <a:spcPts val="0"/>
              </a:spcBef>
              <a:spcAft>
                <a:spcPts val="0"/>
              </a:spcAft>
              <a:buClr>
                <a:schemeClr val="dk1"/>
              </a:buClr>
              <a:buSzPts val="1200"/>
              <a:buFont typeface="Poppins"/>
              <a:buNone/>
              <a:defRPr b="0" sz="1200">
                <a:solidFill>
                  <a:schemeClr val="dk1"/>
                </a:solidFill>
                <a:latin typeface="Poppins"/>
                <a:ea typeface="Poppins"/>
                <a:cs typeface="Poppins"/>
                <a:sym typeface="Poppins"/>
              </a:defRPr>
            </a:lvl2pPr>
            <a:lvl3pPr lvl="2" rtl="0">
              <a:spcBef>
                <a:spcPts val="0"/>
              </a:spcBef>
              <a:spcAft>
                <a:spcPts val="0"/>
              </a:spcAft>
              <a:buClr>
                <a:schemeClr val="dk1"/>
              </a:buClr>
              <a:buSzPts val="1200"/>
              <a:buFont typeface="Poppins"/>
              <a:buNone/>
              <a:defRPr b="0" sz="1200">
                <a:solidFill>
                  <a:schemeClr val="dk1"/>
                </a:solidFill>
                <a:latin typeface="Poppins"/>
                <a:ea typeface="Poppins"/>
                <a:cs typeface="Poppins"/>
                <a:sym typeface="Poppins"/>
              </a:defRPr>
            </a:lvl3pPr>
            <a:lvl4pPr lvl="3" rtl="0">
              <a:spcBef>
                <a:spcPts val="0"/>
              </a:spcBef>
              <a:spcAft>
                <a:spcPts val="0"/>
              </a:spcAft>
              <a:buClr>
                <a:schemeClr val="dk1"/>
              </a:buClr>
              <a:buSzPts val="1200"/>
              <a:buFont typeface="Poppins"/>
              <a:buNone/>
              <a:defRPr b="0" sz="1200">
                <a:solidFill>
                  <a:schemeClr val="dk1"/>
                </a:solidFill>
                <a:latin typeface="Poppins"/>
                <a:ea typeface="Poppins"/>
                <a:cs typeface="Poppins"/>
                <a:sym typeface="Poppins"/>
              </a:defRPr>
            </a:lvl4pPr>
            <a:lvl5pPr lvl="4" rtl="0">
              <a:spcBef>
                <a:spcPts val="0"/>
              </a:spcBef>
              <a:spcAft>
                <a:spcPts val="0"/>
              </a:spcAft>
              <a:buClr>
                <a:schemeClr val="dk1"/>
              </a:buClr>
              <a:buSzPts val="1200"/>
              <a:buFont typeface="Poppins"/>
              <a:buNone/>
              <a:defRPr b="0" sz="1200">
                <a:solidFill>
                  <a:schemeClr val="dk1"/>
                </a:solidFill>
                <a:latin typeface="Poppins"/>
                <a:ea typeface="Poppins"/>
                <a:cs typeface="Poppins"/>
                <a:sym typeface="Poppins"/>
              </a:defRPr>
            </a:lvl5pPr>
            <a:lvl6pPr lvl="5" rtl="0">
              <a:spcBef>
                <a:spcPts val="0"/>
              </a:spcBef>
              <a:spcAft>
                <a:spcPts val="0"/>
              </a:spcAft>
              <a:buClr>
                <a:schemeClr val="dk1"/>
              </a:buClr>
              <a:buSzPts val="1200"/>
              <a:buFont typeface="Poppins"/>
              <a:buNone/>
              <a:defRPr b="0" sz="1200">
                <a:solidFill>
                  <a:schemeClr val="dk1"/>
                </a:solidFill>
                <a:latin typeface="Poppins"/>
                <a:ea typeface="Poppins"/>
                <a:cs typeface="Poppins"/>
                <a:sym typeface="Poppins"/>
              </a:defRPr>
            </a:lvl6pPr>
            <a:lvl7pPr lvl="6" rtl="0">
              <a:spcBef>
                <a:spcPts val="0"/>
              </a:spcBef>
              <a:spcAft>
                <a:spcPts val="0"/>
              </a:spcAft>
              <a:buClr>
                <a:schemeClr val="dk1"/>
              </a:buClr>
              <a:buSzPts val="1200"/>
              <a:buFont typeface="Poppins"/>
              <a:buNone/>
              <a:defRPr b="0" sz="1200">
                <a:solidFill>
                  <a:schemeClr val="dk1"/>
                </a:solidFill>
                <a:latin typeface="Poppins"/>
                <a:ea typeface="Poppins"/>
                <a:cs typeface="Poppins"/>
                <a:sym typeface="Poppins"/>
              </a:defRPr>
            </a:lvl7pPr>
            <a:lvl8pPr lvl="7" rtl="0">
              <a:spcBef>
                <a:spcPts val="0"/>
              </a:spcBef>
              <a:spcAft>
                <a:spcPts val="0"/>
              </a:spcAft>
              <a:buClr>
                <a:schemeClr val="dk1"/>
              </a:buClr>
              <a:buSzPts val="1200"/>
              <a:buFont typeface="Poppins"/>
              <a:buNone/>
              <a:defRPr b="0" sz="1200">
                <a:solidFill>
                  <a:schemeClr val="dk1"/>
                </a:solidFill>
                <a:latin typeface="Poppins"/>
                <a:ea typeface="Poppins"/>
                <a:cs typeface="Poppins"/>
                <a:sym typeface="Poppins"/>
              </a:defRPr>
            </a:lvl8pPr>
            <a:lvl9pPr lvl="8" rtl="0">
              <a:spcBef>
                <a:spcPts val="0"/>
              </a:spcBef>
              <a:spcAft>
                <a:spcPts val="0"/>
              </a:spcAft>
              <a:buClr>
                <a:schemeClr val="dk1"/>
              </a:buClr>
              <a:buSzPts val="1200"/>
              <a:buFont typeface="Poppins"/>
              <a:buNone/>
              <a:defRPr b="0" sz="1200">
                <a:solidFill>
                  <a:schemeClr val="dk1"/>
                </a:solidFill>
                <a:latin typeface="Poppins"/>
                <a:ea typeface="Poppins"/>
                <a:cs typeface="Poppins"/>
                <a:sym typeface="Poppins"/>
              </a:defRPr>
            </a:lvl9pPr>
          </a:lstStyle>
          <a:p/>
        </p:txBody>
      </p:sp>
    </p:spTree>
  </p:cSld>
  <p:clrMapOvr>
    <a:masterClrMapping/>
  </p:clrMapOvr>
  <p:extLst>
    <p:ext uri="{DCECCB84-F9BA-43D5-87BE-67443E8EF086}">
      <p15:sldGuideLst>
        <p15:guide id="1" orient="horz" pos="324">
          <p15:clr>
            <a:srgbClr val="FA7B17"/>
          </p15:clr>
        </p15:guide>
        <p15:guide id="2" orient="horz" pos="2915">
          <p15:clr>
            <a:srgbClr val="FA7B17"/>
          </p15:clr>
        </p15:guide>
        <p15:guide id="3" orient="horz" pos="3078">
          <p15:clr>
            <a:srgbClr val="FA7B17"/>
          </p15:clr>
        </p15:guide>
        <p15:guide id="4" orient="horz" pos="162">
          <p15:clr>
            <a:srgbClr val="FA7B17"/>
          </p15:clr>
        </p15:guide>
        <p15:guide id="5" pos="324">
          <p15:clr>
            <a:srgbClr val="FA7B17"/>
          </p15:clr>
        </p15:guide>
        <p15:guide id="6" pos="163">
          <p15:clr>
            <a:srgbClr val="FA7B17"/>
          </p15:clr>
        </p15:guide>
        <p15:guide id="7" pos="5436">
          <p15:clr>
            <a:srgbClr val="FA7B17"/>
          </p15:clr>
        </p15:guide>
        <p15:guide id="8" pos="5597">
          <p15:clr>
            <a:srgbClr val="FA7B17"/>
          </p15:clr>
        </p15:guide>
        <p15:guide id="9" orient="horz" pos="487">
          <p15:clr>
            <a:srgbClr val="FA7B17"/>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ガイドのみ 1">
  <p:cSld name="TITLE_1_3_1_2">
    <p:bg>
      <p:bgPr>
        <a:solidFill>
          <a:schemeClr val="lt1"/>
        </a:solidFill>
      </p:bgPr>
    </p:bg>
    <p:spTree>
      <p:nvGrpSpPr>
        <p:cNvPr id="45" name="Shape 45"/>
        <p:cNvGrpSpPr/>
        <p:nvPr/>
      </p:nvGrpSpPr>
      <p:grpSpPr>
        <a:xfrm>
          <a:off x="0" y="0"/>
          <a:ext cx="0" cy="0"/>
          <a:chOff x="0" y="0"/>
          <a:chExt cx="0" cy="0"/>
        </a:xfrm>
      </p:grpSpPr>
    </p:spTree>
  </p:cSld>
  <p:clrMapOvr>
    <a:masterClrMapping/>
  </p:clrMapOvr>
  <p:extLst>
    <p:ext uri="{DCECCB84-F9BA-43D5-87BE-67443E8EF086}">
      <p15:sldGuideLst>
        <p15:guide id="1" orient="horz" pos="324">
          <p15:clr>
            <a:srgbClr val="FA7B17"/>
          </p15:clr>
        </p15:guide>
        <p15:guide id="2" orient="horz" pos="2915">
          <p15:clr>
            <a:srgbClr val="FA7B17"/>
          </p15:clr>
        </p15:guide>
        <p15:guide id="3" orient="horz" pos="3078">
          <p15:clr>
            <a:srgbClr val="FA7B17"/>
          </p15:clr>
        </p15:guide>
        <p15:guide id="4" orient="horz" pos="162">
          <p15:clr>
            <a:srgbClr val="FA7B17"/>
          </p15:clr>
        </p15:guide>
        <p15:guide id="5" pos="324">
          <p15:clr>
            <a:srgbClr val="FA7B17"/>
          </p15:clr>
        </p15:guide>
        <p15:guide id="6" pos="163">
          <p15:clr>
            <a:srgbClr val="FA7B17"/>
          </p15:clr>
        </p15:guide>
        <p15:guide id="7" pos="5436">
          <p15:clr>
            <a:srgbClr val="FA7B17"/>
          </p15:clr>
        </p15:guide>
        <p15:guide id="8" pos="5597">
          <p15:clr>
            <a:srgbClr val="FA7B17"/>
          </p15:clr>
        </p15:guide>
        <p15:guide id="9" orient="horz" pos="487">
          <p15:clr>
            <a:srgbClr val="FA7B17"/>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左サイド_Light Green">
  <p:cSld name="TITLE_1_3_1_1">
    <p:bg>
      <p:bgPr>
        <a:solidFill>
          <a:schemeClr val="lt1"/>
        </a:solidFill>
      </p:bgPr>
    </p:bg>
    <p:spTree>
      <p:nvGrpSpPr>
        <p:cNvPr id="46" name="Shape 46"/>
        <p:cNvGrpSpPr/>
        <p:nvPr/>
      </p:nvGrpSpPr>
      <p:grpSpPr>
        <a:xfrm>
          <a:off x="0" y="0"/>
          <a:ext cx="0" cy="0"/>
          <a:chOff x="0" y="0"/>
          <a:chExt cx="0" cy="0"/>
        </a:xfrm>
      </p:grpSpPr>
      <p:sp>
        <p:nvSpPr>
          <p:cNvPr id="47" name="Google Shape;47;p10"/>
          <p:cNvSpPr/>
          <p:nvPr/>
        </p:nvSpPr>
        <p:spPr>
          <a:xfrm>
            <a:off x="-9344" y="-2803"/>
            <a:ext cx="4579800" cy="5143500"/>
          </a:xfrm>
          <a:prstGeom prst="rect">
            <a:avLst/>
          </a:prstGeom>
          <a:solidFill>
            <a:schemeClr val="dk2"/>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Arial"/>
              <a:buNone/>
            </a:pPr>
            <a:r>
              <a:t/>
            </a:r>
            <a:endParaRPr b="0" i="0" sz="1200" u="none" cap="none" strike="noStrike">
              <a:solidFill>
                <a:srgbClr val="FFFFFF"/>
              </a:solidFill>
              <a:latin typeface="Arial"/>
              <a:ea typeface="Arial"/>
              <a:cs typeface="Arial"/>
              <a:sym typeface="Arial"/>
            </a:endParaRPr>
          </a:p>
        </p:txBody>
      </p:sp>
      <p:sp>
        <p:nvSpPr>
          <p:cNvPr id="48" name="Google Shape;48;p10" title="タイトル"/>
          <p:cNvSpPr txBox="1"/>
          <p:nvPr>
            <p:ph type="title"/>
          </p:nvPr>
        </p:nvSpPr>
        <p:spPr>
          <a:xfrm>
            <a:off x="188450" y="269400"/>
            <a:ext cx="4056900" cy="245400"/>
          </a:xfrm>
          <a:prstGeom prst="rect">
            <a:avLst/>
          </a:prstGeom>
          <a:noFill/>
          <a:ln>
            <a:noFill/>
          </a:ln>
        </p:spPr>
        <p:txBody>
          <a:bodyPr anchorCtr="0" anchor="b" bIns="39550" lIns="79125" spcFirstLastPara="1" rIns="79125" wrap="square" tIns="39550">
            <a:noAutofit/>
          </a:bodyPr>
          <a:lstStyle>
            <a:lvl1pPr lvl="0" marR="0" rtl="0">
              <a:lnSpc>
                <a:spcPct val="90000"/>
              </a:lnSpc>
              <a:spcBef>
                <a:spcPts val="0"/>
              </a:spcBef>
              <a:spcAft>
                <a:spcPts val="0"/>
              </a:spcAft>
              <a:buClr>
                <a:schemeClr val="lt2"/>
              </a:buClr>
              <a:buSzPts val="1400"/>
              <a:buFont typeface="Poppins"/>
              <a:buNone/>
              <a:defRPr i="0" sz="1400" u="none" cap="none" strike="noStrike">
                <a:solidFill>
                  <a:schemeClr val="lt2"/>
                </a:solidFill>
                <a:latin typeface="Poppins"/>
                <a:ea typeface="Poppins"/>
                <a:cs typeface="Poppins"/>
                <a:sym typeface="Poppins"/>
              </a:defRPr>
            </a:lvl1pPr>
            <a:lvl2pPr lvl="1"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2pPr>
            <a:lvl3pPr lvl="2"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3pPr>
            <a:lvl4pPr lvl="3"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4pPr>
            <a:lvl5pPr lvl="4"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5pPr>
            <a:lvl6pPr lvl="5"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6pPr>
            <a:lvl7pPr lvl="6"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7pPr>
            <a:lvl8pPr lvl="7"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8pPr>
            <a:lvl9pPr lvl="8"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9pPr>
          </a:lstStyle>
          <a:p/>
        </p:txBody>
      </p:sp>
      <p:sp>
        <p:nvSpPr>
          <p:cNvPr id="49" name="Google Shape;49;p10" title="タイトル"/>
          <p:cNvSpPr txBox="1"/>
          <p:nvPr>
            <p:ph idx="2" type="title"/>
          </p:nvPr>
        </p:nvSpPr>
        <p:spPr>
          <a:xfrm>
            <a:off x="2286750" y="263188"/>
            <a:ext cx="4056900" cy="245400"/>
          </a:xfrm>
          <a:prstGeom prst="rect">
            <a:avLst/>
          </a:prstGeom>
          <a:noFill/>
          <a:ln>
            <a:noFill/>
          </a:ln>
        </p:spPr>
        <p:txBody>
          <a:bodyPr anchorCtr="0" anchor="b" bIns="39550" lIns="79125" spcFirstLastPara="1" rIns="79125" wrap="square" tIns="39550">
            <a:noAutofit/>
          </a:bodyPr>
          <a:lstStyle>
            <a:lvl1pPr lvl="0" marR="0" rtl="0">
              <a:lnSpc>
                <a:spcPct val="90000"/>
              </a:lnSpc>
              <a:spcBef>
                <a:spcPts val="0"/>
              </a:spcBef>
              <a:spcAft>
                <a:spcPts val="0"/>
              </a:spcAft>
              <a:buClr>
                <a:schemeClr val="dk1"/>
              </a:buClr>
              <a:buSzPts val="1200"/>
              <a:buFont typeface="Poppins"/>
              <a:buNone/>
              <a:defRPr b="0" i="0" sz="1200" u="none" cap="none" strike="noStrike">
                <a:solidFill>
                  <a:schemeClr val="dk1"/>
                </a:solidFill>
                <a:latin typeface="Poppins"/>
                <a:ea typeface="Poppins"/>
                <a:cs typeface="Poppins"/>
                <a:sym typeface="Poppins"/>
              </a:defRPr>
            </a:lvl1pPr>
            <a:lvl2pPr lvl="1" rtl="0">
              <a:spcBef>
                <a:spcPts val="0"/>
              </a:spcBef>
              <a:spcAft>
                <a:spcPts val="0"/>
              </a:spcAft>
              <a:buClr>
                <a:schemeClr val="dk1"/>
              </a:buClr>
              <a:buSzPts val="1200"/>
              <a:buFont typeface="Poppins"/>
              <a:buNone/>
              <a:defRPr b="0" sz="1200">
                <a:solidFill>
                  <a:schemeClr val="dk1"/>
                </a:solidFill>
                <a:latin typeface="Poppins"/>
                <a:ea typeface="Poppins"/>
                <a:cs typeface="Poppins"/>
                <a:sym typeface="Poppins"/>
              </a:defRPr>
            </a:lvl2pPr>
            <a:lvl3pPr lvl="2" rtl="0">
              <a:spcBef>
                <a:spcPts val="0"/>
              </a:spcBef>
              <a:spcAft>
                <a:spcPts val="0"/>
              </a:spcAft>
              <a:buClr>
                <a:schemeClr val="dk1"/>
              </a:buClr>
              <a:buSzPts val="1200"/>
              <a:buFont typeface="Poppins"/>
              <a:buNone/>
              <a:defRPr b="0" sz="1200">
                <a:solidFill>
                  <a:schemeClr val="dk1"/>
                </a:solidFill>
                <a:latin typeface="Poppins"/>
                <a:ea typeface="Poppins"/>
                <a:cs typeface="Poppins"/>
                <a:sym typeface="Poppins"/>
              </a:defRPr>
            </a:lvl3pPr>
            <a:lvl4pPr lvl="3" rtl="0">
              <a:spcBef>
                <a:spcPts val="0"/>
              </a:spcBef>
              <a:spcAft>
                <a:spcPts val="0"/>
              </a:spcAft>
              <a:buClr>
                <a:schemeClr val="dk1"/>
              </a:buClr>
              <a:buSzPts val="1200"/>
              <a:buFont typeface="Poppins"/>
              <a:buNone/>
              <a:defRPr b="0" sz="1200">
                <a:solidFill>
                  <a:schemeClr val="dk1"/>
                </a:solidFill>
                <a:latin typeface="Poppins"/>
                <a:ea typeface="Poppins"/>
                <a:cs typeface="Poppins"/>
                <a:sym typeface="Poppins"/>
              </a:defRPr>
            </a:lvl4pPr>
            <a:lvl5pPr lvl="4" rtl="0">
              <a:spcBef>
                <a:spcPts val="0"/>
              </a:spcBef>
              <a:spcAft>
                <a:spcPts val="0"/>
              </a:spcAft>
              <a:buClr>
                <a:schemeClr val="dk1"/>
              </a:buClr>
              <a:buSzPts val="1200"/>
              <a:buFont typeface="Poppins"/>
              <a:buNone/>
              <a:defRPr b="0" sz="1200">
                <a:solidFill>
                  <a:schemeClr val="dk1"/>
                </a:solidFill>
                <a:latin typeface="Poppins"/>
                <a:ea typeface="Poppins"/>
                <a:cs typeface="Poppins"/>
                <a:sym typeface="Poppins"/>
              </a:defRPr>
            </a:lvl5pPr>
            <a:lvl6pPr lvl="5" rtl="0">
              <a:spcBef>
                <a:spcPts val="0"/>
              </a:spcBef>
              <a:spcAft>
                <a:spcPts val="0"/>
              </a:spcAft>
              <a:buClr>
                <a:schemeClr val="dk1"/>
              </a:buClr>
              <a:buSzPts val="1200"/>
              <a:buFont typeface="Poppins"/>
              <a:buNone/>
              <a:defRPr b="0" sz="1200">
                <a:solidFill>
                  <a:schemeClr val="dk1"/>
                </a:solidFill>
                <a:latin typeface="Poppins"/>
                <a:ea typeface="Poppins"/>
                <a:cs typeface="Poppins"/>
                <a:sym typeface="Poppins"/>
              </a:defRPr>
            </a:lvl6pPr>
            <a:lvl7pPr lvl="6" rtl="0">
              <a:spcBef>
                <a:spcPts val="0"/>
              </a:spcBef>
              <a:spcAft>
                <a:spcPts val="0"/>
              </a:spcAft>
              <a:buClr>
                <a:schemeClr val="dk1"/>
              </a:buClr>
              <a:buSzPts val="1200"/>
              <a:buFont typeface="Poppins"/>
              <a:buNone/>
              <a:defRPr b="0" sz="1200">
                <a:solidFill>
                  <a:schemeClr val="dk1"/>
                </a:solidFill>
                <a:latin typeface="Poppins"/>
                <a:ea typeface="Poppins"/>
                <a:cs typeface="Poppins"/>
                <a:sym typeface="Poppins"/>
              </a:defRPr>
            </a:lvl7pPr>
            <a:lvl8pPr lvl="7" rtl="0">
              <a:spcBef>
                <a:spcPts val="0"/>
              </a:spcBef>
              <a:spcAft>
                <a:spcPts val="0"/>
              </a:spcAft>
              <a:buClr>
                <a:schemeClr val="dk1"/>
              </a:buClr>
              <a:buSzPts val="1200"/>
              <a:buFont typeface="Poppins"/>
              <a:buNone/>
              <a:defRPr b="0" sz="1200">
                <a:solidFill>
                  <a:schemeClr val="dk1"/>
                </a:solidFill>
                <a:latin typeface="Poppins"/>
                <a:ea typeface="Poppins"/>
                <a:cs typeface="Poppins"/>
                <a:sym typeface="Poppins"/>
              </a:defRPr>
            </a:lvl8pPr>
            <a:lvl9pPr lvl="8" rtl="0">
              <a:spcBef>
                <a:spcPts val="0"/>
              </a:spcBef>
              <a:spcAft>
                <a:spcPts val="0"/>
              </a:spcAft>
              <a:buClr>
                <a:schemeClr val="dk1"/>
              </a:buClr>
              <a:buSzPts val="1200"/>
              <a:buFont typeface="Poppins"/>
              <a:buNone/>
              <a:defRPr b="0" sz="1200">
                <a:solidFill>
                  <a:schemeClr val="dk1"/>
                </a:solidFill>
                <a:latin typeface="Poppins"/>
                <a:ea typeface="Poppins"/>
                <a:cs typeface="Poppins"/>
                <a:sym typeface="Poppins"/>
              </a:defRPr>
            </a:lvl9pPr>
          </a:lstStyle>
          <a:p/>
        </p:txBody>
      </p:sp>
    </p:spTree>
  </p:cSld>
  <p:clrMapOvr>
    <a:masterClrMapping/>
  </p:clrMapOvr>
  <p:extLst>
    <p:ext uri="{DCECCB84-F9BA-43D5-87BE-67443E8EF086}">
      <p15:sldGuideLst>
        <p15:guide id="1" orient="horz" pos="324">
          <p15:clr>
            <a:srgbClr val="FA7B17"/>
          </p15:clr>
        </p15:guide>
        <p15:guide id="2" orient="horz" pos="2915">
          <p15:clr>
            <a:srgbClr val="FA7B17"/>
          </p15:clr>
        </p15:guide>
        <p15:guide id="3" orient="horz" pos="3078">
          <p15:clr>
            <a:srgbClr val="FA7B17"/>
          </p15:clr>
        </p15:guide>
        <p15:guide id="4" orient="horz" pos="162">
          <p15:clr>
            <a:srgbClr val="FA7B17"/>
          </p15:clr>
        </p15:guide>
        <p15:guide id="5" pos="324">
          <p15:clr>
            <a:srgbClr val="FA7B17"/>
          </p15:clr>
        </p15:guide>
        <p15:guide id="6" pos="163">
          <p15:clr>
            <a:srgbClr val="FA7B17"/>
          </p15:clr>
        </p15:guide>
        <p15:guide id="7" pos="5436">
          <p15:clr>
            <a:srgbClr val="FA7B17"/>
          </p15:clr>
        </p15:guide>
        <p15:guide id="8" pos="5597">
          <p15:clr>
            <a:srgbClr val="FA7B17"/>
          </p15:clr>
        </p15:guide>
        <p15:guide id="9" pos="2555">
          <p15:clr>
            <a:srgbClr val="FA7B17"/>
          </p15:clr>
        </p15:guide>
        <p15:guide id="10" pos="2718">
          <p15:clr>
            <a:srgbClr val="FA7B17"/>
          </p15:clr>
        </p15:guide>
        <p15:guide id="11" pos="3042">
          <p15:clr>
            <a:srgbClr val="FA7B17"/>
          </p15:clr>
        </p15:guide>
        <p15:guide id="12" pos="3203">
          <p15:clr>
            <a:srgbClr val="FA7B17"/>
          </p15:clr>
        </p15:guide>
        <p15:guide id="13" orient="horz" pos="487">
          <p15:clr>
            <a:srgbClr val="FA7B17"/>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左サイド_Deep Green">
  <p:cSld name="TITLE_1_3_1_1_2_1">
    <p:bg>
      <p:bgPr>
        <a:solidFill>
          <a:schemeClr val="lt1"/>
        </a:solidFill>
      </p:bgPr>
    </p:bg>
    <p:spTree>
      <p:nvGrpSpPr>
        <p:cNvPr id="50" name="Shape 50"/>
        <p:cNvGrpSpPr/>
        <p:nvPr/>
      </p:nvGrpSpPr>
      <p:grpSpPr>
        <a:xfrm>
          <a:off x="0" y="0"/>
          <a:ext cx="0" cy="0"/>
          <a:chOff x="0" y="0"/>
          <a:chExt cx="0" cy="0"/>
        </a:xfrm>
      </p:grpSpPr>
      <p:sp>
        <p:nvSpPr>
          <p:cNvPr id="51" name="Google Shape;51;p11"/>
          <p:cNvSpPr/>
          <p:nvPr/>
        </p:nvSpPr>
        <p:spPr>
          <a:xfrm>
            <a:off x="-9350" y="0"/>
            <a:ext cx="4579800" cy="5143500"/>
          </a:xfrm>
          <a:prstGeom prst="rect">
            <a:avLst/>
          </a:prstGeom>
          <a:solidFill>
            <a:schemeClr val="lt2"/>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Arial"/>
              <a:buNone/>
            </a:pPr>
            <a:r>
              <a:t/>
            </a:r>
            <a:endParaRPr b="0" i="0" sz="1200" u="none" cap="none" strike="noStrike">
              <a:solidFill>
                <a:srgbClr val="FFFFFF"/>
              </a:solidFill>
              <a:latin typeface="Arial"/>
              <a:ea typeface="Arial"/>
              <a:cs typeface="Arial"/>
              <a:sym typeface="Arial"/>
            </a:endParaRPr>
          </a:p>
        </p:txBody>
      </p:sp>
      <p:sp>
        <p:nvSpPr>
          <p:cNvPr id="52" name="Google Shape;52;p11" title="タイトル"/>
          <p:cNvSpPr txBox="1"/>
          <p:nvPr>
            <p:ph type="title"/>
          </p:nvPr>
        </p:nvSpPr>
        <p:spPr>
          <a:xfrm>
            <a:off x="188450" y="269400"/>
            <a:ext cx="4056900" cy="245400"/>
          </a:xfrm>
          <a:prstGeom prst="rect">
            <a:avLst/>
          </a:prstGeom>
          <a:noFill/>
          <a:ln>
            <a:noFill/>
          </a:ln>
        </p:spPr>
        <p:txBody>
          <a:bodyPr anchorCtr="0" anchor="b" bIns="39550" lIns="79125" spcFirstLastPara="1" rIns="79125" wrap="square" tIns="39550">
            <a:noAutofit/>
          </a:bodyPr>
          <a:lstStyle>
            <a:lvl1pPr lvl="0" marR="0" rtl="0">
              <a:lnSpc>
                <a:spcPct val="90000"/>
              </a:lnSpc>
              <a:spcBef>
                <a:spcPts val="0"/>
              </a:spcBef>
              <a:spcAft>
                <a:spcPts val="0"/>
              </a:spcAft>
              <a:buClr>
                <a:schemeClr val="lt1"/>
              </a:buClr>
              <a:buSzPts val="1400"/>
              <a:buFont typeface="Poppins"/>
              <a:buNone/>
              <a:defRPr i="0" sz="1400" u="none" cap="none" strike="noStrike">
                <a:solidFill>
                  <a:schemeClr val="lt1"/>
                </a:solidFill>
                <a:latin typeface="Poppins"/>
                <a:ea typeface="Poppins"/>
                <a:cs typeface="Poppins"/>
                <a:sym typeface="Poppins"/>
              </a:defRPr>
            </a:lvl1pPr>
            <a:lvl2pPr lvl="1" rtl="0">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2pPr>
            <a:lvl3pPr lvl="2" rtl="0">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3pPr>
            <a:lvl4pPr lvl="3" rtl="0">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4pPr>
            <a:lvl5pPr lvl="4" rtl="0">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5pPr>
            <a:lvl6pPr lvl="5" rtl="0">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6pPr>
            <a:lvl7pPr lvl="6" rtl="0">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7pPr>
            <a:lvl8pPr lvl="7" rtl="0">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8pPr>
            <a:lvl9pPr lvl="8" rtl="0">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9pPr>
          </a:lstStyle>
          <a:p/>
        </p:txBody>
      </p:sp>
      <p:sp>
        <p:nvSpPr>
          <p:cNvPr id="53" name="Google Shape;53;p11" title="タイトル"/>
          <p:cNvSpPr txBox="1"/>
          <p:nvPr>
            <p:ph idx="2" type="title"/>
          </p:nvPr>
        </p:nvSpPr>
        <p:spPr>
          <a:xfrm>
            <a:off x="2286750" y="263188"/>
            <a:ext cx="4056900" cy="245400"/>
          </a:xfrm>
          <a:prstGeom prst="rect">
            <a:avLst/>
          </a:prstGeom>
          <a:noFill/>
          <a:ln>
            <a:noFill/>
          </a:ln>
        </p:spPr>
        <p:txBody>
          <a:bodyPr anchorCtr="0" anchor="b" bIns="39550" lIns="79125" spcFirstLastPara="1" rIns="79125" wrap="square" tIns="39550">
            <a:noAutofit/>
          </a:bodyPr>
          <a:lstStyle>
            <a:lvl1pPr lvl="0" marR="0" rtl="0">
              <a:lnSpc>
                <a:spcPct val="90000"/>
              </a:lnSpc>
              <a:spcBef>
                <a:spcPts val="0"/>
              </a:spcBef>
              <a:spcAft>
                <a:spcPts val="0"/>
              </a:spcAft>
              <a:buClr>
                <a:schemeClr val="lt1"/>
              </a:buClr>
              <a:buSzPts val="1200"/>
              <a:buFont typeface="Poppins"/>
              <a:buNone/>
              <a:defRPr b="0" i="0" sz="1200" u="none" cap="none" strike="noStrike">
                <a:solidFill>
                  <a:schemeClr val="lt1"/>
                </a:solidFill>
                <a:latin typeface="Poppins"/>
                <a:ea typeface="Poppins"/>
                <a:cs typeface="Poppins"/>
                <a:sym typeface="Poppins"/>
              </a:defRPr>
            </a:lvl1pPr>
            <a:lvl2pPr lvl="1" rtl="0">
              <a:spcBef>
                <a:spcPts val="0"/>
              </a:spcBef>
              <a:spcAft>
                <a:spcPts val="0"/>
              </a:spcAft>
              <a:buClr>
                <a:schemeClr val="lt1"/>
              </a:buClr>
              <a:buSzPts val="1200"/>
              <a:buFont typeface="Poppins"/>
              <a:buNone/>
              <a:defRPr b="0" sz="1200">
                <a:solidFill>
                  <a:schemeClr val="lt1"/>
                </a:solidFill>
                <a:latin typeface="Poppins"/>
                <a:ea typeface="Poppins"/>
                <a:cs typeface="Poppins"/>
                <a:sym typeface="Poppins"/>
              </a:defRPr>
            </a:lvl2pPr>
            <a:lvl3pPr lvl="2" rtl="0">
              <a:spcBef>
                <a:spcPts val="0"/>
              </a:spcBef>
              <a:spcAft>
                <a:spcPts val="0"/>
              </a:spcAft>
              <a:buClr>
                <a:schemeClr val="lt1"/>
              </a:buClr>
              <a:buSzPts val="1200"/>
              <a:buFont typeface="Poppins"/>
              <a:buNone/>
              <a:defRPr b="0" sz="1200">
                <a:solidFill>
                  <a:schemeClr val="lt1"/>
                </a:solidFill>
                <a:latin typeface="Poppins"/>
                <a:ea typeface="Poppins"/>
                <a:cs typeface="Poppins"/>
                <a:sym typeface="Poppins"/>
              </a:defRPr>
            </a:lvl3pPr>
            <a:lvl4pPr lvl="3" rtl="0">
              <a:spcBef>
                <a:spcPts val="0"/>
              </a:spcBef>
              <a:spcAft>
                <a:spcPts val="0"/>
              </a:spcAft>
              <a:buClr>
                <a:schemeClr val="lt1"/>
              </a:buClr>
              <a:buSzPts val="1200"/>
              <a:buFont typeface="Poppins"/>
              <a:buNone/>
              <a:defRPr b="0" sz="1200">
                <a:solidFill>
                  <a:schemeClr val="lt1"/>
                </a:solidFill>
                <a:latin typeface="Poppins"/>
                <a:ea typeface="Poppins"/>
                <a:cs typeface="Poppins"/>
                <a:sym typeface="Poppins"/>
              </a:defRPr>
            </a:lvl4pPr>
            <a:lvl5pPr lvl="4" rtl="0">
              <a:spcBef>
                <a:spcPts val="0"/>
              </a:spcBef>
              <a:spcAft>
                <a:spcPts val="0"/>
              </a:spcAft>
              <a:buClr>
                <a:schemeClr val="lt1"/>
              </a:buClr>
              <a:buSzPts val="1200"/>
              <a:buFont typeface="Poppins"/>
              <a:buNone/>
              <a:defRPr b="0" sz="1200">
                <a:solidFill>
                  <a:schemeClr val="lt1"/>
                </a:solidFill>
                <a:latin typeface="Poppins"/>
                <a:ea typeface="Poppins"/>
                <a:cs typeface="Poppins"/>
                <a:sym typeface="Poppins"/>
              </a:defRPr>
            </a:lvl5pPr>
            <a:lvl6pPr lvl="5" rtl="0">
              <a:spcBef>
                <a:spcPts val="0"/>
              </a:spcBef>
              <a:spcAft>
                <a:spcPts val="0"/>
              </a:spcAft>
              <a:buClr>
                <a:schemeClr val="lt1"/>
              </a:buClr>
              <a:buSzPts val="1200"/>
              <a:buFont typeface="Poppins"/>
              <a:buNone/>
              <a:defRPr b="0" sz="1200">
                <a:solidFill>
                  <a:schemeClr val="lt1"/>
                </a:solidFill>
                <a:latin typeface="Poppins"/>
                <a:ea typeface="Poppins"/>
                <a:cs typeface="Poppins"/>
                <a:sym typeface="Poppins"/>
              </a:defRPr>
            </a:lvl6pPr>
            <a:lvl7pPr lvl="6" rtl="0">
              <a:spcBef>
                <a:spcPts val="0"/>
              </a:spcBef>
              <a:spcAft>
                <a:spcPts val="0"/>
              </a:spcAft>
              <a:buClr>
                <a:schemeClr val="lt1"/>
              </a:buClr>
              <a:buSzPts val="1200"/>
              <a:buFont typeface="Poppins"/>
              <a:buNone/>
              <a:defRPr b="0" sz="1200">
                <a:solidFill>
                  <a:schemeClr val="lt1"/>
                </a:solidFill>
                <a:latin typeface="Poppins"/>
                <a:ea typeface="Poppins"/>
                <a:cs typeface="Poppins"/>
                <a:sym typeface="Poppins"/>
              </a:defRPr>
            </a:lvl7pPr>
            <a:lvl8pPr lvl="7" rtl="0">
              <a:spcBef>
                <a:spcPts val="0"/>
              </a:spcBef>
              <a:spcAft>
                <a:spcPts val="0"/>
              </a:spcAft>
              <a:buClr>
                <a:schemeClr val="lt1"/>
              </a:buClr>
              <a:buSzPts val="1200"/>
              <a:buFont typeface="Poppins"/>
              <a:buNone/>
              <a:defRPr b="0" sz="1200">
                <a:solidFill>
                  <a:schemeClr val="lt1"/>
                </a:solidFill>
                <a:latin typeface="Poppins"/>
                <a:ea typeface="Poppins"/>
                <a:cs typeface="Poppins"/>
                <a:sym typeface="Poppins"/>
              </a:defRPr>
            </a:lvl8pPr>
            <a:lvl9pPr lvl="8" rtl="0">
              <a:spcBef>
                <a:spcPts val="0"/>
              </a:spcBef>
              <a:spcAft>
                <a:spcPts val="0"/>
              </a:spcAft>
              <a:buClr>
                <a:schemeClr val="lt1"/>
              </a:buClr>
              <a:buSzPts val="1200"/>
              <a:buFont typeface="Poppins"/>
              <a:buNone/>
              <a:defRPr b="0" sz="1200">
                <a:solidFill>
                  <a:schemeClr val="lt1"/>
                </a:solidFill>
                <a:latin typeface="Poppins"/>
                <a:ea typeface="Poppins"/>
                <a:cs typeface="Poppins"/>
                <a:sym typeface="Poppins"/>
              </a:defRPr>
            </a:lvl9pPr>
          </a:lstStyle>
          <a:p/>
        </p:txBody>
      </p:sp>
    </p:spTree>
  </p:cSld>
  <p:clrMapOvr>
    <a:masterClrMapping/>
  </p:clrMapOvr>
  <p:extLst>
    <p:ext uri="{DCECCB84-F9BA-43D5-87BE-67443E8EF086}">
      <p15:sldGuideLst>
        <p15:guide id="1" orient="horz" pos="324">
          <p15:clr>
            <a:srgbClr val="FA7B17"/>
          </p15:clr>
        </p15:guide>
        <p15:guide id="2" orient="horz" pos="2915">
          <p15:clr>
            <a:srgbClr val="FA7B17"/>
          </p15:clr>
        </p15:guide>
        <p15:guide id="3" orient="horz" pos="3078">
          <p15:clr>
            <a:srgbClr val="FA7B17"/>
          </p15:clr>
        </p15:guide>
        <p15:guide id="4" orient="horz" pos="162">
          <p15:clr>
            <a:srgbClr val="FA7B17"/>
          </p15:clr>
        </p15:guide>
        <p15:guide id="5" pos="324">
          <p15:clr>
            <a:srgbClr val="FA7B17"/>
          </p15:clr>
        </p15:guide>
        <p15:guide id="6" pos="163">
          <p15:clr>
            <a:srgbClr val="FA7B17"/>
          </p15:clr>
        </p15:guide>
        <p15:guide id="7" pos="5436">
          <p15:clr>
            <a:srgbClr val="FA7B17"/>
          </p15:clr>
        </p15:guide>
        <p15:guide id="8" pos="5597">
          <p15:clr>
            <a:srgbClr val="FA7B17"/>
          </p15:clr>
        </p15:guide>
        <p15:guide id="9" pos="2555">
          <p15:clr>
            <a:srgbClr val="FA7B17"/>
          </p15:clr>
        </p15:guide>
        <p15:guide id="10" pos="2718">
          <p15:clr>
            <a:srgbClr val="FA7B17"/>
          </p15:clr>
        </p15:guide>
        <p15:guide id="11" pos="3042">
          <p15:clr>
            <a:srgbClr val="FA7B17"/>
          </p15:clr>
        </p15:guide>
        <p15:guide id="12" pos="3203">
          <p15:clr>
            <a:srgbClr val="FA7B17"/>
          </p15:clr>
        </p15:guide>
        <p15:guide id="13" orient="horz" pos="487">
          <p15:clr>
            <a:srgbClr val="FA7B17"/>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右サイド_Light Green">
  <p:cSld name="TITLE_1_3_1_1_1">
    <p:bg>
      <p:bgPr>
        <a:solidFill>
          <a:schemeClr val="lt1"/>
        </a:solidFill>
      </p:bgPr>
    </p:bg>
    <p:spTree>
      <p:nvGrpSpPr>
        <p:cNvPr id="54" name="Shape 54"/>
        <p:cNvGrpSpPr/>
        <p:nvPr/>
      </p:nvGrpSpPr>
      <p:grpSpPr>
        <a:xfrm>
          <a:off x="0" y="0"/>
          <a:ext cx="0" cy="0"/>
          <a:chOff x="0" y="0"/>
          <a:chExt cx="0" cy="0"/>
        </a:xfrm>
      </p:grpSpPr>
      <p:sp>
        <p:nvSpPr>
          <p:cNvPr id="55" name="Google Shape;55;p12"/>
          <p:cNvSpPr/>
          <p:nvPr/>
        </p:nvSpPr>
        <p:spPr>
          <a:xfrm>
            <a:off x="4564207" y="-2803"/>
            <a:ext cx="4579800" cy="5143500"/>
          </a:xfrm>
          <a:prstGeom prst="rect">
            <a:avLst/>
          </a:prstGeom>
          <a:solidFill>
            <a:schemeClr val="dk2"/>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Arial"/>
              <a:buNone/>
            </a:pPr>
            <a:r>
              <a:t/>
            </a:r>
            <a:endParaRPr b="0" i="0" sz="1200" u="none" cap="none" strike="noStrike">
              <a:solidFill>
                <a:srgbClr val="FFFFFF"/>
              </a:solidFill>
              <a:latin typeface="Arial"/>
              <a:ea typeface="Arial"/>
              <a:cs typeface="Arial"/>
              <a:sym typeface="Arial"/>
            </a:endParaRPr>
          </a:p>
        </p:txBody>
      </p:sp>
      <p:sp>
        <p:nvSpPr>
          <p:cNvPr id="56" name="Google Shape;56;p12" title="タイトル"/>
          <p:cNvSpPr txBox="1"/>
          <p:nvPr>
            <p:ph type="title"/>
          </p:nvPr>
        </p:nvSpPr>
        <p:spPr>
          <a:xfrm>
            <a:off x="188450" y="269400"/>
            <a:ext cx="4056900" cy="245400"/>
          </a:xfrm>
          <a:prstGeom prst="rect">
            <a:avLst/>
          </a:prstGeom>
          <a:noFill/>
          <a:ln>
            <a:noFill/>
          </a:ln>
        </p:spPr>
        <p:txBody>
          <a:bodyPr anchorCtr="0" anchor="b" bIns="39550" lIns="79125" spcFirstLastPara="1" rIns="79125" wrap="square" tIns="39550">
            <a:noAutofit/>
          </a:bodyPr>
          <a:lstStyle>
            <a:lvl1pPr lvl="0" marR="0" rtl="0">
              <a:lnSpc>
                <a:spcPct val="90000"/>
              </a:lnSpc>
              <a:spcBef>
                <a:spcPts val="0"/>
              </a:spcBef>
              <a:spcAft>
                <a:spcPts val="0"/>
              </a:spcAft>
              <a:buClr>
                <a:schemeClr val="lt2"/>
              </a:buClr>
              <a:buSzPts val="1400"/>
              <a:buFont typeface="Poppins"/>
              <a:buNone/>
              <a:defRPr i="0" sz="1400" u="none" cap="none" strike="noStrike">
                <a:solidFill>
                  <a:schemeClr val="lt2"/>
                </a:solidFill>
                <a:latin typeface="Poppins"/>
                <a:ea typeface="Poppins"/>
                <a:cs typeface="Poppins"/>
                <a:sym typeface="Poppins"/>
              </a:defRPr>
            </a:lvl1pPr>
            <a:lvl2pPr lvl="1"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2pPr>
            <a:lvl3pPr lvl="2"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3pPr>
            <a:lvl4pPr lvl="3"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4pPr>
            <a:lvl5pPr lvl="4"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5pPr>
            <a:lvl6pPr lvl="5"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6pPr>
            <a:lvl7pPr lvl="6"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7pPr>
            <a:lvl8pPr lvl="7"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8pPr>
            <a:lvl9pPr lvl="8"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9pPr>
          </a:lstStyle>
          <a:p/>
        </p:txBody>
      </p:sp>
      <p:sp>
        <p:nvSpPr>
          <p:cNvPr id="57" name="Google Shape;57;p12" title="タイトル"/>
          <p:cNvSpPr txBox="1"/>
          <p:nvPr>
            <p:ph idx="2" type="title"/>
          </p:nvPr>
        </p:nvSpPr>
        <p:spPr>
          <a:xfrm>
            <a:off x="2286750" y="263188"/>
            <a:ext cx="4056900" cy="245400"/>
          </a:xfrm>
          <a:prstGeom prst="rect">
            <a:avLst/>
          </a:prstGeom>
          <a:noFill/>
          <a:ln>
            <a:noFill/>
          </a:ln>
        </p:spPr>
        <p:txBody>
          <a:bodyPr anchorCtr="0" anchor="b" bIns="39550" lIns="79125" spcFirstLastPara="1" rIns="79125" wrap="square" tIns="39550">
            <a:noAutofit/>
          </a:bodyPr>
          <a:lstStyle>
            <a:lvl1pPr lvl="0" marR="0" rtl="0">
              <a:lnSpc>
                <a:spcPct val="90000"/>
              </a:lnSpc>
              <a:spcBef>
                <a:spcPts val="0"/>
              </a:spcBef>
              <a:spcAft>
                <a:spcPts val="0"/>
              </a:spcAft>
              <a:buClr>
                <a:schemeClr val="dk1"/>
              </a:buClr>
              <a:buSzPts val="1200"/>
              <a:buFont typeface="Poppins"/>
              <a:buNone/>
              <a:defRPr b="0" i="0" sz="1200" u="none" cap="none" strike="noStrike">
                <a:solidFill>
                  <a:schemeClr val="dk1"/>
                </a:solidFill>
                <a:latin typeface="Poppins"/>
                <a:ea typeface="Poppins"/>
                <a:cs typeface="Poppins"/>
                <a:sym typeface="Poppins"/>
              </a:defRPr>
            </a:lvl1pPr>
            <a:lvl2pPr lvl="1" rtl="0">
              <a:spcBef>
                <a:spcPts val="0"/>
              </a:spcBef>
              <a:spcAft>
                <a:spcPts val="0"/>
              </a:spcAft>
              <a:buClr>
                <a:schemeClr val="dk1"/>
              </a:buClr>
              <a:buSzPts val="1200"/>
              <a:buFont typeface="Poppins"/>
              <a:buNone/>
              <a:defRPr b="0" sz="1200">
                <a:solidFill>
                  <a:schemeClr val="dk1"/>
                </a:solidFill>
                <a:latin typeface="Poppins"/>
                <a:ea typeface="Poppins"/>
                <a:cs typeface="Poppins"/>
                <a:sym typeface="Poppins"/>
              </a:defRPr>
            </a:lvl2pPr>
            <a:lvl3pPr lvl="2" rtl="0">
              <a:spcBef>
                <a:spcPts val="0"/>
              </a:spcBef>
              <a:spcAft>
                <a:spcPts val="0"/>
              </a:spcAft>
              <a:buClr>
                <a:schemeClr val="dk1"/>
              </a:buClr>
              <a:buSzPts val="1200"/>
              <a:buFont typeface="Poppins"/>
              <a:buNone/>
              <a:defRPr b="0" sz="1200">
                <a:solidFill>
                  <a:schemeClr val="dk1"/>
                </a:solidFill>
                <a:latin typeface="Poppins"/>
                <a:ea typeface="Poppins"/>
                <a:cs typeface="Poppins"/>
                <a:sym typeface="Poppins"/>
              </a:defRPr>
            </a:lvl3pPr>
            <a:lvl4pPr lvl="3" rtl="0">
              <a:spcBef>
                <a:spcPts val="0"/>
              </a:spcBef>
              <a:spcAft>
                <a:spcPts val="0"/>
              </a:spcAft>
              <a:buClr>
                <a:schemeClr val="dk1"/>
              </a:buClr>
              <a:buSzPts val="1200"/>
              <a:buFont typeface="Poppins"/>
              <a:buNone/>
              <a:defRPr b="0" sz="1200">
                <a:solidFill>
                  <a:schemeClr val="dk1"/>
                </a:solidFill>
                <a:latin typeface="Poppins"/>
                <a:ea typeface="Poppins"/>
                <a:cs typeface="Poppins"/>
                <a:sym typeface="Poppins"/>
              </a:defRPr>
            </a:lvl4pPr>
            <a:lvl5pPr lvl="4" rtl="0">
              <a:spcBef>
                <a:spcPts val="0"/>
              </a:spcBef>
              <a:spcAft>
                <a:spcPts val="0"/>
              </a:spcAft>
              <a:buClr>
                <a:schemeClr val="dk1"/>
              </a:buClr>
              <a:buSzPts val="1200"/>
              <a:buFont typeface="Poppins"/>
              <a:buNone/>
              <a:defRPr b="0" sz="1200">
                <a:solidFill>
                  <a:schemeClr val="dk1"/>
                </a:solidFill>
                <a:latin typeface="Poppins"/>
                <a:ea typeface="Poppins"/>
                <a:cs typeface="Poppins"/>
                <a:sym typeface="Poppins"/>
              </a:defRPr>
            </a:lvl5pPr>
            <a:lvl6pPr lvl="5" rtl="0">
              <a:spcBef>
                <a:spcPts val="0"/>
              </a:spcBef>
              <a:spcAft>
                <a:spcPts val="0"/>
              </a:spcAft>
              <a:buClr>
                <a:schemeClr val="dk1"/>
              </a:buClr>
              <a:buSzPts val="1200"/>
              <a:buFont typeface="Poppins"/>
              <a:buNone/>
              <a:defRPr b="0" sz="1200">
                <a:solidFill>
                  <a:schemeClr val="dk1"/>
                </a:solidFill>
                <a:latin typeface="Poppins"/>
                <a:ea typeface="Poppins"/>
                <a:cs typeface="Poppins"/>
                <a:sym typeface="Poppins"/>
              </a:defRPr>
            </a:lvl6pPr>
            <a:lvl7pPr lvl="6" rtl="0">
              <a:spcBef>
                <a:spcPts val="0"/>
              </a:spcBef>
              <a:spcAft>
                <a:spcPts val="0"/>
              </a:spcAft>
              <a:buClr>
                <a:schemeClr val="dk1"/>
              </a:buClr>
              <a:buSzPts val="1200"/>
              <a:buFont typeface="Poppins"/>
              <a:buNone/>
              <a:defRPr b="0" sz="1200">
                <a:solidFill>
                  <a:schemeClr val="dk1"/>
                </a:solidFill>
                <a:latin typeface="Poppins"/>
                <a:ea typeface="Poppins"/>
                <a:cs typeface="Poppins"/>
                <a:sym typeface="Poppins"/>
              </a:defRPr>
            </a:lvl7pPr>
            <a:lvl8pPr lvl="7" rtl="0">
              <a:spcBef>
                <a:spcPts val="0"/>
              </a:spcBef>
              <a:spcAft>
                <a:spcPts val="0"/>
              </a:spcAft>
              <a:buClr>
                <a:schemeClr val="dk1"/>
              </a:buClr>
              <a:buSzPts val="1200"/>
              <a:buFont typeface="Poppins"/>
              <a:buNone/>
              <a:defRPr b="0" sz="1200">
                <a:solidFill>
                  <a:schemeClr val="dk1"/>
                </a:solidFill>
                <a:latin typeface="Poppins"/>
                <a:ea typeface="Poppins"/>
                <a:cs typeface="Poppins"/>
                <a:sym typeface="Poppins"/>
              </a:defRPr>
            </a:lvl8pPr>
            <a:lvl9pPr lvl="8" rtl="0">
              <a:spcBef>
                <a:spcPts val="0"/>
              </a:spcBef>
              <a:spcAft>
                <a:spcPts val="0"/>
              </a:spcAft>
              <a:buClr>
                <a:schemeClr val="dk1"/>
              </a:buClr>
              <a:buSzPts val="1200"/>
              <a:buFont typeface="Poppins"/>
              <a:buNone/>
              <a:defRPr b="0" sz="1200">
                <a:solidFill>
                  <a:schemeClr val="dk1"/>
                </a:solidFill>
                <a:latin typeface="Poppins"/>
                <a:ea typeface="Poppins"/>
                <a:cs typeface="Poppins"/>
                <a:sym typeface="Poppins"/>
              </a:defRPr>
            </a:lvl9pPr>
          </a:lstStyle>
          <a:p/>
        </p:txBody>
      </p:sp>
    </p:spTree>
  </p:cSld>
  <p:clrMapOvr>
    <a:masterClrMapping/>
  </p:clrMapOvr>
  <p:extLst>
    <p:ext uri="{DCECCB84-F9BA-43D5-87BE-67443E8EF086}">
      <p15:sldGuideLst>
        <p15:guide id="1" orient="horz" pos="324">
          <p15:clr>
            <a:srgbClr val="FA7B17"/>
          </p15:clr>
        </p15:guide>
        <p15:guide id="2" orient="horz" pos="2915">
          <p15:clr>
            <a:srgbClr val="FA7B17"/>
          </p15:clr>
        </p15:guide>
        <p15:guide id="3" orient="horz" pos="3078">
          <p15:clr>
            <a:srgbClr val="FA7B17"/>
          </p15:clr>
        </p15:guide>
        <p15:guide id="4" orient="horz" pos="162">
          <p15:clr>
            <a:srgbClr val="FA7B17"/>
          </p15:clr>
        </p15:guide>
        <p15:guide id="5" pos="324">
          <p15:clr>
            <a:srgbClr val="FA7B17"/>
          </p15:clr>
        </p15:guide>
        <p15:guide id="6" pos="163">
          <p15:clr>
            <a:srgbClr val="FA7B17"/>
          </p15:clr>
        </p15:guide>
        <p15:guide id="7" pos="5436">
          <p15:clr>
            <a:srgbClr val="FA7B17"/>
          </p15:clr>
        </p15:guide>
        <p15:guide id="8" pos="5597">
          <p15:clr>
            <a:srgbClr val="FA7B17"/>
          </p15:clr>
        </p15:guide>
        <p15:guide id="9" pos="2555">
          <p15:clr>
            <a:srgbClr val="FA7B17"/>
          </p15:clr>
        </p15:guide>
        <p15:guide id="10" pos="2718">
          <p15:clr>
            <a:srgbClr val="FA7B17"/>
          </p15:clr>
        </p15:guide>
        <p15:guide id="11" pos="3042">
          <p15:clr>
            <a:srgbClr val="FA7B17"/>
          </p15:clr>
        </p15:guide>
        <p15:guide id="12" pos="3203">
          <p15:clr>
            <a:srgbClr val="FA7B17"/>
          </p15:clr>
        </p15:guide>
        <p15:guide id="13" orient="horz" pos="487">
          <p15:clr>
            <a:srgbClr val="FA7B17"/>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右サイド_Deep Green">
  <p:cSld name="TITLE_1_3_1_1_1_1_1">
    <p:bg>
      <p:bgPr>
        <a:solidFill>
          <a:schemeClr val="lt1"/>
        </a:solidFill>
      </p:bgPr>
    </p:bg>
    <p:spTree>
      <p:nvGrpSpPr>
        <p:cNvPr id="58" name="Shape 58"/>
        <p:cNvGrpSpPr/>
        <p:nvPr/>
      </p:nvGrpSpPr>
      <p:grpSpPr>
        <a:xfrm>
          <a:off x="0" y="0"/>
          <a:ext cx="0" cy="0"/>
          <a:chOff x="0" y="0"/>
          <a:chExt cx="0" cy="0"/>
        </a:xfrm>
      </p:grpSpPr>
      <p:sp>
        <p:nvSpPr>
          <p:cNvPr id="59" name="Google Shape;59;p13"/>
          <p:cNvSpPr/>
          <p:nvPr/>
        </p:nvSpPr>
        <p:spPr>
          <a:xfrm>
            <a:off x="4564207" y="-2803"/>
            <a:ext cx="4579800" cy="5143500"/>
          </a:xfrm>
          <a:prstGeom prst="rect">
            <a:avLst/>
          </a:prstGeom>
          <a:solidFill>
            <a:schemeClr val="lt2"/>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Arial"/>
              <a:buNone/>
            </a:pPr>
            <a:r>
              <a:t/>
            </a:r>
            <a:endParaRPr b="0" i="0" sz="1200" u="none" cap="none" strike="noStrike">
              <a:solidFill>
                <a:srgbClr val="FFFFFF"/>
              </a:solidFill>
              <a:latin typeface="Arial"/>
              <a:ea typeface="Arial"/>
              <a:cs typeface="Arial"/>
              <a:sym typeface="Arial"/>
            </a:endParaRPr>
          </a:p>
        </p:txBody>
      </p:sp>
      <p:sp>
        <p:nvSpPr>
          <p:cNvPr id="60" name="Google Shape;60;p13" title="タイトル"/>
          <p:cNvSpPr txBox="1"/>
          <p:nvPr>
            <p:ph type="title"/>
          </p:nvPr>
        </p:nvSpPr>
        <p:spPr>
          <a:xfrm>
            <a:off x="188450" y="269400"/>
            <a:ext cx="4056900" cy="245400"/>
          </a:xfrm>
          <a:prstGeom prst="rect">
            <a:avLst/>
          </a:prstGeom>
          <a:noFill/>
          <a:ln>
            <a:noFill/>
          </a:ln>
        </p:spPr>
        <p:txBody>
          <a:bodyPr anchorCtr="0" anchor="b" bIns="39550" lIns="79125" spcFirstLastPara="1" rIns="79125" wrap="square" tIns="39550">
            <a:noAutofit/>
          </a:bodyPr>
          <a:lstStyle>
            <a:lvl1pPr lvl="0" marR="0" rtl="0">
              <a:lnSpc>
                <a:spcPct val="90000"/>
              </a:lnSpc>
              <a:spcBef>
                <a:spcPts val="0"/>
              </a:spcBef>
              <a:spcAft>
                <a:spcPts val="0"/>
              </a:spcAft>
              <a:buClr>
                <a:schemeClr val="lt2"/>
              </a:buClr>
              <a:buSzPts val="1400"/>
              <a:buFont typeface="Poppins"/>
              <a:buNone/>
              <a:defRPr i="0" sz="1400" u="none" cap="none" strike="noStrike">
                <a:solidFill>
                  <a:schemeClr val="lt2"/>
                </a:solidFill>
                <a:latin typeface="Poppins"/>
                <a:ea typeface="Poppins"/>
                <a:cs typeface="Poppins"/>
                <a:sym typeface="Poppins"/>
              </a:defRPr>
            </a:lvl1pPr>
            <a:lvl2pPr lvl="1"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2pPr>
            <a:lvl3pPr lvl="2"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3pPr>
            <a:lvl4pPr lvl="3"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4pPr>
            <a:lvl5pPr lvl="4"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5pPr>
            <a:lvl6pPr lvl="5"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6pPr>
            <a:lvl7pPr lvl="6"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7pPr>
            <a:lvl8pPr lvl="7"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8pPr>
            <a:lvl9pPr lvl="8"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9pPr>
          </a:lstStyle>
          <a:p/>
        </p:txBody>
      </p:sp>
      <p:sp>
        <p:nvSpPr>
          <p:cNvPr id="61" name="Google Shape;61;p13" title="タイトル"/>
          <p:cNvSpPr txBox="1"/>
          <p:nvPr>
            <p:ph idx="2" type="title"/>
          </p:nvPr>
        </p:nvSpPr>
        <p:spPr>
          <a:xfrm>
            <a:off x="2286750" y="263188"/>
            <a:ext cx="4056900" cy="245400"/>
          </a:xfrm>
          <a:prstGeom prst="rect">
            <a:avLst/>
          </a:prstGeom>
          <a:noFill/>
          <a:ln>
            <a:noFill/>
          </a:ln>
        </p:spPr>
        <p:txBody>
          <a:bodyPr anchorCtr="0" anchor="b" bIns="39550" lIns="79125" spcFirstLastPara="1" rIns="79125" wrap="square" tIns="39550">
            <a:noAutofit/>
          </a:bodyPr>
          <a:lstStyle>
            <a:lvl1pPr lvl="0" marR="0" rtl="0">
              <a:lnSpc>
                <a:spcPct val="90000"/>
              </a:lnSpc>
              <a:spcBef>
                <a:spcPts val="0"/>
              </a:spcBef>
              <a:spcAft>
                <a:spcPts val="0"/>
              </a:spcAft>
              <a:buClr>
                <a:schemeClr val="dk1"/>
              </a:buClr>
              <a:buSzPts val="1200"/>
              <a:buFont typeface="Poppins"/>
              <a:buNone/>
              <a:defRPr b="0" i="0" sz="1200" u="none" cap="none" strike="noStrike">
                <a:solidFill>
                  <a:schemeClr val="dk1"/>
                </a:solidFill>
                <a:latin typeface="Poppins"/>
                <a:ea typeface="Poppins"/>
                <a:cs typeface="Poppins"/>
                <a:sym typeface="Poppins"/>
              </a:defRPr>
            </a:lvl1pPr>
            <a:lvl2pPr lvl="1" rtl="0">
              <a:spcBef>
                <a:spcPts val="0"/>
              </a:spcBef>
              <a:spcAft>
                <a:spcPts val="0"/>
              </a:spcAft>
              <a:buClr>
                <a:schemeClr val="dk1"/>
              </a:buClr>
              <a:buSzPts val="1200"/>
              <a:buFont typeface="Poppins"/>
              <a:buNone/>
              <a:defRPr b="0" sz="1200">
                <a:solidFill>
                  <a:schemeClr val="dk1"/>
                </a:solidFill>
                <a:latin typeface="Poppins"/>
                <a:ea typeface="Poppins"/>
                <a:cs typeface="Poppins"/>
                <a:sym typeface="Poppins"/>
              </a:defRPr>
            </a:lvl2pPr>
            <a:lvl3pPr lvl="2" rtl="0">
              <a:spcBef>
                <a:spcPts val="0"/>
              </a:spcBef>
              <a:spcAft>
                <a:spcPts val="0"/>
              </a:spcAft>
              <a:buClr>
                <a:schemeClr val="dk1"/>
              </a:buClr>
              <a:buSzPts val="1200"/>
              <a:buFont typeface="Poppins"/>
              <a:buNone/>
              <a:defRPr b="0" sz="1200">
                <a:solidFill>
                  <a:schemeClr val="dk1"/>
                </a:solidFill>
                <a:latin typeface="Poppins"/>
                <a:ea typeface="Poppins"/>
                <a:cs typeface="Poppins"/>
                <a:sym typeface="Poppins"/>
              </a:defRPr>
            </a:lvl3pPr>
            <a:lvl4pPr lvl="3" rtl="0">
              <a:spcBef>
                <a:spcPts val="0"/>
              </a:spcBef>
              <a:spcAft>
                <a:spcPts val="0"/>
              </a:spcAft>
              <a:buClr>
                <a:schemeClr val="dk1"/>
              </a:buClr>
              <a:buSzPts val="1200"/>
              <a:buFont typeface="Poppins"/>
              <a:buNone/>
              <a:defRPr b="0" sz="1200">
                <a:solidFill>
                  <a:schemeClr val="dk1"/>
                </a:solidFill>
                <a:latin typeface="Poppins"/>
                <a:ea typeface="Poppins"/>
                <a:cs typeface="Poppins"/>
                <a:sym typeface="Poppins"/>
              </a:defRPr>
            </a:lvl4pPr>
            <a:lvl5pPr lvl="4" rtl="0">
              <a:spcBef>
                <a:spcPts val="0"/>
              </a:spcBef>
              <a:spcAft>
                <a:spcPts val="0"/>
              </a:spcAft>
              <a:buClr>
                <a:schemeClr val="dk1"/>
              </a:buClr>
              <a:buSzPts val="1200"/>
              <a:buFont typeface="Poppins"/>
              <a:buNone/>
              <a:defRPr b="0" sz="1200">
                <a:solidFill>
                  <a:schemeClr val="dk1"/>
                </a:solidFill>
                <a:latin typeface="Poppins"/>
                <a:ea typeface="Poppins"/>
                <a:cs typeface="Poppins"/>
                <a:sym typeface="Poppins"/>
              </a:defRPr>
            </a:lvl5pPr>
            <a:lvl6pPr lvl="5" rtl="0">
              <a:spcBef>
                <a:spcPts val="0"/>
              </a:spcBef>
              <a:spcAft>
                <a:spcPts val="0"/>
              </a:spcAft>
              <a:buClr>
                <a:schemeClr val="dk1"/>
              </a:buClr>
              <a:buSzPts val="1200"/>
              <a:buFont typeface="Poppins"/>
              <a:buNone/>
              <a:defRPr b="0" sz="1200">
                <a:solidFill>
                  <a:schemeClr val="dk1"/>
                </a:solidFill>
                <a:latin typeface="Poppins"/>
                <a:ea typeface="Poppins"/>
                <a:cs typeface="Poppins"/>
                <a:sym typeface="Poppins"/>
              </a:defRPr>
            </a:lvl6pPr>
            <a:lvl7pPr lvl="6" rtl="0">
              <a:spcBef>
                <a:spcPts val="0"/>
              </a:spcBef>
              <a:spcAft>
                <a:spcPts val="0"/>
              </a:spcAft>
              <a:buClr>
                <a:schemeClr val="dk1"/>
              </a:buClr>
              <a:buSzPts val="1200"/>
              <a:buFont typeface="Poppins"/>
              <a:buNone/>
              <a:defRPr b="0" sz="1200">
                <a:solidFill>
                  <a:schemeClr val="dk1"/>
                </a:solidFill>
                <a:latin typeface="Poppins"/>
                <a:ea typeface="Poppins"/>
                <a:cs typeface="Poppins"/>
                <a:sym typeface="Poppins"/>
              </a:defRPr>
            </a:lvl7pPr>
            <a:lvl8pPr lvl="7" rtl="0">
              <a:spcBef>
                <a:spcPts val="0"/>
              </a:spcBef>
              <a:spcAft>
                <a:spcPts val="0"/>
              </a:spcAft>
              <a:buClr>
                <a:schemeClr val="dk1"/>
              </a:buClr>
              <a:buSzPts val="1200"/>
              <a:buFont typeface="Poppins"/>
              <a:buNone/>
              <a:defRPr b="0" sz="1200">
                <a:solidFill>
                  <a:schemeClr val="dk1"/>
                </a:solidFill>
                <a:latin typeface="Poppins"/>
                <a:ea typeface="Poppins"/>
                <a:cs typeface="Poppins"/>
                <a:sym typeface="Poppins"/>
              </a:defRPr>
            </a:lvl8pPr>
            <a:lvl9pPr lvl="8" rtl="0">
              <a:spcBef>
                <a:spcPts val="0"/>
              </a:spcBef>
              <a:spcAft>
                <a:spcPts val="0"/>
              </a:spcAft>
              <a:buClr>
                <a:schemeClr val="dk1"/>
              </a:buClr>
              <a:buSzPts val="1200"/>
              <a:buFont typeface="Poppins"/>
              <a:buNone/>
              <a:defRPr b="0" sz="1200">
                <a:solidFill>
                  <a:schemeClr val="dk1"/>
                </a:solidFill>
                <a:latin typeface="Poppins"/>
                <a:ea typeface="Poppins"/>
                <a:cs typeface="Poppins"/>
                <a:sym typeface="Poppins"/>
              </a:defRPr>
            </a:lvl9pPr>
          </a:lstStyle>
          <a:p/>
        </p:txBody>
      </p:sp>
    </p:spTree>
  </p:cSld>
  <p:clrMapOvr>
    <a:masterClrMapping/>
  </p:clrMapOvr>
  <p:extLst>
    <p:ext uri="{DCECCB84-F9BA-43D5-87BE-67443E8EF086}">
      <p15:sldGuideLst>
        <p15:guide id="1" orient="horz" pos="324">
          <p15:clr>
            <a:srgbClr val="FA7B17"/>
          </p15:clr>
        </p15:guide>
        <p15:guide id="2" orient="horz" pos="2915">
          <p15:clr>
            <a:srgbClr val="FA7B17"/>
          </p15:clr>
        </p15:guide>
        <p15:guide id="3" orient="horz" pos="3078">
          <p15:clr>
            <a:srgbClr val="FA7B17"/>
          </p15:clr>
        </p15:guide>
        <p15:guide id="4" orient="horz" pos="162">
          <p15:clr>
            <a:srgbClr val="FA7B17"/>
          </p15:clr>
        </p15:guide>
        <p15:guide id="5" pos="324">
          <p15:clr>
            <a:srgbClr val="FA7B17"/>
          </p15:clr>
        </p15:guide>
        <p15:guide id="6" pos="163">
          <p15:clr>
            <a:srgbClr val="FA7B17"/>
          </p15:clr>
        </p15:guide>
        <p15:guide id="7" pos="5436">
          <p15:clr>
            <a:srgbClr val="FA7B17"/>
          </p15:clr>
        </p15:guide>
        <p15:guide id="8" pos="5597">
          <p15:clr>
            <a:srgbClr val="FA7B17"/>
          </p15:clr>
        </p15:guide>
        <p15:guide id="9" pos="2555">
          <p15:clr>
            <a:srgbClr val="FA7B17"/>
          </p15:clr>
        </p15:guide>
        <p15:guide id="10" pos="2718">
          <p15:clr>
            <a:srgbClr val="FA7B17"/>
          </p15:clr>
        </p15:guide>
        <p15:guide id="11" pos="3042">
          <p15:clr>
            <a:srgbClr val="FA7B17"/>
          </p15:clr>
        </p15:guide>
        <p15:guide id="12" pos="3203">
          <p15:clr>
            <a:srgbClr val="FA7B17"/>
          </p15:clr>
        </p15:guide>
        <p15:guide id="13" orient="horz" pos="487">
          <p15:clr>
            <a:srgbClr val="FA7B17"/>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タイトル">
  <p:cSld name="TITLE_2">
    <p:bg>
      <p:bgPr>
        <a:solidFill>
          <a:srgbClr val="53B8A3"/>
        </a:solidFill>
      </p:bgPr>
    </p:bg>
    <p:spTree>
      <p:nvGrpSpPr>
        <p:cNvPr id="62" name="Shape 62"/>
        <p:cNvGrpSpPr/>
        <p:nvPr/>
      </p:nvGrpSpPr>
      <p:grpSpPr>
        <a:xfrm>
          <a:off x="0" y="0"/>
          <a:ext cx="0" cy="0"/>
          <a:chOff x="0" y="0"/>
          <a:chExt cx="0" cy="0"/>
        </a:xfrm>
      </p:grpSpPr>
      <p:sp>
        <p:nvSpPr>
          <p:cNvPr id="63" name="Google Shape;63;p14"/>
          <p:cNvSpPr txBox="1"/>
          <p:nvPr>
            <p:ph idx="1" type="body"/>
          </p:nvPr>
        </p:nvSpPr>
        <p:spPr>
          <a:xfrm>
            <a:off x="450503" y="4447448"/>
            <a:ext cx="8239200" cy="238800"/>
          </a:xfrm>
          <a:prstGeom prst="rect">
            <a:avLst/>
          </a:prstGeom>
          <a:noFill/>
          <a:ln>
            <a:noFill/>
          </a:ln>
        </p:spPr>
        <p:txBody>
          <a:bodyPr anchorCtr="0" anchor="t" bIns="17150" lIns="17150" spcFirstLastPara="1" rIns="17150" wrap="square" tIns="17150">
            <a:normAutofit/>
          </a:bodyPr>
          <a:lstStyle>
            <a:lvl1pPr indent="-228600" lvl="0" marL="457200" rtl="0" algn="l">
              <a:lnSpc>
                <a:spcPct val="100000"/>
              </a:lnSpc>
              <a:spcBef>
                <a:spcPts val="0"/>
              </a:spcBef>
              <a:spcAft>
                <a:spcPts val="0"/>
              </a:spcAft>
              <a:buClr>
                <a:srgbClr val="FFFFFF"/>
              </a:buClr>
              <a:buSzPts val="1400"/>
              <a:buFont typeface="Arial"/>
              <a:buNone/>
              <a:defRPr sz="1400">
                <a:solidFill>
                  <a:srgbClr val="FFFFFF"/>
                </a:solidFill>
                <a:latin typeface="Arial"/>
                <a:ea typeface="Arial"/>
                <a:cs typeface="Arial"/>
                <a:sym typeface="Arial"/>
              </a:defRPr>
            </a:lvl1pPr>
            <a:lvl2pPr indent="-279400" lvl="1" marL="914400" rtl="0" algn="l">
              <a:lnSpc>
                <a:spcPct val="90000"/>
              </a:lnSpc>
              <a:spcBef>
                <a:spcPts val="1700"/>
              </a:spcBef>
              <a:spcAft>
                <a:spcPts val="0"/>
              </a:spcAft>
              <a:buClr>
                <a:srgbClr val="000000"/>
              </a:buClr>
              <a:buSzPts val="800"/>
              <a:buChar char="•"/>
              <a:defRPr/>
            </a:lvl2pPr>
            <a:lvl3pPr indent="-279400" lvl="2" marL="1371600" rtl="0" algn="l">
              <a:lnSpc>
                <a:spcPct val="90000"/>
              </a:lnSpc>
              <a:spcBef>
                <a:spcPts val="1700"/>
              </a:spcBef>
              <a:spcAft>
                <a:spcPts val="0"/>
              </a:spcAft>
              <a:buClr>
                <a:srgbClr val="000000"/>
              </a:buClr>
              <a:buSzPts val="800"/>
              <a:buChar char="•"/>
              <a:defRPr/>
            </a:lvl3pPr>
            <a:lvl4pPr indent="-279400" lvl="3" marL="1828800" rtl="0" algn="l">
              <a:lnSpc>
                <a:spcPct val="90000"/>
              </a:lnSpc>
              <a:spcBef>
                <a:spcPts val="1700"/>
              </a:spcBef>
              <a:spcAft>
                <a:spcPts val="0"/>
              </a:spcAft>
              <a:buClr>
                <a:srgbClr val="000000"/>
              </a:buClr>
              <a:buSzPts val="800"/>
              <a:buChar char="•"/>
              <a:defRPr/>
            </a:lvl4pPr>
            <a:lvl5pPr indent="-279400" lvl="4" marL="2286000" rtl="0" algn="l">
              <a:lnSpc>
                <a:spcPct val="90000"/>
              </a:lnSpc>
              <a:spcBef>
                <a:spcPts val="1700"/>
              </a:spcBef>
              <a:spcAft>
                <a:spcPts val="0"/>
              </a:spcAft>
              <a:buClr>
                <a:srgbClr val="000000"/>
              </a:buClr>
              <a:buSzPts val="800"/>
              <a:buChar char="•"/>
              <a:defRPr/>
            </a:lvl5pPr>
            <a:lvl6pPr indent="-279400" lvl="5" marL="2743200" rtl="0" algn="l">
              <a:lnSpc>
                <a:spcPct val="90000"/>
              </a:lnSpc>
              <a:spcBef>
                <a:spcPts val="1700"/>
              </a:spcBef>
              <a:spcAft>
                <a:spcPts val="0"/>
              </a:spcAft>
              <a:buClr>
                <a:srgbClr val="000000"/>
              </a:buClr>
              <a:buSzPts val="800"/>
              <a:buChar char="•"/>
              <a:defRPr/>
            </a:lvl6pPr>
            <a:lvl7pPr indent="-279400" lvl="6" marL="3200400" rtl="0" algn="l">
              <a:lnSpc>
                <a:spcPct val="90000"/>
              </a:lnSpc>
              <a:spcBef>
                <a:spcPts val="1700"/>
              </a:spcBef>
              <a:spcAft>
                <a:spcPts val="0"/>
              </a:spcAft>
              <a:buClr>
                <a:srgbClr val="000000"/>
              </a:buClr>
              <a:buSzPts val="800"/>
              <a:buChar char="•"/>
              <a:defRPr/>
            </a:lvl7pPr>
            <a:lvl8pPr indent="-279400" lvl="7" marL="3657600" rtl="0" algn="l">
              <a:lnSpc>
                <a:spcPct val="90000"/>
              </a:lnSpc>
              <a:spcBef>
                <a:spcPts val="1700"/>
              </a:spcBef>
              <a:spcAft>
                <a:spcPts val="0"/>
              </a:spcAft>
              <a:buClr>
                <a:srgbClr val="000000"/>
              </a:buClr>
              <a:buSzPts val="800"/>
              <a:buChar char="•"/>
              <a:defRPr/>
            </a:lvl8pPr>
            <a:lvl9pPr indent="-279400" lvl="8" marL="4114800" rtl="0" algn="l">
              <a:lnSpc>
                <a:spcPct val="90000"/>
              </a:lnSpc>
              <a:spcBef>
                <a:spcPts val="1700"/>
              </a:spcBef>
              <a:spcAft>
                <a:spcPts val="0"/>
              </a:spcAft>
              <a:buClr>
                <a:srgbClr val="000000"/>
              </a:buClr>
              <a:buSzPts val="800"/>
              <a:buChar char="•"/>
              <a:defRPr/>
            </a:lvl9pPr>
          </a:lstStyle>
          <a:p/>
        </p:txBody>
      </p:sp>
      <p:sp>
        <p:nvSpPr>
          <p:cNvPr id="64" name="Google Shape;64;p14"/>
          <p:cNvSpPr txBox="1"/>
          <p:nvPr>
            <p:ph type="title"/>
          </p:nvPr>
        </p:nvSpPr>
        <p:spPr>
          <a:xfrm>
            <a:off x="681036" y="965622"/>
            <a:ext cx="8239200" cy="1743000"/>
          </a:xfrm>
          <a:prstGeom prst="rect">
            <a:avLst/>
          </a:prstGeom>
          <a:noFill/>
          <a:ln>
            <a:noFill/>
          </a:ln>
        </p:spPr>
        <p:txBody>
          <a:bodyPr anchorCtr="0" anchor="b" bIns="19050" lIns="19050" spcFirstLastPara="1" rIns="19050" wrap="square" tIns="19050">
            <a:normAutofit/>
          </a:bodyPr>
          <a:lstStyle>
            <a:lvl1pPr lvl="0" rtl="0" algn="l">
              <a:lnSpc>
                <a:spcPct val="80000"/>
              </a:lnSpc>
              <a:spcBef>
                <a:spcPts val="0"/>
              </a:spcBef>
              <a:spcAft>
                <a:spcPts val="0"/>
              </a:spcAft>
              <a:buClr>
                <a:srgbClr val="FFFFFF"/>
              </a:buClr>
              <a:buSzPts val="4400"/>
              <a:buFont typeface="Arial"/>
              <a:buNone/>
              <a:defRPr sz="4400">
                <a:solidFill>
                  <a:srgbClr val="FFFFFF"/>
                </a:solidFill>
                <a:latin typeface="Arial"/>
                <a:ea typeface="Arial"/>
                <a:cs typeface="Arial"/>
                <a:sym typeface="Arial"/>
              </a:defRPr>
            </a:lvl1pPr>
            <a:lvl2pPr lvl="1" rtl="0" algn="l">
              <a:lnSpc>
                <a:spcPct val="80000"/>
              </a:lnSpc>
              <a:spcBef>
                <a:spcPts val="0"/>
              </a:spcBef>
              <a:spcAft>
                <a:spcPts val="0"/>
              </a:spcAft>
              <a:buClr>
                <a:srgbClr val="000000"/>
              </a:buClr>
              <a:buSzPts val="700"/>
              <a:buNone/>
              <a:defRPr/>
            </a:lvl2pPr>
            <a:lvl3pPr lvl="2" rtl="0" algn="l">
              <a:lnSpc>
                <a:spcPct val="80000"/>
              </a:lnSpc>
              <a:spcBef>
                <a:spcPts val="0"/>
              </a:spcBef>
              <a:spcAft>
                <a:spcPts val="0"/>
              </a:spcAft>
              <a:buClr>
                <a:srgbClr val="000000"/>
              </a:buClr>
              <a:buSzPts val="700"/>
              <a:buNone/>
              <a:defRPr/>
            </a:lvl3pPr>
            <a:lvl4pPr lvl="3" rtl="0" algn="l">
              <a:lnSpc>
                <a:spcPct val="80000"/>
              </a:lnSpc>
              <a:spcBef>
                <a:spcPts val="0"/>
              </a:spcBef>
              <a:spcAft>
                <a:spcPts val="0"/>
              </a:spcAft>
              <a:buClr>
                <a:srgbClr val="000000"/>
              </a:buClr>
              <a:buSzPts val="700"/>
              <a:buNone/>
              <a:defRPr/>
            </a:lvl4pPr>
            <a:lvl5pPr lvl="4" rtl="0" algn="l">
              <a:lnSpc>
                <a:spcPct val="80000"/>
              </a:lnSpc>
              <a:spcBef>
                <a:spcPts val="0"/>
              </a:spcBef>
              <a:spcAft>
                <a:spcPts val="0"/>
              </a:spcAft>
              <a:buClr>
                <a:srgbClr val="000000"/>
              </a:buClr>
              <a:buSzPts val="700"/>
              <a:buNone/>
              <a:defRPr/>
            </a:lvl5pPr>
            <a:lvl6pPr lvl="5" rtl="0" algn="l">
              <a:lnSpc>
                <a:spcPct val="80000"/>
              </a:lnSpc>
              <a:spcBef>
                <a:spcPts val="0"/>
              </a:spcBef>
              <a:spcAft>
                <a:spcPts val="0"/>
              </a:spcAft>
              <a:buClr>
                <a:srgbClr val="000000"/>
              </a:buClr>
              <a:buSzPts val="700"/>
              <a:buNone/>
              <a:defRPr/>
            </a:lvl6pPr>
            <a:lvl7pPr lvl="6" rtl="0" algn="l">
              <a:lnSpc>
                <a:spcPct val="80000"/>
              </a:lnSpc>
              <a:spcBef>
                <a:spcPts val="0"/>
              </a:spcBef>
              <a:spcAft>
                <a:spcPts val="0"/>
              </a:spcAft>
              <a:buClr>
                <a:srgbClr val="000000"/>
              </a:buClr>
              <a:buSzPts val="700"/>
              <a:buNone/>
              <a:defRPr/>
            </a:lvl7pPr>
            <a:lvl8pPr lvl="7" rtl="0" algn="l">
              <a:lnSpc>
                <a:spcPct val="80000"/>
              </a:lnSpc>
              <a:spcBef>
                <a:spcPts val="0"/>
              </a:spcBef>
              <a:spcAft>
                <a:spcPts val="0"/>
              </a:spcAft>
              <a:buClr>
                <a:srgbClr val="000000"/>
              </a:buClr>
              <a:buSzPts val="700"/>
              <a:buNone/>
              <a:defRPr/>
            </a:lvl8pPr>
            <a:lvl9pPr lvl="8" rtl="0" algn="l">
              <a:lnSpc>
                <a:spcPct val="80000"/>
              </a:lnSpc>
              <a:spcBef>
                <a:spcPts val="0"/>
              </a:spcBef>
              <a:spcAft>
                <a:spcPts val="0"/>
              </a:spcAft>
              <a:buClr>
                <a:srgbClr val="000000"/>
              </a:buClr>
              <a:buSzPts val="700"/>
              <a:buNone/>
              <a:defRPr/>
            </a:lvl9pPr>
          </a:lstStyle>
          <a:p/>
        </p:txBody>
      </p:sp>
      <p:sp>
        <p:nvSpPr>
          <p:cNvPr id="65" name="Google Shape;65;p14"/>
          <p:cNvSpPr txBox="1"/>
          <p:nvPr>
            <p:ph idx="2" type="body"/>
          </p:nvPr>
        </p:nvSpPr>
        <p:spPr>
          <a:xfrm>
            <a:off x="450503" y="2708696"/>
            <a:ext cx="8239200" cy="714300"/>
          </a:xfrm>
          <a:prstGeom prst="rect">
            <a:avLst/>
          </a:prstGeom>
          <a:noFill/>
          <a:ln>
            <a:noFill/>
          </a:ln>
        </p:spPr>
        <p:txBody>
          <a:bodyPr anchorCtr="0" anchor="t" bIns="19050" lIns="19050" spcFirstLastPara="1" rIns="19050" wrap="square" tIns="19050">
            <a:normAutofit/>
          </a:bodyPr>
          <a:lstStyle>
            <a:lvl1pPr indent="-228600" lvl="0" marL="457200" rtl="0" algn="l">
              <a:lnSpc>
                <a:spcPct val="100000"/>
              </a:lnSpc>
              <a:spcBef>
                <a:spcPts val="0"/>
              </a:spcBef>
              <a:spcAft>
                <a:spcPts val="0"/>
              </a:spcAft>
              <a:buClr>
                <a:srgbClr val="FFFFFF"/>
              </a:buClr>
              <a:buSzPts val="2100"/>
              <a:buFont typeface="Arial"/>
              <a:buNone/>
              <a:defRPr sz="2100">
                <a:solidFill>
                  <a:srgbClr val="FFFFFF"/>
                </a:solidFill>
                <a:latin typeface="Arial"/>
                <a:ea typeface="Arial"/>
                <a:cs typeface="Arial"/>
                <a:sym typeface="Arial"/>
              </a:defRPr>
            </a:lvl1pPr>
            <a:lvl2pPr indent="-228600" lvl="1" marL="914400" rtl="0" algn="l">
              <a:lnSpc>
                <a:spcPct val="100000"/>
              </a:lnSpc>
              <a:spcBef>
                <a:spcPts val="0"/>
              </a:spcBef>
              <a:spcAft>
                <a:spcPts val="0"/>
              </a:spcAft>
              <a:buClr>
                <a:srgbClr val="FFFFFF"/>
              </a:buClr>
              <a:buSzPts val="2100"/>
              <a:buFont typeface="Arial"/>
              <a:buNone/>
              <a:defRPr sz="2100">
                <a:solidFill>
                  <a:srgbClr val="FFFFFF"/>
                </a:solidFill>
                <a:latin typeface="Arial"/>
                <a:ea typeface="Arial"/>
                <a:cs typeface="Arial"/>
                <a:sym typeface="Arial"/>
              </a:defRPr>
            </a:lvl2pPr>
            <a:lvl3pPr indent="-228600" lvl="2" marL="1371600" rtl="0" algn="l">
              <a:lnSpc>
                <a:spcPct val="100000"/>
              </a:lnSpc>
              <a:spcBef>
                <a:spcPts val="0"/>
              </a:spcBef>
              <a:spcAft>
                <a:spcPts val="0"/>
              </a:spcAft>
              <a:buClr>
                <a:srgbClr val="FFFFFF"/>
              </a:buClr>
              <a:buSzPts val="2100"/>
              <a:buFont typeface="Arial"/>
              <a:buNone/>
              <a:defRPr sz="2100">
                <a:solidFill>
                  <a:srgbClr val="FFFFFF"/>
                </a:solidFill>
                <a:latin typeface="Arial"/>
                <a:ea typeface="Arial"/>
                <a:cs typeface="Arial"/>
                <a:sym typeface="Arial"/>
              </a:defRPr>
            </a:lvl3pPr>
            <a:lvl4pPr indent="-228600" lvl="3" marL="1828800" rtl="0" algn="l">
              <a:lnSpc>
                <a:spcPct val="100000"/>
              </a:lnSpc>
              <a:spcBef>
                <a:spcPts val="0"/>
              </a:spcBef>
              <a:spcAft>
                <a:spcPts val="0"/>
              </a:spcAft>
              <a:buClr>
                <a:srgbClr val="FFFFFF"/>
              </a:buClr>
              <a:buSzPts val="2100"/>
              <a:buFont typeface="Arial"/>
              <a:buNone/>
              <a:defRPr sz="2100">
                <a:solidFill>
                  <a:srgbClr val="FFFFFF"/>
                </a:solidFill>
                <a:latin typeface="Arial"/>
                <a:ea typeface="Arial"/>
                <a:cs typeface="Arial"/>
                <a:sym typeface="Arial"/>
              </a:defRPr>
            </a:lvl4pPr>
            <a:lvl5pPr indent="-228600" lvl="4" marL="2286000" rtl="0" algn="l">
              <a:lnSpc>
                <a:spcPct val="100000"/>
              </a:lnSpc>
              <a:spcBef>
                <a:spcPts val="0"/>
              </a:spcBef>
              <a:spcAft>
                <a:spcPts val="0"/>
              </a:spcAft>
              <a:buClr>
                <a:srgbClr val="FFFFFF"/>
              </a:buClr>
              <a:buSzPts val="2100"/>
              <a:buFont typeface="Arial"/>
              <a:buNone/>
              <a:defRPr sz="2100">
                <a:solidFill>
                  <a:srgbClr val="FFFFFF"/>
                </a:solidFill>
                <a:latin typeface="Arial"/>
                <a:ea typeface="Arial"/>
                <a:cs typeface="Arial"/>
                <a:sym typeface="Arial"/>
              </a:defRPr>
            </a:lvl5pPr>
            <a:lvl6pPr indent="-279400" lvl="5" marL="2743200" rtl="0" algn="l">
              <a:lnSpc>
                <a:spcPct val="90000"/>
              </a:lnSpc>
              <a:spcBef>
                <a:spcPts val="1700"/>
              </a:spcBef>
              <a:spcAft>
                <a:spcPts val="0"/>
              </a:spcAft>
              <a:buClr>
                <a:srgbClr val="000000"/>
              </a:buClr>
              <a:buSzPts val="800"/>
              <a:buChar char="•"/>
              <a:defRPr/>
            </a:lvl6pPr>
            <a:lvl7pPr indent="-279400" lvl="6" marL="3200400" rtl="0" algn="l">
              <a:lnSpc>
                <a:spcPct val="90000"/>
              </a:lnSpc>
              <a:spcBef>
                <a:spcPts val="1700"/>
              </a:spcBef>
              <a:spcAft>
                <a:spcPts val="0"/>
              </a:spcAft>
              <a:buClr>
                <a:srgbClr val="000000"/>
              </a:buClr>
              <a:buSzPts val="800"/>
              <a:buChar char="•"/>
              <a:defRPr/>
            </a:lvl7pPr>
            <a:lvl8pPr indent="-279400" lvl="7" marL="3657600" rtl="0" algn="l">
              <a:lnSpc>
                <a:spcPct val="90000"/>
              </a:lnSpc>
              <a:spcBef>
                <a:spcPts val="1700"/>
              </a:spcBef>
              <a:spcAft>
                <a:spcPts val="0"/>
              </a:spcAft>
              <a:buClr>
                <a:srgbClr val="000000"/>
              </a:buClr>
              <a:buSzPts val="800"/>
              <a:buChar char="•"/>
              <a:defRPr/>
            </a:lvl8pPr>
            <a:lvl9pPr indent="-279400" lvl="8" marL="4114800" rtl="0" algn="l">
              <a:lnSpc>
                <a:spcPct val="90000"/>
              </a:lnSpc>
              <a:spcBef>
                <a:spcPts val="1700"/>
              </a:spcBef>
              <a:spcAft>
                <a:spcPts val="0"/>
              </a:spcAft>
              <a:buClr>
                <a:srgbClr val="000000"/>
              </a:buClr>
              <a:buSzPts val="800"/>
              <a:buChar char="•"/>
              <a:defRPr/>
            </a:lvl9pPr>
          </a:lstStyle>
          <a:p/>
        </p:txBody>
      </p:sp>
      <p:sp>
        <p:nvSpPr>
          <p:cNvPr id="66" name="Google Shape;66;p14"/>
          <p:cNvSpPr txBox="1"/>
          <p:nvPr>
            <p:ph idx="12" type="sldNum"/>
          </p:nvPr>
        </p:nvSpPr>
        <p:spPr>
          <a:xfrm>
            <a:off x="4491904" y="4922024"/>
            <a:ext cx="155400" cy="146100"/>
          </a:xfrm>
          <a:prstGeom prst="rect">
            <a:avLst/>
          </a:prstGeom>
          <a:noFill/>
          <a:ln>
            <a:noFill/>
          </a:ln>
        </p:spPr>
        <p:txBody>
          <a:bodyPr anchorCtr="0" anchor="b" bIns="19050" lIns="19050" spcFirstLastPara="1" rIns="19050" wrap="square" tIns="19050">
            <a:spAutoFit/>
          </a:bodyPr>
          <a:lstStyle>
            <a:lvl1pPr indent="0" lvl="0" marL="0" rtl="0" algn="ctr">
              <a:lnSpc>
                <a:spcPct val="100000"/>
              </a:lnSpc>
              <a:spcBef>
                <a:spcPts val="0"/>
              </a:spcBef>
              <a:spcAft>
                <a:spcPts val="0"/>
              </a:spcAft>
              <a:buClr>
                <a:srgbClr val="000000"/>
              </a:buClr>
              <a:buSzPts val="700"/>
              <a:buFont typeface="Arial"/>
              <a:buNone/>
              <a:defRPr sz="700"/>
            </a:lvl1pPr>
            <a:lvl2pPr indent="0" lvl="1" marL="0" rtl="0" algn="ctr">
              <a:lnSpc>
                <a:spcPct val="100000"/>
              </a:lnSpc>
              <a:spcBef>
                <a:spcPts val="0"/>
              </a:spcBef>
              <a:spcAft>
                <a:spcPts val="0"/>
              </a:spcAft>
              <a:buClr>
                <a:srgbClr val="000000"/>
              </a:buClr>
              <a:buSzPts val="700"/>
              <a:buFont typeface="Arial"/>
              <a:buNone/>
              <a:defRPr sz="700"/>
            </a:lvl2pPr>
            <a:lvl3pPr indent="0" lvl="2" marL="0" rtl="0" algn="ctr">
              <a:lnSpc>
                <a:spcPct val="100000"/>
              </a:lnSpc>
              <a:spcBef>
                <a:spcPts val="0"/>
              </a:spcBef>
              <a:spcAft>
                <a:spcPts val="0"/>
              </a:spcAft>
              <a:buClr>
                <a:srgbClr val="000000"/>
              </a:buClr>
              <a:buSzPts val="700"/>
              <a:buFont typeface="Arial"/>
              <a:buNone/>
              <a:defRPr sz="700"/>
            </a:lvl3pPr>
            <a:lvl4pPr indent="0" lvl="3" marL="0" rtl="0" algn="ctr">
              <a:lnSpc>
                <a:spcPct val="100000"/>
              </a:lnSpc>
              <a:spcBef>
                <a:spcPts val="0"/>
              </a:spcBef>
              <a:spcAft>
                <a:spcPts val="0"/>
              </a:spcAft>
              <a:buClr>
                <a:srgbClr val="000000"/>
              </a:buClr>
              <a:buSzPts val="700"/>
              <a:buFont typeface="Arial"/>
              <a:buNone/>
              <a:defRPr sz="700"/>
            </a:lvl4pPr>
            <a:lvl5pPr indent="0" lvl="4" marL="0" rtl="0" algn="ctr">
              <a:lnSpc>
                <a:spcPct val="100000"/>
              </a:lnSpc>
              <a:spcBef>
                <a:spcPts val="0"/>
              </a:spcBef>
              <a:spcAft>
                <a:spcPts val="0"/>
              </a:spcAft>
              <a:buClr>
                <a:srgbClr val="000000"/>
              </a:buClr>
              <a:buSzPts val="700"/>
              <a:buFont typeface="Arial"/>
              <a:buNone/>
              <a:defRPr sz="700"/>
            </a:lvl5pPr>
            <a:lvl6pPr indent="0" lvl="5" marL="0" rtl="0" algn="ctr">
              <a:lnSpc>
                <a:spcPct val="100000"/>
              </a:lnSpc>
              <a:spcBef>
                <a:spcPts val="0"/>
              </a:spcBef>
              <a:spcAft>
                <a:spcPts val="0"/>
              </a:spcAft>
              <a:buClr>
                <a:srgbClr val="000000"/>
              </a:buClr>
              <a:buSzPts val="700"/>
              <a:buFont typeface="Arial"/>
              <a:buNone/>
              <a:defRPr sz="700"/>
            </a:lvl6pPr>
            <a:lvl7pPr indent="0" lvl="6" marL="0" rtl="0" algn="ctr">
              <a:lnSpc>
                <a:spcPct val="100000"/>
              </a:lnSpc>
              <a:spcBef>
                <a:spcPts val="0"/>
              </a:spcBef>
              <a:spcAft>
                <a:spcPts val="0"/>
              </a:spcAft>
              <a:buClr>
                <a:srgbClr val="000000"/>
              </a:buClr>
              <a:buSzPts val="700"/>
              <a:buFont typeface="Arial"/>
              <a:buNone/>
              <a:defRPr sz="700"/>
            </a:lvl7pPr>
            <a:lvl8pPr indent="0" lvl="7" marL="0" rtl="0" algn="ctr">
              <a:lnSpc>
                <a:spcPct val="100000"/>
              </a:lnSpc>
              <a:spcBef>
                <a:spcPts val="0"/>
              </a:spcBef>
              <a:spcAft>
                <a:spcPts val="0"/>
              </a:spcAft>
              <a:buClr>
                <a:srgbClr val="000000"/>
              </a:buClr>
              <a:buSzPts val="700"/>
              <a:buFont typeface="Arial"/>
              <a:buNone/>
              <a:defRPr sz="700"/>
            </a:lvl8pPr>
            <a:lvl9pPr indent="0" lvl="8" marL="0" rtl="0" algn="ctr">
              <a:lnSpc>
                <a:spcPct val="100000"/>
              </a:lnSpc>
              <a:spcBef>
                <a:spcPts val="0"/>
              </a:spcBef>
              <a:spcAft>
                <a:spcPts val="0"/>
              </a:spcAft>
              <a:buClr>
                <a:srgbClr val="000000"/>
              </a:buClr>
              <a:buSzPts val="700"/>
              <a:buFont typeface="Arial"/>
              <a:buNone/>
              <a:defRPr sz="700"/>
            </a:lvl9pPr>
          </a:lstStyle>
          <a:p>
            <a:pPr indent="0" lvl="0" marL="0" rtl="0" algn="ctr">
              <a:spcBef>
                <a:spcPts val="0"/>
              </a:spcBef>
              <a:spcAft>
                <a:spcPts val="0"/>
              </a:spcAft>
              <a:buNone/>
            </a:pPr>
            <a:fld id="{00000000-1234-1234-1234-123412341234}" type="slidenum">
              <a:rPr lang="ja"/>
              <a:t>‹#›</a:t>
            </a:fld>
            <a:endParaRPr sz="110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表紙_DeepGreen">
  <p:cSld name="TITLE_1">
    <p:bg>
      <p:bgPr>
        <a:solidFill>
          <a:schemeClr val="accent1"/>
        </a:solidFill>
      </p:bgPr>
    </p:bg>
    <p:spTree>
      <p:nvGrpSpPr>
        <p:cNvPr id="71" name="Shape 71"/>
        <p:cNvGrpSpPr/>
        <p:nvPr/>
      </p:nvGrpSpPr>
      <p:grpSpPr>
        <a:xfrm>
          <a:off x="0" y="0"/>
          <a:ext cx="0" cy="0"/>
          <a:chOff x="0" y="0"/>
          <a:chExt cx="0" cy="0"/>
        </a:xfrm>
      </p:grpSpPr>
      <p:pic>
        <p:nvPicPr>
          <p:cNvPr id="72" name="Google Shape;72;p16"/>
          <p:cNvPicPr preferRelativeResize="0"/>
          <p:nvPr/>
        </p:nvPicPr>
        <p:blipFill rotWithShape="1">
          <a:blip r:embed="rId2">
            <a:alphaModFix/>
          </a:blip>
          <a:srcRect b="8354" l="710" r="720" t="13283"/>
          <a:stretch/>
        </p:blipFill>
        <p:spPr>
          <a:xfrm>
            <a:off x="0" y="0"/>
            <a:ext cx="9144000" cy="5143500"/>
          </a:xfrm>
          <a:prstGeom prst="rect">
            <a:avLst/>
          </a:prstGeom>
          <a:noFill/>
          <a:ln>
            <a:noFill/>
          </a:ln>
        </p:spPr>
      </p:pic>
      <p:pic>
        <p:nvPicPr>
          <p:cNvPr id="73" name="Google Shape;73;p16"/>
          <p:cNvPicPr preferRelativeResize="0"/>
          <p:nvPr/>
        </p:nvPicPr>
        <p:blipFill>
          <a:blip r:embed="rId3">
            <a:alphaModFix/>
          </a:blip>
          <a:stretch>
            <a:fillRect/>
          </a:stretch>
        </p:blipFill>
        <p:spPr>
          <a:xfrm>
            <a:off x="3853493" y="4579100"/>
            <a:ext cx="1437015" cy="347750"/>
          </a:xfrm>
          <a:prstGeom prst="rect">
            <a:avLst/>
          </a:prstGeom>
          <a:noFill/>
          <a:ln>
            <a:noFill/>
          </a:ln>
        </p:spPr>
      </p:pic>
      <p:sp>
        <p:nvSpPr>
          <p:cNvPr id="74" name="Google Shape;74;p16" title="タイトル"/>
          <p:cNvSpPr txBox="1"/>
          <p:nvPr>
            <p:ph type="title"/>
          </p:nvPr>
        </p:nvSpPr>
        <p:spPr>
          <a:xfrm>
            <a:off x="200025" y="2128800"/>
            <a:ext cx="8743800" cy="538800"/>
          </a:xfrm>
          <a:prstGeom prst="rect">
            <a:avLst/>
          </a:prstGeom>
          <a:noFill/>
          <a:ln>
            <a:noFill/>
          </a:ln>
        </p:spPr>
        <p:txBody>
          <a:bodyPr anchorCtr="0" anchor="b" bIns="39550" lIns="79125" spcFirstLastPara="1" rIns="79125" wrap="square" tIns="39550">
            <a:noAutofit/>
          </a:bodyPr>
          <a:lstStyle>
            <a:lvl1pPr lvl="0" marR="0" algn="ctr">
              <a:lnSpc>
                <a:spcPct val="90000"/>
              </a:lnSpc>
              <a:spcBef>
                <a:spcPts val="0"/>
              </a:spcBef>
              <a:spcAft>
                <a:spcPts val="0"/>
              </a:spcAft>
              <a:buClr>
                <a:schemeClr val="lt1"/>
              </a:buClr>
              <a:buSzPts val="3200"/>
              <a:buNone/>
              <a:defRPr i="0" sz="3200" u="none" cap="none" strike="noStrike">
                <a:solidFill>
                  <a:schemeClr val="lt1"/>
                </a:solidFill>
              </a:defRPr>
            </a:lvl1pPr>
            <a:lvl2pPr lvl="1">
              <a:spcBef>
                <a:spcPts val="0"/>
              </a:spcBef>
              <a:spcAft>
                <a:spcPts val="0"/>
              </a:spcAft>
              <a:buSzPts val="1200"/>
              <a:buNone/>
              <a:defRPr b="1" sz="1600"/>
            </a:lvl2pPr>
            <a:lvl3pPr lvl="2">
              <a:spcBef>
                <a:spcPts val="0"/>
              </a:spcBef>
              <a:spcAft>
                <a:spcPts val="0"/>
              </a:spcAft>
              <a:buSzPts val="1200"/>
              <a:buNone/>
              <a:defRPr b="1" sz="1600"/>
            </a:lvl3pPr>
            <a:lvl4pPr lvl="3">
              <a:spcBef>
                <a:spcPts val="0"/>
              </a:spcBef>
              <a:spcAft>
                <a:spcPts val="0"/>
              </a:spcAft>
              <a:buSzPts val="1200"/>
              <a:buNone/>
              <a:defRPr b="1" sz="1600"/>
            </a:lvl4pPr>
            <a:lvl5pPr lvl="4">
              <a:spcBef>
                <a:spcPts val="0"/>
              </a:spcBef>
              <a:spcAft>
                <a:spcPts val="0"/>
              </a:spcAft>
              <a:buSzPts val="1200"/>
              <a:buNone/>
              <a:defRPr b="1" sz="1600"/>
            </a:lvl5pPr>
            <a:lvl6pPr lvl="5">
              <a:spcBef>
                <a:spcPts val="0"/>
              </a:spcBef>
              <a:spcAft>
                <a:spcPts val="0"/>
              </a:spcAft>
              <a:buSzPts val="1200"/>
              <a:buNone/>
              <a:defRPr b="1" sz="1600"/>
            </a:lvl6pPr>
            <a:lvl7pPr lvl="6">
              <a:spcBef>
                <a:spcPts val="0"/>
              </a:spcBef>
              <a:spcAft>
                <a:spcPts val="0"/>
              </a:spcAft>
              <a:buSzPts val="1200"/>
              <a:buNone/>
              <a:defRPr b="1" sz="1600"/>
            </a:lvl7pPr>
            <a:lvl8pPr lvl="7">
              <a:spcBef>
                <a:spcPts val="0"/>
              </a:spcBef>
              <a:spcAft>
                <a:spcPts val="0"/>
              </a:spcAft>
              <a:buSzPts val="1200"/>
              <a:buNone/>
              <a:defRPr b="1" sz="1600"/>
            </a:lvl8pPr>
            <a:lvl9pPr lvl="8">
              <a:spcBef>
                <a:spcPts val="0"/>
              </a:spcBef>
              <a:spcAft>
                <a:spcPts val="0"/>
              </a:spcAft>
              <a:buSzPts val="1200"/>
              <a:buNone/>
              <a:defRPr b="1" sz="1600"/>
            </a:lvl9pPr>
          </a:lstStyle>
          <a:p/>
        </p:txBody>
      </p:sp>
      <p:sp>
        <p:nvSpPr>
          <p:cNvPr id="75" name="Google Shape;75;p16" title="タイトル"/>
          <p:cNvSpPr txBox="1"/>
          <p:nvPr>
            <p:ph idx="2" type="title"/>
          </p:nvPr>
        </p:nvSpPr>
        <p:spPr>
          <a:xfrm>
            <a:off x="514350" y="2735100"/>
            <a:ext cx="8115300" cy="279600"/>
          </a:xfrm>
          <a:prstGeom prst="rect">
            <a:avLst/>
          </a:prstGeom>
          <a:noFill/>
          <a:ln>
            <a:noFill/>
          </a:ln>
        </p:spPr>
        <p:txBody>
          <a:bodyPr anchorCtr="0" anchor="t" bIns="39550" lIns="79125" spcFirstLastPara="1" rIns="79125" wrap="square" tIns="39550">
            <a:noAutofit/>
          </a:bodyPr>
          <a:lstStyle>
            <a:lvl1pPr lvl="0" marR="0" algn="ctr">
              <a:lnSpc>
                <a:spcPct val="90000"/>
              </a:lnSpc>
              <a:spcBef>
                <a:spcPts val="0"/>
              </a:spcBef>
              <a:spcAft>
                <a:spcPts val="0"/>
              </a:spcAft>
              <a:buClr>
                <a:schemeClr val="lt1"/>
              </a:buClr>
              <a:buSzPts val="1600"/>
              <a:buNone/>
              <a:defRPr i="0" sz="1600" u="none" cap="none" strike="noStrike">
                <a:solidFill>
                  <a:schemeClr val="lt1"/>
                </a:solidFill>
              </a:defRPr>
            </a:lvl1pPr>
            <a:lvl2pPr lvl="1">
              <a:spcBef>
                <a:spcPts val="0"/>
              </a:spcBef>
              <a:spcAft>
                <a:spcPts val="0"/>
              </a:spcAft>
              <a:buSzPts val="1600"/>
              <a:buNone/>
              <a:defRPr/>
            </a:lvl2pPr>
            <a:lvl3pPr lvl="2">
              <a:spcBef>
                <a:spcPts val="0"/>
              </a:spcBef>
              <a:spcAft>
                <a:spcPts val="0"/>
              </a:spcAft>
              <a:buSzPts val="1600"/>
              <a:buNone/>
              <a:defRPr/>
            </a:lvl3pPr>
            <a:lvl4pPr lvl="3">
              <a:spcBef>
                <a:spcPts val="0"/>
              </a:spcBef>
              <a:spcAft>
                <a:spcPts val="0"/>
              </a:spcAft>
              <a:buSzPts val="1600"/>
              <a:buNone/>
              <a:defRPr/>
            </a:lvl4pPr>
            <a:lvl5pPr lvl="4">
              <a:spcBef>
                <a:spcPts val="0"/>
              </a:spcBef>
              <a:spcAft>
                <a:spcPts val="0"/>
              </a:spcAft>
              <a:buSzPts val="1600"/>
              <a:buNone/>
              <a:defRPr/>
            </a:lvl5pPr>
            <a:lvl6pPr lvl="5">
              <a:spcBef>
                <a:spcPts val="0"/>
              </a:spcBef>
              <a:spcAft>
                <a:spcPts val="0"/>
              </a:spcAft>
              <a:buSzPts val="1600"/>
              <a:buNone/>
              <a:defRPr/>
            </a:lvl6pPr>
            <a:lvl7pPr lvl="6">
              <a:spcBef>
                <a:spcPts val="0"/>
              </a:spcBef>
              <a:spcAft>
                <a:spcPts val="0"/>
              </a:spcAft>
              <a:buSzPts val="1600"/>
              <a:buNone/>
              <a:defRPr/>
            </a:lvl7pPr>
            <a:lvl8pPr lvl="7">
              <a:spcBef>
                <a:spcPts val="0"/>
              </a:spcBef>
              <a:spcAft>
                <a:spcPts val="0"/>
              </a:spcAft>
              <a:buSzPts val="1600"/>
              <a:buNone/>
              <a:defRPr/>
            </a:lvl8pPr>
            <a:lvl9pPr lvl="8">
              <a:spcBef>
                <a:spcPts val="0"/>
              </a:spcBef>
              <a:spcAft>
                <a:spcPts val="0"/>
              </a:spcAft>
              <a:buSzPts val="1600"/>
              <a:buNone/>
              <a:defRPr/>
            </a:lvl9pPr>
          </a:lstStyle>
          <a:p/>
        </p:txBody>
      </p:sp>
      <p:sp>
        <p:nvSpPr>
          <p:cNvPr id="76" name="Google Shape;76;p16"/>
          <p:cNvSpPr txBox="1"/>
          <p:nvPr>
            <p:ph idx="12" type="sldNum"/>
          </p:nvPr>
        </p:nvSpPr>
        <p:spPr>
          <a:xfrm>
            <a:off x="8763484" y="4749901"/>
            <a:ext cx="548700" cy="393600"/>
          </a:xfrm>
          <a:prstGeom prst="rect">
            <a:avLst/>
          </a:prstGeom>
        </p:spPr>
        <p:txBody>
          <a:bodyPr anchorCtr="0" anchor="t" bIns="91425" lIns="91425" spcFirstLastPara="1" rIns="91425" wrap="square" tIns="91425">
            <a:noAutofit/>
          </a:bodyPr>
          <a:lstStyle>
            <a:lvl1pPr lvl="0">
              <a:buNone/>
              <a:defRPr sz="1000">
                <a:latin typeface="Zen Kaku Gothic New"/>
                <a:ea typeface="Zen Kaku Gothic New"/>
                <a:cs typeface="Zen Kaku Gothic New"/>
                <a:sym typeface="Zen Kaku Gothic New"/>
              </a:defRPr>
            </a:lvl1pPr>
            <a:lvl2pPr lvl="1">
              <a:buNone/>
              <a:defRPr sz="1000">
                <a:latin typeface="Zen Kaku Gothic New"/>
                <a:ea typeface="Zen Kaku Gothic New"/>
                <a:cs typeface="Zen Kaku Gothic New"/>
                <a:sym typeface="Zen Kaku Gothic New"/>
              </a:defRPr>
            </a:lvl2pPr>
            <a:lvl3pPr lvl="2">
              <a:buNone/>
              <a:defRPr sz="1000">
                <a:latin typeface="Zen Kaku Gothic New"/>
                <a:ea typeface="Zen Kaku Gothic New"/>
                <a:cs typeface="Zen Kaku Gothic New"/>
                <a:sym typeface="Zen Kaku Gothic New"/>
              </a:defRPr>
            </a:lvl3pPr>
            <a:lvl4pPr lvl="3">
              <a:buNone/>
              <a:defRPr sz="1000">
                <a:latin typeface="Zen Kaku Gothic New"/>
                <a:ea typeface="Zen Kaku Gothic New"/>
                <a:cs typeface="Zen Kaku Gothic New"/>
                <a:sym typeface="Zen Kaku Gothic New"/>
              </a:defRPr>
            </a:lvl4pPr>
            <a:lvl5pPr lvl="4">
              <a:buNone/>
              <a:defRPr sz="1000">
                <a:latin typeface="Zen Kaku Gothic New"/>
                <a:ea typeface="Zen Kaku Gothic New"/>
                <a:cs typeface="Zen Kaku Gothic New"/>
                <a:sym typeface="Zen Kaku Gothic New"/>
              </a:defRPr>
            </a:lvl5pPr>
            <a:lvl6pPr lvl="5">
              <a:buNone/>
              <a:defRPr sz="1000">
                <a:latin typeface="Zen Kaku Gothic New"/>
                <a:ea typeface="Zen Kaku Gothic New"/>
                <a:cs typeface="Zen Kaku Gothic New"/>
                <a:sym typeface="Zen Kaku Gothic New"/>
              </a:defRPr>
            </a:lvl6pPr>
            <a:lvl7pPr lvl="6">
              <a:buNone/>
              <a:defRPr sz="1000">
                <a:latin typeface="Zen Kaku Gothic New"/>
                <a:ea typeface="Zen Kaku Gothic New"/>
                <a:cs typeface="Zen Kaku Gothic New"/>
                <a:sym typeface="Zen Kaku Gothic New"/>
              </a:defRPr>
            </a:lvl7pPr>
            <a:lvl8pPr lvl="7">
              <a:buNone/>
              <a:defRPr sz="1000">
                <a:latin typeface="Zen Kaku Gothic New"/>
                <a:ea typeface="Zen Kaku Gothic New"/>
                <a:cs typeface="Zen Kaku Gothic New"/>
                <a:sym typeface="Zen Kaku Gothic New"/>
              </a:defRPr>
            </a:lvl8pPr>
            <a:lvl9pPr lvl="8">
              <a:buNone/>
              <a:defRPr sz="1000">
                <a:latin typeface="Zen Kaku Gothic New"/>
                <a:ea typeface="Zen Kaku Gothic New"/>
                <a:cs typeface="Zen Kaku Gothic New"/>
                <a:sym typeface="Zen Kaku Gothic New"/>
              </a:defRPr>
            </a:lvl9pPr>
          </a:lstStyle>
          <a:p>
            <a:pPr indent="0" lvl="0" marL="0" rtl="0" algn="l">
              <a:spcBef>
                <a:spcPts val="0"/>
              </a:spcBef>
              <a:spcAft>
                <a:spcPts val="0"/>
              </a:spcAft>
              <a:buNone/>
            </a:pPr>
            <a:fld id="{00000000-1234-1234-1234-123412341234}" type="slidenum">
              <a:rPr lang="ja"/>
              <a:t>‹#›</a:t>
            </a:fld>
            <a:endParaRPr/>
          </a:p>
        </p:txBody>
      </p:sp>
    </p:spTree>
  </p:cSld>
  <p:clrMapOvr>
    <a:masterClrMapping/>
  </p:clrMapOvr>
  <p:extLst>
    <p:ext uri="{DCECCB84-F9BA-43D5-87BE-67443E8EF086}">
      <p15:sldGuideLst>
        <p15:guide id="1" orient="horz" pos="324">
          <p15:clr>
            <a:srgbClr val="FA7B17"/>
          </p15:clr>
        </p15:guide>
        <p15:guide id="2" orient="horz" pos="2915">
          <p15:clr>
            <a:srgbClr val="FA7B17"/>
          </p15:clr>
        </p15:guide>
        <p15:guide id="3" orient="horz" pos="3078">
          <p15:clr>
            <a:srgbClr val="FA7B17"/>
          </p15:clr>
        </p15:guide>
        <p15:guide id="4" orient="horz" pos="162">
          <p15:clr>
            <a:srgbClr val="FA7B17"/>
          </p15:clr>
        </p15:guide>
        <p15:guide id="5" pos="324">
          <p15:clr>
            <a:srgbClr val="FA7B17"/>
          </p15:clr>
        </p15:guide>
        <p15:guide id="6" pos="163">
          <p15:clr>
            <a:srgbClr val="FA7B17"/>
          </p15:clr>
        </p15:guide>
        <p15:guide id="7" pos="5436">
          <p15:clr>
            <a:srgbClr val="FA7B17"/>
          </p15:clr>
        </p15:guide>
        <p15:guide id="8" pos="5597">
          <p15:clr>
            <a:srgbClr val="FA7B17"/>
          </p15:clr>
        </p15:guide>
        <p15:guide id="9" orient="horz" pos="487">
          <p15:clr>
            <a:srgbClr val="FA7B17"/>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dup_colored">
  <p:cSld name="BLANK_1">
    <p:spTree>
      <p:nvGrpSpPr>
        <p:cNvPr id="77" name="Shape 77"/>
        <p:cNvGrpSpPr/>
        <p:nvPr/>
      </p:nvGrpSpPr>
      <p:grpSpPr>
        <a:xfrm>
          <a:off x="0" y="0"/>
          <a:ext cx="0" cy="0"/>
          <a:chOff x="0" y="0"/>
          <a:chExt cx="0" cy="0"/>
        </a:xfrm>
      </p:grpSpPr>
      <p:sp>
        <p:nvSpPr>
          <p:cNvPr id="78" name="Google Shape;78;p17"/>
          <p:cNvSpPr/>
          <p:nvPr/>
        </p:nvSpPr>
        <p:spPr>
          <a:xfrm>
            <a:off x="1850" y="519113"/>
            <a:ext cx="9144000" cy="28500"/>
          </a:xfrm>
          <a:prstGeom prst="rect">
            <a:avLst/>
          </a:prstGeom>
          <a:gradFill>
            <a:gsLst>
              <a:gs pos="0">
                <a:schemeClr val="accent2"/>
              </a:gs>
              <a:gs pos="100000">
                <a:schemeClr val="accen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17"/>
          <p:cNvSpPr txBox="1"/>
          <p:nvPr/>
        </p:nvSpPr>
        <p:spPr>
          <a:xfrm>
            <a:off x="143475" y="4838206"/>
            <a:ext cx="15399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800">
                <a:solidFill>
                  <a:srgbClr val="6B7376"/>
                </a:solidFill>
              </a:rPr>
              <a:t>©︎2026  MedUp inc.</a:t>
            </a:r>
            <a:endParaRPr sz="800">
              <a:solidFill>
                <a:srgbClr val="6B7376"/>
              </a:solidFill>
            </a:endParaRPr>
          </a:p>
        </p:txBody>
      </p:sp>
      <p:sp>
        <p:nvSpPr>
          <p:cNvPr id="80" name="Google Shape;80;p17"/>
          <p:cNvSpPr txBox="1"/>
          <p:nvPr>
            <p:ph idx="12" type="sldNum"/>
          </p:nvPr>
        </p:nvSpPr>
        <p:spPr>
          <a:xfrm>
            <a:off x="8763484" y="4749901"/>
            <a:ext cx="548700" cy="393600"/>
          </a:xfrm>
          <a:prstGeom prst="rect">
            <a:avLst/>
          </a:prstGeom>
        </p:spPr>
        <p:txBody>
          <a:bodyPr anchorCtr="0" anchor="t" bIns="91425" lIns="91425" spcFirstLastPara="1" rIns="91425" wrap="square" tIns="91425">
            <a:noAutofit/>
          </a:bodyPr>
          <a:lstStyle>
            <a:lvl1pPr lvl="0">
              <a:buNone/>
              <a:defRPr sz="1000">
                <a:latin typeface="Zen Kaku Gothic New"/>
                <a:ea typeface="Zen Kaku Gothic New"/>
                <a:cs typeface="Zen Kaku Gothic New"/>
                <a:sym typeface="Zen Kaku Gothic New"/>
              </a:defRPr>
            </a:lvl1pPr>
            <a:lvl2pPr lvl="1">
              <a:buNone/>
              <a:defRPr sz="1000">
                <a:latin typeface="Zen Kaku Gothic New"/>
                <a:ea typeface="Zen Kaku Gothic New"/>
                <a:cs typeface="Zen Kaku Gothic New"/>
                <a:sym typeface="Zen Kaku Gothic New"/>
              </a:defRPr>
            </a:lvl2pPr>
            <a:lvl3pPr lvl="2">
              <a:buNone/>
              <a:defRPr sz="1000">
                <a:latin typeface="Zen Kaku Gothic New"/>
                <a:ea typeface="Zen Kaku Gothic New"/>
                <a:cs typeface="Zen Kaku Gothic New"/>
                <a:sym typeface="Zen Kaku Gothic New"/>
              </a:defRPr>
            </a:lvl3pPr>
            <a:lvl4pPr lvl="3">
              <a:buNone/>
              <a:defRPr sz="1000">
                <a:latin typeface="Zen Kaku Gothic New"/>
                <a:ea typeface="Zen Kaku Gothic New"/>
                <a:cs typeface="Zen Kaku Gothic New"/>
                <a:sym typeface="Zen Kaku Gothic New"/>
              </a:defRPr>
            </a:lvl4pPr>
            <a:lvl5pPr lvl="4">
              <a:buNone/>
              <a:defRPr sz="1000">
                <a:latin typeface="Zen Kaku Gothic New"/>
                <a:ea typeface="Zen Kaku Gothic New"/>
                <a:cs typeface="Zen Kaku Gothic New"/>
                <a:sym typeface="Zen Kaku Gothic New"/>
              </a:defRPr>
            </a:lvl5pPr>
            <a:lvl6pPr lvl="5">
              <a:buNone/>
              <a:defRPr sz="1000">
                <a:latin typeface="Zen Kaku Gothic New"/>
                <a:ea typeface="Zen Kaku Gothic New"/>
                <a:cs typeface="Zen Kaku Gothic New"/>
                <a:sym typeface="Zen Kaku Gothic New"/>
              </a:defRPr>
            </a:lvl6pPr>
            <a:lvl7pPr lvl="6">
              <a:buNone/>
              <a:defRPr sz="1000">
                <a:latin typeface="Zen Kaku Gothic New"/>
                <a:ea typeface="Zen Kaku Gothic New"/>
                <a:cs typeface="Zen Kaku Gothic New"/>
                <a:sym typeface="Zen Kaku Gothic New"/>
              </a:defRPr>
            </a:lvl7pPr>
            <a:lvl8pPr lvl="7">
              <a:buNone/>
              <a:defRPr sz="1000">
                <a:latin typeface="Zen Kaku Gothic New"/>
                <a:ea typeface="Zen Kaku Gothic New"/>
                <a:cs typeface="Zen Kaku Gothic New"/>
                <a:sym typeface="Zen Kaku Gothic New"/>
              </a:defRPr>
            </a:lvl8pPr>
            <a:lvl9pPr lvl="8">
              <a:buNone/>
              <a:defRPr sz="1000">
                <a:latin typeface="Zen Kaku Gothic New"/>
                <a:ea typeface="Zen Kaku Gothic New"/>
                <a:cs typeface="Zen Kaku Gothic New"/>
                <a:sym typeface="Zen Kaku Gothic New"/>
              </a:defRPr>
            </a:lvl9pPr>
          </a:lstStyle>
          <a:p>
            <a:pPr indent="0" lvl="0" marL="0" rtl="0" algn="l">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dup_colored 1">
  <p:cSld name="BLANK_1_1">
    <p:spTree>
      <p:nvGrpSpPr>
        <p:cNvPr id="81" name="Shape 81"/>
        <p:cNvGrpSpPr/>
        <p:nvPr/>
      </p:nvGrpSpPr>
      <p:grpSpPr>
        <a:xfrm>
          <a:off x="0" y="0"/>
          <a:ext cx="0" cy="0"/>
          <a:chOff x="0" y="0"/>
          <a:chExt cx="0" cy="0"/>
        </a:xfrm>
      </p:grpSpPr>
      <p:sp>
        <p:nvSpPr>
          <p:cNvPr id="82" name="Google Shape;82;p18"/>
          <p:cNvSpPr txBox="1"/>
          <p:nvPr/>
        </p:nvSpPr>
        <p:spPr>
          <a:xfrm>
            <a:off x="143475" y="4838206"/>
            <a:ext cx="15399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800">
                <a:solidFill>
                  <a:srgbClr val="6B7376"/>
                </a:solidFill>
              </a:rPr>
              <a:t>©︎2022  medup inc.</a:t>
            </a:r>
            <a:endParaRPr sz="800">
              <a:solidFill>
                <a:srgbClr val="6B7376"/>
              </a:solidFill>
            </a:endParaRPr>
          </a:p>
        </p:txBody>
      </p:sp>
      <p:sp>
        <p:nvSpPr>
          <p:cNvPr id="83" name="Google Shape;83;p18"/>
          <p:cNvSpPr txBox="1"/>
          <p:nvPr>
            <p:ph idx="12" type="sldNum"/>
          </p:nvPr>
        </p:nvSpPr>
        <p:spPr>
          <a:xfrm>
            <a:off x="8763484" y="4749901"/>
            <a:ext cx="548700" cy="393600"/>
          </a:xfrm>
          <a:prstGeom prst="rect">
            <a:avLst/>
          </a:prstGeom>
        </p:spPr>
        <p:txBody>
          <a:bodyPr anchorCtr="0" anchor="t" bIns="91425" lIns="91425" spcFirstLastPara="1" rIns="91425" wrap="square" tIns="91425">
            <a:noAutofit/>
          </a:bodyPr>
          <a:lstStyle>
            <a:lvl1pPr lvl="0">
              <a:buNone/>
              <a:defRPr sz="1000">
                <a:latin typeface="Zen Kaku Gothic New"/>
                <a:ea typeface="Zen Kaku Gothic New"/>
                <a:cs typeface="Zen Kaku Gothic New"/>
                <a:sym typeface="Zen Kaku Gothic New"/>
              </a:defRPr>
            </a:lvl1pPr>
            <a:lvl2pPr lvl="1">
              <a:buNone/>
              <a:defRPr sz="1000">
                <a:latin typeface="Zen Kaku Gothic New"/>
                <a:ea typeface="Zen Kaku Gothic New"/>
                <a:cs typeface="Zen Kaku Gothic New"/>
                <a:sym typeface="Zen Kaku Gothic New"/>
              </a:defRPr>
            </a:lvl2pPr>
            <a:lvl3pPr lvl="2">
              <a:buNone/>
              <a:defRPr sz="1000">
                <a:latin typeface="Zen Kaku Gothic New"/>
                <a:ea typeface="Zen Kaku Gothic New"/>
                <a:cs typeface="Zen Kaku Gothic New"/>
                <a:sym typeface="Zen Kaku Gothic New"/>
              </a:defRPr>
            </a:lvl3pPr>
            <a:lvl4pPr lvl="3">
              <a:buNone/>
              <a:defRPr sz="1000">
                <a:latin typeface="Zen Kaku Gothic New"/>
                <a:ea typeface="Zen Kaku Gothic New"/>
                <a:cs typeface="Zen Kaku Gothic New"/>
                <a:sym typeface="Zen Kaku Gothic New"/>
              </a:defRPr>
            </a:lvl4pPr>
            <a:lvl5pPr lvl="4">
              <a:buNone/>
              <a:defRPr sz="1000">
                <a:latin typeface="Zen Kaku Gothic New"/>
                <a:ea typeface="Zen Kaku Gothic New"/>
                <a:cs typeface="Zen Kaku Gothic New"/>
                <a:sym typeface="Zen Kaku Gothic New"/>
              </a:defRPr>
            </a:lvl5pPr>
            <a:lvl6pPr lvl="5">
              <a:buNone/>
              <a:defRPr sz="1000">
                <a:latin typeface="Zen Kaku Gothic New"/>
                <a:ea typeface="Zen Kaku Gothic New"/>
                <a:cs typeface="Zen Kaku Gothic New"/>
                <a:sym typeface="Zen Kaku Gothic New"/>
              </a:defRPr>
            </a:lvl6pPr>
            <a:lvl7pPr lvl="6">
              <a:buNone/>
              <a:defRPr sz="1000">
                <a:latin typeface="Zen Kaku Gothic New"/>
                <a:ea typeface="Zen Kaku Gothic New"/>
                <a:cs typeface="Zen Kaku Gothic New"/>
                <a:sym typeface="Zen Kaku Gothic New"/>
              </a:defRPr>
            </a:lvl7pPr>
            <a:lvl8pPr lvl="7">
              <a:buNone/>
              <a:defRPr sz="1000">
                <a:latin typeface="Zen Kaku Gothic New"/>
                <a:ea typeface="Zen Kaku Gothic New"/>
                <a:cs typeface="Zen Kaku Gothic New"/>
                <a:sym typeface="Zen Kaku Gothic New"/>
              </a:defRPr>
            </a:lvl8pPr>
            <a:lvl9pPr lvl="8">
              <a:buNone/>
              <a:defRPr sz="1000">
                <a:latin typeface="Zen Kaku Gothic New"/>
                <a:ea typeface="Zen Kaku Gothic New"/>
                <a:cs typeface="Zen Kaku Gothic New"/>
                <a:sym typeface="Zen Kaku Gothic New"/>
              </a:defRPr>
            </a:lvl9pPr>
          </a:lstStyle>
          <a:p>
            <a:pPr indent="0" lvl="0" marL="0" rtl="0" algn="l">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fery_STYLE">
  <p:cSld name="DEFAULT">
    <p:bg>
      <p:bgPr>
        <a:solidFill>
          <a:schemeClr val="lt1"/>
        </a:solidFill>
      </p:bgPr>
    </p:bg>
    <p:spTree>
      <p:nvGrpSpPr>
        <p:cNvPr id="84" name="Shape 84"/>
        <p:cNvGrpSpPr/>
        <p:nvPr/>
      </p:nvGrpSpPr>
      <p:grpSpPr>
        <a:xfrm>
          <a:off x="0" y="0"/>
          <a:ext cx="0" cy="0"/>
          <a:chOff x="0" y="0"/>
          <a:chExt cx="0" cy="0"/>
        </a:xfrm>
      </p:grpSpPr>
      <p:sp>
        <p:nvSpPr>
          <p:cNvPr id="85" name="Google Shape;85;p19"/>
          <p:cNvSpPr txBox="1"/>
          <p:nvPr/>
        </p:nvSpPr>
        <p:spPr>
          <a:xfrm>
            <a:off x="143475" y="4838206"/>
            <a:ext cx="15399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800">
                <a:solidFill>
                  <a:srgbClr val="6B7376"/>
                </a:solidFill>
              </a:rPr>
              <a:t>©︎2022  medup inc.</a:t>
            </a:r>
            <a:endParaRPr sz="800">
              <a:solidFill>
                <a:srgbClr val="6B7376"/>
              </a:solidFill>
            </a:endParaRPr>
          </a:p>
        </p:txBody>
      </p:sp>
      <p:sp>
        <p:nvSpPr>
          <p:cNvPr id="86" name="Google Shape;86;p19"/>
          <p:cNvSpPr/>
          <p:nvPr/>
        </p:nvSpPr>
        <p:spPr>
          <a:xfrm>
            <a:off x="305704" y="147225"/>
            <a:ext cx="6052800" cy="30150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None/>
            </a:pPr>
            <a:r>
              <a:t/>
            </a:r>
            <a:endParaRPr b="0" i="0" sz="1500" u="none" cap="none" strike="noStrike">
              <a:solidFill>
                <a:schemeClr val="dk1"/>
              </a:solidFill>
              <a:latin typeface="Calibri"/>
              <a:ea typeface="Calibri"/>
              <a:cs typeface="Calibri"/>
              <a:sym typeface="Calibri"/>
            </a:endParaRPr>
          </a:p>
        </p:txBody>
      </p:sp>
      <p:pic>
        <p:nvPicPr>
          <p:cNvPr descr="preencoded.png" id="87" name="Google Shape;87;p19"/>
          <p:cNvPicPr preferRelativeResize="0"/>
          <p:nvPr/>
        </p:nvPicPr>
        <p:blipFill rotWithShape="1">
          <a:blip r:embed="rId2">
            <a:alphaModFix/>
          </a:blip>
          <a:srcRect b="0" l="0" r="0" t="0"/>
          <a:stretch/>
        </p:blipFill>
        <p:spPr>
          <a:xfrm>
            <a:off x="0" y="519113"/>
            <a:ext cx="9144000" cy="28575"/>
          </a:xfrm>
          <a:prstGeom prst="rect">
            <a:avLst/>
          </a:prstGeom>
          <a:noFill/>
          <a:ln>
            <a:noFill/>
          </a:ln>
        </p:spPr>
      </p:pic>
      <p:pic>
        <p:nvPicPr>
          <p:cNvPr descr="preencoded.png" id="88" name="Google Shape;88;p19"/>
          <p:cNvPicPr preferRelativeResize="0"/>
          <p:nvPr/>
        </p:nvPicPr>
        <p:blipFill rotWithShape="1">
          <a:blip r:embed="rId3">
            <a:alphaModFix/>
          </a:blip>
          <a:srcRect b="0" l="0" r="0" t="0"/>
          <a:stretch/>
        </p:blipFill>
        <p:spPr>
          <a:xfrm>
            <a:off x="7967663" y="171450"/>
            <a:ext cx="928688" cy="219075"/>
          </a:xfrm>
          <a:prstGeom prst="rect">
            <a:avLst/>
          </a:prstGeom>
          <a:noFill/>
          <a:ln>
            <a:noFill/>
          </a:ln>
        </p:spPr>
      </p:pic>
      <p:sp>
        <p:nvSpPr>
          <p:cNvPr id="89" name="Google Shape;89;p19"/>
          <p:cNvSpPr txBox="1"/>
          <p:nvPr>
            <p:ph idx="12" type="sldNum"/>
          </p:nvPr>
        </p:nvSpPr>
        <p:spPr>
          <a:xfrm>
            <a:off x="8763484" y="4749901"/>
            <a:ext cx="548700" cy="393600"/>
          </a:xfrm>
          <a:prstGeom prst="rect">
            <a:avLst/>
          </a:prstGeom>
        </p:spPr>
        <p:txBody>
          <a:bodyPr anchorCtr="0" anchor="t" bIns="91425" lIns="91425" spcFirstLastPara="1" rIns="91425" wrap="square" tIns="91425">
            <a:noAutofit/>
          </a:bodyPr>
          <a:lstStyle>
            <a:lvl1pPr lvl="0">
              <a:buNone/>
              <a:defRPr sz="1000">
                <a:latin typeface="Zen Kaku Gothic New"/>
                <a:ea typeface="Zen Kaku Gothic New"/>
                <a:cs typeface="Zen Kaku Gothic New"/>
                <a:sym typeface="Zen Kaku Gothic New"/>
              </a:defRPr>
            </a:lvl1pPr>
            <a:lvl2pPr lvl="1">
              <a:buNone/>
              <a:defRPr sz="1000">
                <a:latin typeface="Zen Kaku Gothic New"/>
                <a:ea typeface="Zen Kaku Gothic New"/>
                <a:cs typeface="Zen Kaku Gothic New"/>
                <a:sym typeface="Zen Kaku Gothic New"/>
              </a:defRPr>
            </a:lvl2pPr>
            <a:lvl3pPr lvl="2">
              <a:buNone/>
              <a:defRPr sz="1000">
                <a:latin typeface="Zen Kaku Gothic New"/>
                <a:ea typeface="Zen Kaku Gothic New"/>
                <a:cs typeface="Zen Kaku Gothic New"/>
                <a:sym typeface="Zen Kaku Gothic New"/>
              </a:defRPr>
            </a:lvl3pPr>
            <a:lvl4pPr lvl="3">
              <a:buNone/>
              <a:defRPr sz="1000">
                <a:latin typeface="Zen Kaku Gothic New"/>
                <a:ea typeface="Zen Kaku Gothic New"/>
                <a:cs typeface="Zen Kaku Gothic New"/>
                <a:sym typeface="Zen Kaku Gothic New"/>
              </a:defRPr>
            </a:lvl4pPr>
            <a:lvl5pPr lvl="4">
              <a:buNone/>
              <a:defRPr sz="1000">
                <a:latin typeface="Zen Kaku Gothic New"/>
                <a:ea typeface="Zen Kaku Gothic New"/>
                <a:cs typeface="Zen Kaku Gothic New"/>
                <a:sym typeface="Zen Kaku Gothic New"/>
              </a:defRPr>
            </a:lvl5pPr>
            <a:lvl6pPr lvl="5">
              <a:buNone/>
              <a:defRPr sz="1000">
                <a:latin typeface="Zen Kaku Gothic New"/>
                <a:ea typeface="Zen Kaku Gothic New"/>
                <a:cs typeface="Zen Kaku Gothic New"/>
                <a:sym typeface="Zen Kaku Gothic New"/>
              </a:defRPr>
            </a:lvl6pPr>
            <a:lvl7pPr lvl="6">
              <a:buNone/>
              <a:defRPr sz="1000">
                <a:latin typeface="Zen Kaku Gothic New"/>
                <a:ea typeface="Zen Kaku Gothic New"/>
                <a:cs typeface="Zen Kaku Gothic New"/>
                <a:sym typeface="Zen Kaku Gothic New"/>
              </a:defRPr>
            </a:lvl7pPr>
            <a:lvl8pPr lvl="7">
              <a:buNone/>
              <a:defRPr sz="1000">
                <a:latin typeface="Zen Kaku Gothic New"/>
                <a:ea typeface="Zen Kaku Gothic New"/>
                <a:cs typeface="Zen Kaku Gothic New"/>
                <a:sym typeface="Zen Kaku Gothic New"/>
              </a:defRPr>
            </a:lvl8pPr>
            <a:lvl9pPr lvl="8">
              <a:buNone/>
              <a:defRPr sz="1000">
                <a:latin typeface="Zen Kaku Gothic New"/>
                <a:ea typeface="Zen Kaku Gothic New"/>
                <a:cs typeface="Zen Kaku Gothic New"/>
                <a:sym typeface="Zen Kaku Gothic New"/>
              </a:defRPr>
            </a:lvl9pPr>
          </a:lstStyle>
          <a:p>
            <a:pPr indent="0" lvl="0" marL="0" rtl="0" algn="l">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表紙_DeepGreen">
  <p:cSld name="TITLE_1">
    <p:bg>
      <p:bgPr>
        <a:solidFill>
          <a:schemeClr val="accent1"/>
        </a:solidFill>
      </p:bgPr>
    </p:bg>
    <p:spTree>
      <p:nvGrpSpPr>
        <p:cNvPr id="96" name="Shape 96"/>
        <p:cNvGrpSpPr/>
        <p:nvPr/>
      </p:nvGrpSpPr>
      <p:grpSpPr>
        <a:xfrm>
          <a:off x="0" y="0"/>
          <a:ext cx="0" cy="0"/>
          <a:chOff x="0" y="0"/>
          <a:chExt cx="0" cy="0"/>
        </a:xfrm>
      </p:grpSpPr>
      <p:pic>
        <p:nvPicPr>
          <p:cNvPr id="97" name="Google Shape;97;p21"/>
          <p:cNvPicPr preferRelativeResize="0"/>
          <p:nvPr/>
        </p:nvPicPr>
        <p:blipFill rotWithShape="1">
          <a:blip r:embed="rId2">
            <a:alphaModFix/>
          </a:blip>
          <a:srcRect b="8354" l="710" r="720" t="13283"/>
          <a:stretch/>
        </p:blipFill>
        <p:spPr>
          <a:xfrm>
            <a:off x="0" y="0"/>
            <a:ext cx="9144000" cy="5143500"/>
          </a:xfrm>
          <a:prstGeom prst="rect">
            <a:avLst/>
          </a:prstGeom>
          <a:noFill/>
          <a:ln>
            <a:noFill/>
          </a:ln>
        </p:spPr>
      </p:pic>
      <p:pic>
        <p:nvPicPr>
          <p:cNvPr id="98" name="Google Shape;98;p21"/>
          <p:cNvPicPr preferRelativeResize="0"/>
          <p:nvPr/>
        </p:nvPicPr>
        <p:blipFill>
          <a:blip r:embed="rId3">
            <a:alphaModFix/>
          </a:blip>
          <a:stretch>
            <a:fillRect/>
          </a:stretch>
        </p:blipFill>
        <p:spPr>
          <a:xfrm>
            <a:off x="3853493" y="4579100"/>
            <a:ext cx="1437015" cy="347750"/>
          </a:xfrm>
          <a:prstGeom prst="rect">
            <a:avLst/>
          </a:prstGeom>
          <a:noFill/>
          <a:ln>
            <a:noFill/>
          </a:ln>
        </p:spPr>
      </p:pic>
      <p:sp>
        <p:nvSpPr>
          <p:cNvPr id="99" name="Google Shape;99;p21" title="タイトル"/>
          <p:cNvSpPr txBox="1"/>
          <p:nvPr>
            <p:ph type="title"/>
          </p:nvPr>
        </p:nvSpPr>
        <p:spPr>
          <a:xfrm>
            <a:off x="200025" y="2128800"/>
            <a:ext cx="8743800" cy="538800"/>
          </a:xfrm>
          <a:prstGeom prst="rect">
            <a:avLst/>
          </a:prstGeom>
          <a:noFill/>
          <a:ln>
            <a:noFill/>
          </a:ln>
        </p:spPr>
        <p:txBody>
          <a:bodyPr anchorCtr="0" anchor="b" bIns="39550" lIns="79125" spcFirstLastPara="1" rIns="79125" wrap="square" tIns="39550">
            <a:noAutofit/>
          </a:bodyPr>
          <a:lstStyle>
            <a:lvl1pPr lvl="0" marR="0" algn="ctr">
              <a:lnSpc>
                <a:spcPct val="90000"/>
              </a:lnSpc>
              <a:spcBef>
                <a:spcPts val="0"/>
              </a:spcBef>
              <a:spcAft>
                <a:spcPts val="0"/>
              </a:spcAft>
              <a:buClr>
                <a:schemeClr val="lt1"/>
              </a:buClr>
              <a:buSzPts val="3200"/>
              <a:buNone/>
              <a:defRPr i="0" sz="3200" u="none" cap="none" strike="noStrike">
                <a:solidFill>
                  <a:schemeClr val="lt1"/>
                </a:solidFill>
              </a:defRPr>
            </a:lvl1pPr>
            <a:lvl2pPr lvl="1">
              <a:spcBef>
                <a:spcPts val="0"/>
              </a:spcBef>
              <a:spcAft>
                <a:spcPts val="0"/>
              </a:spcAft>
              <a:buSzPts val="1200"/>
              <a:buFont typeface="Noto Sans Thai"/>
              <a:buNone/>
              <a:defRPr b="1" sz="1600">
                <a:latin typeface="Noto Sans Thai"/>
                <a:ea typeface="Noto Sans Thai"/>
                <a:cs typeface="Noto Sans Thai"/>
                <a:sym typeface="Noto Sans Thai"/>
              </a:defRPr>
            </a:lvl2pPr>
            <a:lvl3pPr lvl="2">
              <a:spcBef>
                <a:spcPts val="0"/>
              </a:spcBef>
              <a:spcAft>
                <a:spcPts val="0"/>
              </a:spcAft>
              <a:buSzPts val="1200"/>
              <a:buFont typeface="Noto Sans Thai"/>
              <a:buNone/>
              <a:defRPr b="1" sz="1600">
                <a:latin typeface="Noto Sans Thai"/>
                <a:ea typeface="Noto Sans Thai"/>
                <a:cs typeface="Noto Sans Thai"/>
                <a:sym typeface="Noto Sans Thai"/>
              </a:defRPr>
            </a:lvl3pPr>
            <a:lvl4pPr lvl="3">
              <a:spcBef>
                <a:spcPts val="0"/>
              </a:spcBef>
              <a:spcAft>
                <a:spcPts val="0"/>
              </a:spcAft>
              <a:buSzPts val="1200"/>
              <a:buFont typeface="Noto Sans Thai"/>
              <a:buNone/>
              <a:defRPr b="1" sz="1600">
                <a:latin typeface="Noto Sans Thai"/>
                <a:ea typeface="Noto Sans Thai"/>
                <a:cs typeface="Noto Sans Thai"/>
                <a:sym typeface="Noto Sans Thai"/>
              </a:defRPr>
            </a:lvl4pPr>
            <a:lvl5pPr lvl="4">
              <a:spcBef>
                <a:spcPts val="0"/>
              </a:spcBef>
              <a:spcAft>
                <a:spcPts val="0"/>
              </a:spcAft>
              <a:buSzPts val="1200"/>
              <a:buFont typeface="Noto Sans Thai"/>
              <a:buNone/>
              <a:defRPr b="1" sz="1600">
                <a:latin typeface="Noto Sans Thai"/>
                <a:ea typeface="Noto Sans Thai"/>
                <a:cs typeface="Noto Sans Thai"/>
                <a:sym typeface="Noto Sans Thai"/>
              </a:defRPr>
            </a:lvl5pPr>
            <a:lvl6pPr lvl="5">
              <a:spcBef>
                <a:spcPts val="0"/>
              </a:spcBef>
              <a:spcAft>
                <a:spcPts val="0"/>
              </a:spcAft>
              <a:buSzPts val="1200"/>
              <a:buFont typeface="Noto Sans Thai"/>
              <a:buNone/>
              <a:defRPr b="1" sz="1600">
                <a:latin typeface="Noto Sans Thai"/>
                <a:ea typeface="Noto Sans Thai"/>
                <a:cs typeface="Noto Sans Thai"/>
                <a:sym typeface="Noto Sans Thai"/>
              </a:defRPr>
            </a:lvl6pPr>
            <a:lvl7pPr lvl="6">
              <a:spcBef>
                <a:spcPts val="0"/>
              </a:spcBef>
              <a:spcAft>
                <a:spcPts val="0"/>
              </a:spcAft>
              <a:buSzPts val="1200"/>
              <a:buFont typeface="Noto Sans Thai"/>
              <a:buNone/>
              <a:defRPr b="1" sz="1600">
                <a:latin typeface="Noto Sans Thai"/>
                <a:ea typeface="Noto Sans Thai"/>
                <a:cs typeface="Noto Sans Thai"/>
                <a:sym typeface="Noto Sans Thai"/>
              </a:defRPr>
            </a:lvl7pPr>
            <a:lvl8pPr lvl="7">
              <a:spcBef>
                <a:spcPts val="0"/>
              </a:spcBef>
              <a:spcAft>
                <a:spcPts val="0"/>
              </a:spcAft>
              <a:buSzPts val="1200"/>
              <a:buFont typeface="Noto Sans Thai"/>
              <a:buNone/>
              <a:defRPr b="1" sz="1600">
                <a:latin typeface="Noto Sans Thai"/>
                <a:ea typeface="Noto Sans Thai"/>
                <a:cs typeface="Noto Sans Thai"/>
                <a:sym typeface="Noto Sans Thai"/>
              </a:defRPr>
            </a:lvl8pPr>
            <a:lvl9pPr lvl="8">
              <a:spcBef>
                <a:spcPts val="0"/>
              </a:spcBef>
              <a:spcAft>
                <a:spcPts val="0"/>
              </a:spcAft>
              <a:buSzPts val="1200"/>
              <a:buFont typeface="Noto Sans Thai"/>
              <a:buNone/>
              <a:defRPr b="1" sz="1600">
                <a:latin typeface="Noto Sans Thai"/>
                <a:ea typeface="Noto Sans Thai"/>
                <a:cs typeface="Noto Sans Thai"/>
                <a:sym typeface="Noto Sans Thai"/>
              </a:defRPr>
            </a:lvl9pPr>
          </a:lstStyle>
          <a:p/>
        </p:txBody>
      </p:sp>
      <p:sp>
        <p:nvSpPr>
          <p:cNvPr id="100" name="Google Shape;100;p21" title="タイトル"/>
          <p:cNvSpPr txBox="1"/>
          <p:nvPr>
            <p:ph idx="2" type="title"/>
          </p:nvPr>
        </p:nvSpPr>
        <p:spPr>
          <a:xfrm>
            <a:off x="514350" y="2735100"/>
            <a:ext cx="8115300" cy="279600"/>
          </a:xfrm>
          <a:prstGeom prst="rect">
            <a:avLst/>
          </a:prstGeom>
          <a:noFill/>
          <a:ln>
            <a:noFill/>
          </a:ln>
        </p:spPr>
        <p:txBody>
          <a:bodyPr anchorCtr="0" anchor="t" bIns="39550" lIns="79125" spcFirstLastPara="1" rIns="79125" wrap="square" tIns="39550">
            <a:noAutofit/>
          </a:bodyPr>
          <a:lstStyle>
            <a:lvl1pPr lvl="0" marR="0" algn="ctr">
              <a:lnSpc>
                <a:spcPct val="90000"/>
              </a:lnSpc>
              <a:spcBef>
                <a:spcPts val="0"/>
              </a:spcBef>
              <a:spcAft>
                <a:spcPts val="0"/>
              </a:spcAft>
              <a:buClr>
                <a:schemeClr val="lt1"/>
              </a:buClr>
              <a:buSzPts val="1600"/>
              <a:buNone/>
              <a:defRPr i="0" sz="1600" u="none" cap="none" strike="noStrike">
                <a:solidFill>
                  <a:schemeClr val="lt1"/>
                </a:solidFill>
              </a:defRPr>
            </a:lvl1pPr>
            <a:lvl2pPr lvl="1">
              <a:spcBef>
                <a:spcPts val="0"/>
              </a:spcBef>
              <a:spcAft>
                <a:spcPts val="0"/>
              </a:spcAft>
              <a:buSzPts val="1600"/>
              <a:buFont typeface="Zen Kaku Gothic New"/>
              <a:buNone/>
              <a:defRPr>
                <a:latin typeface="Zen Kaku Gothic New"/>
                <a:ea typeface="Zen Kaku Gothic New"/>
                <a:cs typeface="Zen Kaku Gothic New"/>
                <a:sym typeface="Zen Kaku Gothic New"/>
              </a:defRPr>
            </a:lvl2pPr>
            <a:lvl3pPr lvl="2">
              <a:spcBef>
                <a:spcPts val="0"/>
              </a:spcBef>
              <a:spcAft>
                <a:spcPts val="0"/>
              </a:spcAft>
              <a:buSzPts val="1600"/>
              <a:buFont typeface="Zen Kaku Gothic New"/>
              <a:buNone/>
              <a:defRPr>
                <a:latin typeface="Zen Kaku Gothic New"/>
                <a:ea typeface="Zen Kaku Gothic New"/>
                <a:cs typeface="Zen Kaku Gothic New"/>
                <a:sym typeface="Zen Kaku Gothic New"/>
              </a:defRPr>
            </a:lvl3pPr>
            <a:lvl4pPr lvl="3">
              <a:spcBef>
                <a:spcPts val="0"/>
              </a:spcBef>
              <a:spcAft>
                <a:spcPts val="0"/>
              </a:spcAft>
              <a:buSzPts val="1600"/>
              <a:buFont typeface="Zen Kaku Gothic New"/>
              <a:buNone/>
              <a:defRPr>
                <a:latin typeface="Zen Kaku Gothic New"/>
                <a:ea typeface="Zen Kaku Gothic New"/>
                <a:cs typeface="Zen Kaku Gothic New"/>
                <a:sym typeface="Zen Kaku Gothic New"/>
              </a:defRPr>
            </a:lvl4pPr>
            <a:lvl5pPr lvl="4">
              <a:spcBef>
                <a:spcPts val="0"/>
              </a:spcBef>
              <a:spcAft>
                <a:spcPts val="0"/>
              </a:spcAft>
              <a:buSzPts val="1600"/>
              <a:buFont typeface="Zen Kaku Gothic New"/>
              <a:buNone/>
              <a:defRPr>
                <a:latin typeface="Zen Kaku Gothic New"/>
                <a:ea typeface="Zen Kaku Gothic New"/>
                <a:cs typeface="Zen Kaku Gothic New"/>
                <a:sym typeface="Zen Kaku Gothic New"/>
              </a:defRPr>
            </a:lvl5pPr>
            <a:lvl6pPr lvl="5">
              <a:spcBef>
                <a:spcPts val="0"/>
              </a:spcBef>
              <a:spcAft>
                <a:spcPts val="0"/>
              </a:spcAft>
              <a:buSzPts val="1600"/>
              <a:buFont typeface="Zen Kaku Gothic New"/>
              <a:buNone/>
              <a:defRPr>
                <a:latin typeface="Zen Kaku Gothic New"/>
                <a:ea typeface="Zen Kaku Gothic New"/>
                <a:cs typeface="Zen Kaku Gothic New"/>
                <a:sym typeface="Zen Kaku Gothic New"/>
              </a:defRPr>
            </a:lvl6pPr>
            <a:lvl7pPr lvl="6">
              <a:spcBef>
                <a:spcPts val="0"/>
              </a:spcBef>
              <a:spcAft>
                <a:spcPts val="0"/>
              </a:spcAft>
              <a:buSzPts val="1600"/>
              <a:buFont typeface="Zen Kaku Gothic New"/>
              <a:buNone/>
              <a:defRPr>
                <a:latin typeface="Zen Kaku Gothic New"/>
                <a:ea typeface="Zen Kaku Gothic New"/>
                <a:cs typeface="Zen Kaku Gothic New"/>
                <a:sym typeface="Zen Kaku Gothic New"/>
              </a:defRPr>
            </a:lvl7pPr>
            <a:lvl8pPr lvl="7">
              <a:spcBef>
                <a:spcPts val="0"/>
              </a:spcBef>
              <a:spcAft>
                <a:spcPts val="0"/>
              </a:spcAft>
              <a:buSzPts val="1600"/>
              <a:buFont typeface="Zen Kaku Gothic New"/>
              <a:buNone/>
              <a:defRPr>
                <a:latin typeface="Zen Kaku Gothic New"/>
                <a:ea typeface="Zen Kaku Gothic New"/>
                <a:cs typeface="Zen Kaku Gothic New"/>
                <a:sym typeface="Zen Kaku Gothic New"/>
              </a:defRPr>
            </a:lvl8pPr>
            <a:lvl9pPr lvl="8">
              <a:spcBef>
                <a:spcPts val="0"/>
              </a:spcBef>
              <a:spcAft>
                <a:spcPts val="0"/>
              </a:spcAft>
              <a:buSzPts val="1600"/>
              <a:buFont typeface="Zen Kaku Gothic New"/>
              <a:buNone/>
              <a:defRPr>
                <a:latin typeface="Zen Kaku Gothic New"/>
                <a:ea typeface="Zen Kaku Gothic New"/>
                <a:cs typeface="Zen Kaku Gothic New"/>
                <a:sym typeface="Zen Kaku Gothic New"/>
              </a:defRPr>
            </a:lvl9pPr>
          </a:lstStyle>
          <a:p/>
        </p:txBody>
      </p:sp>
      <p:sp>
        <p:nvSpPr>
          <p:cNvPr id="101" name="Google Shape;101;p21"/>
          <p:cNvSpPr txBox="1"/>
          <p:nvPr>
            <p:ph idx="12" type="sldNum"/>
          </p:nvPr>
        </p:nvSpPr>
        <p:spPr>
          <a:xfrm>
            <a:off x="8763484" y="4749901"/>
            <a:ext cx="548700" cy="393600"/>
          </a:xfrm>
          <a:prstGeom prst="rect">
            <a:avLst/>
          </a:prstGeom>
        </p:spPr>
        <p:txBody>
          <a:bodyPr anchorCtr="0" anchor="t" bIns="91425" lIns="91425" spcFirstLastPara="1" rIns="91425" wrap="square" tIns="91425">
            <a:noAutofit/>
          </a:bodyPr>
          <a:lstStyle>
            <a:lvl1pPr lvl="0">
              <a:buNone/>
              <a:defRPr sz="1000">
                <a:latin typeface="Zen Kaku Gothic New"/>
                <a:ea typeface="Zen Kaku Gothic New"/>
                <a:cs typeface="Zen Kaku Gothic New"/>
                <a:sym typeface="Zen Kaku Gothic New"/>
              </a:defRPr>
            </a:lvl1pPr>
            <a:lvl2pPr lvl="1">
              <a:buNone/>
              <a:defRPr sz="1000">
                <a:latin typeface="Zen Kaku Gothic New"/>
                <a:ea typeface="Zen Kaku Gothic New"/>
                <a:cs typeface="Zen Kaku Gothic New"/>
                <a:sym typeface="Zen Kaku Gothic New"/>
              </a:defRPr>
            </a:lvl2pPr>
            <a:lvl3pPr lvl="2">
              <a:buNone/>
              <a:defRPr sz="1000">
                <a:latin typeface="Zen Kaku Gothic New"/>
                <a:ea typeface="Zen Kaku Gothic New"/>
                <a:cs typeface="Zen Kaku Gothic New"/>
                <a:sym typeface="Zen Kaku Gothic New"/>
              </a:defRPr>
            </a:lvl3pPr>
            <a:lvl4pPr lvl="3">
              <a:buNone/>
              <a:defRPr sz="1000">
                <a:latin typeface="Zen Kaku Gothic New"/>
                <a:ea typeface="Zen Kaku Gothic New"/>
                <a:cs typeface="Zen Kaku Gothic New"/>
                <a:sym typeface="Zen Kaku Gothic New"/>
              </a:defRPr>
            </a:lvl4pPr>
            <a:lvl5pPr lvl="4">
              <a:buNone/>
              <a:defRPr sz="1000">
                <a:latin typeface="Zen Kaku Gothic New"/>
                <a:ea typeface="Zen Kaku Gothic New"/>
                <a:cs typeface="Zen Kaku Gothic New"/>
                <a:sym typeface="Zen Kaku Gothic New"/>
              </a:defRPr>
            </a:lvl5pPr>
            <a:lvl6pPr lvl="5">
              <a:buNone/>
              <a:defRPr sz="1000">
                <a:latin typeface="Zen Kaku Gothic New"/>
                <a:ea typeface="Zen Kaku Gothic New"/>
                <a:cs typeface="Zen Kaku Gothic New"/>
                <a:sym typeface="Zen Kaku Gothic New"/>
              </a:defRPr>
            </a:lvl6pPr>
            <a:lvl7pPr lvl="6">
              <a:buNone/>
              <a:defRPr sz="1000">
                <a:latin typeface="Zen Kaku Gothic New"/>
                <a:ea typeface="Zen Kaku Gothic New"/>
                <a:cs typeface="Zen Kaku Gothic New"/>
                <a:sym typeface="Zen Kaku Gothic New"/>
              </a:defRPr>
            </a:lvl7pPr>
            <a:lvl8pPr lvl="7">
              <a:buNone/>
              <a:defRPr sz="1000">
                <a:latin typeface="Zen Kaku Gothic New"/>
                <a:ea typeface="Zen Kaku Gothic New"/>
                <a:cs typeface="Zen Kaku Gothic New"/>
                <a:sym typeface="Zen Kaku Gothic New"/>
              </a:defRPr>
            </a:lvl8pPr>
            <a:lvl9pPr lvl="8">
              <a:buNone/>
              <a:defRPr sz="1000">
                <a:latin typeface="Zen Kaku Gothic New"/>
                <a:ea typeface="Zen Kaku Gothic New"/>
                <a:cs typeface="Zen Kaku Gothic New"/>
                <a:sym typeface="Zen Kaku Gothic New"/>
              </a:defRPr>
            </a:lvl9pPr>
          </a:lstStyle>
          <a:p>
            <a:pPr indent="0" lvl="0" marL="0" rtl="0" algn="l">
              <a:spcBef>
                <a:spcPts val="0"/>
              </a:spcBef>
              <a:spcAft>
                <a:spcPts val="0"/>
              </a:spcAft>
              <a:buNone/>
            </a:pPr>
            <a:fld id="{00000000-1234-1234-1234-123412341234}" type="slidenum">
              <a:rPr lang="ja"/>
              <a:t>‹#›</a:t>
            </a:fld>
            <a:endParaRPr/>
          </a:p>
        </p:txBody>
      </p:sp>
    </p:spTree>
  </p:cSld>
  <p:clrMapOvr>
    <a:masterClrMapping/>
  </p:clrMapOvr>
  <p:extLst>
    <p:ext uri="{DCECCB84-F9BA-43D5-87BE-67443E8EF086}">
      <p15:sldGuideLst>
        <p15:guide id="1" orient="horz" pos="324">
          <p15:clr>
            <a:srgbClr val="FA7B17"/>
          </p15:clr>
        </p15:guide>
        <p15:guide id="2" orient="horz" pos="2915">
          <p15:clr>
            <a:srgbClr val="FA7B17"/>
          </p15:clr>
        </p15:guide>
        <p15:guide id="3" orient="horz" pos="3078">
          <p15:clr>
            <a:srgbClr val="FA7B17"/>
          </p15:clr>
        </p15:guide>
        <p15:guide id="4" orient="horz" pos="162">
          <p15:clr>
            <a:srgbClr val="FA7B17"/>
          </p15:clr>
        </p15:guide>
        <p15:guide id="5" pos="324">
          <p15:clr>
            <a:srgbClr val="FA7B17"/>
          </p15:clr>
        </p15:guide>
        <p15:guide id="6" pos="163">
          <p15:clr>
            <a:srgbClr val="FA7B17"/>
          </p15:clr>
        </p15:guide>
        <p15:guide id="7" pos="5436">
          <p15:clr>
            <a:srgbClr val="FA7B17"/>
          </p15:clr>
        </p15:guide>
        <p15:guide id="8" pos="5597">
          <p15:clr>
            <a:srgbClr val="FA7B17"/>
          </p15:clr>
        </p15:guide>
        <p15:guide id="9" orient="horz" pos="487">
          <p15:clr>
            <a:srgbClr val="FA7B17"/>
          </p15:clr>
        </p15:guide>
      </p15:sldGuideLst>
    </p:ext>
  </p:extLs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表紙 Light Green">
  <p:cSld name="TITLE_1_5">
    <p:bg>
      <p:bgPr>
        <a:solidFill>
          <a:schemeClr val="dk2"/>
        </a:solidFill>
      </p:bgPr>
    </p:bg>
    <p:spTree>
      <p:nvGrpSpPr>
        <p:cNvPr id="102" name="Shape 102"/>
        <p:cNvGrpSpPr/>
        <p:nvPr/>
      </p:nvGrpSpPr>
      <p:grpSpPr>
        <a:xfrm>
          <a:off x="0" y="0"/>
          <a:ext cx="0" cy="0"/>
          <a:chOff x="0" y="0"/>
          <a:chExt cx="0" cy="0"/>
        </a:xfrm>
      </p:grpSpPr>
      <p:pic>
        <p:nvPicPr>
          <p:cNvPr id="103" name="Google Shape;103;p22"/>
          <p:cNvPicPr preferRelativeResize="0"/>
          <p:nvPr/>
        </p:nvPicPr>
        <p:blipFill rotWithShape="1">
          <a:blip r:embed="rId2">
            <a:alphaModFix/>
          </a:blip>
          <a:srcRect b="8354" l="720" r="710" t="13283"/>
          <a:stretch/>
        </p:blipFill>
        <p:spPr>
          <a:xfrm>
            <a:off x="0" y="0"/>
            <a:ext cx="9144000" cy="5143500"/>
          </a:xfrm>
          <a:prstGeom prst="rect">
            <a:avLst/>
          </a:prstGeom>
          <a:noFill/>
          <a:ln>
            <a:noFill/>
          </a:ln>
        </p:spPr>
      </p:pic>
      <p:pic>
        <p:nvPicPr>
          <p:cNvPr id="104" name="Google Shape;104;p22"/>
          <p:cNvPicPr preferRelativeResize="0"/>
          <p:nvPr/>
        </p:nvPicPr>
        <p:blipFill>
          <a:blip r:embed="rId3">
            <a:alphaModFix/>
          </a:blip>
          <a:stretch>
            <a:fillRect/>
          </a:stretch>
        </p:blipFill>
        <p:spPr>
          <a:xfrm>
            <a:off x="3853493" y="4579100"/>
            <a:ext cx="1437015" cy="347750"/>
          </a:xfrm>
          <a:prstGeom prst="rect">
            <a:avLst/>
          </a:prstGeom>
          <a:noFill/>
          <a:ln>
            <a:noFill/>
          </a:ln>
        </p:spPr>
      </p:pic>
      <p:sp>
        <p:nvSpPr>
          <p:cNvPr id="105" name="Google Shape;105;p22" title="タイトル"/>
          <p:cNvSpPr txBox="1"/>
          <p:nvPr>
            <p:ph type="title"/>
          </p:nvPr>
        </p:nvSpPr>
        <p:spPr>
          <a:xfrm>
            <a:off x="200025" y="2128800"/>
            <a:ext cx="8743800" cy="538800"/>
          </a:xfrm>
          <a:prstGeom prst="rect">
            <a:avLst/>
          </a:prstGeom>
          <a:noFill/>
          <a:ln>
            <a:noFill/>
          </a:ln>
        </p:spPr>
        <p:txBody>
          <a:bodyPr anchorCtr="0" anchor="b" bIns="39550" lIns="79125" spcFirstLastPara="1" rIns="79125" wrap="square" tIns="39550">
            <a:noAutofit/>
          </a:bodyPr>
          <a:lstStyle>
            <a:lvl1pPr lvl="0" marR="0" algn="ctr">
              <a:lnSpc>
                <a:spcPct val="90000"/>
              </a:lnSpc>
              <a:spcBef>
                <a:spcPts val="0"/>
              </a:spcBef>
              <a:spcAft>
                <a:spcPts val="0"/>
              </a:spcAft>
              <a:buClr>
                <a:schemeClr val="dk1"/>
              </a:buClr>
              <a:buSzPts val="3200"/>
              <a:buNone/>
              <a:defRPr i="0" sz="3200" u="none" cap="none" strike="noStrike">
                <a:solidFill>
                  <a:schemeClr val="dk1"/>
                </a:solidFill>
              </a:defRPr>
            </a:lvl1pPr>
            <a:lvl2pPr lvl="1">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2pPr>
            <a:lvl3pPr lvl="2">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3pPr>
            <a:lvl4pPr lvl="3">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4pPr>
            <a:lvl5pPr lvl="4">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5pPr>
            <a:lvl6pPr lvl="5">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6pPr>
            <a:lvl7pPr lvl="6">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7pPr>
            <a:lvl8pPr lvl="7">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8pPr>
            <a:lvl9pPr lvl="8">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9pPr>
          </a:lstStyle>
          <a:p/>
        </p:txBody>
      </p:sp>
      <p:sp>
        <p:nvSpPr>
          <p:cNvPr id="106" name="Google Shape;106;p22" title="タイトル"/>
          <p:cNvSpPr txBox="1"/>
          <p:nvPr>
            <p:ph idx="2" type="title"/>
          </p:nvPr>
        </p:nvSpPr>
        <p:spPr>
          <a:xfrm>
            <a:off x="514350" y="2735100"/>
            <a:ext cx="8115300" cy="279600"/>
          </a:xfrm>
          <a:prstGeom prst="rect">
            <a:avLst/>
          </a:prstGeom>
          <a:noFill/>
          <a:ln>
            <a:noFill/>
          </a:ln>
        </p:spPr>
        <p:txBody>
          <a:bodyPr anchorCtr="0" anchor="t" bIns="39550" lIns="79125" spcFirstLastPara="1" rIns="79125" wrap="square" tIns="39550">
            <a:noAutofit/>
          </a:bodyPr>
          <a:lstStyle>
            <a:lvl1pPr lvl="0" marR="0" algn="ctr">
              <a:lnSpc>
                <a:spcPct val="90000"/>
              </a:lnSpc>
              <a:spcBef>
                <a:spcPts val="0"/>
              </a:spcBef>
              <a:spcAft>
                <a:spcPts val="0"/>
              </a:spcAft>
              <a:buClr>
                <a:schemeClr val="dk1"/>
              </a:buClr>
              <a:buSzPts val="1600"/>
              <a:buNone/>
              <a:defRPr i="0" sz="1600" u="none" cap="none" strike="noStrike">
                <a:solidFill>
                  <a:schemeClr val="dk1"/>
                </a:solidFill>
              </a:defRPr>
            </a:lvl1pPr>
            <a:lvl2pPr lvl="1">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2pPr>
            <a:lvl3pPr lvl="2">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3pPr>
            <a:lvl4pPr lvl="3">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4pPr>
            <a:lvl5pPr lvl="4">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5pPr>
            <a:lvl6pPr lvl="5">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6pPr>
            <a:lvl7pPr lvl="6">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7pPr>
            <a:lvl8pPr lvl="7">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8pPr>
            <a:lvl9pPr lvl="8">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9pPr>
          </a:lstStyle>
          <a:p/>
        </p:txBody>
      </p:sp>
      <p:sp>
        <p:nvSpPr>
          <p:cNvPr id="107" name="Google Shape;107;p22"/>
          <p:cNvSpPr txBox="1"/>
          <p:nvPr>
            <p:ph idx="12" type="sldNum"/>
          </p:nvPr>
        </p:nvSpPr>
        <p:spPr>
          <a:xfrm>
            <a:off x="8763484" y="4749901"/>
            <a:ext cx="548700" cy="393600"/>
          </a:xfrm>
          <a:prstGeom prst="rect">
            <a:avLst/>
          </a:prstGeom>
        </p:spPr>
        <p:txBody>
          <a:bodyPr anchorCtr="0" anchor="t" bIns="91425" lIns="91425" spcFirstLastPara="1" rIns="91425" wrap="square" tIns="91425">
            <a:noAutofit/>
          </a:bodyPr>
          <a:lstStyle>
            <a:lvl1pPr lvl="0">
              <a:buNone/>
              <a:defRPr sz="1000">
                <a:latin typeface="Zen Kaku Gothic New"/>
                <a:ea typeface="Zen Kaku Gothic New"/>
                <a:cs typeface="Zen Kaku Gothic New"/>
                <a:sym typeface="Zen Kaku Gothic New"/>
              </a:defRPr>
            </a:lvl1pPr>
            <a:lvl2pPr lvl="1">
              <a:buNone/>
              <a:defRPr sz="1000">
                <a:latin typeface="Zen Kaku Gothic New"/>
                <a:ea typeface="Zen Kaku Gothic New"/>
                <a:cs typeface="Zen Kaku Gothic New"/>
                <a:sym typeface="Zen Kaku Gothic New"/>
              </a:defRPr>
            </a:lvl2pPr>
            <a:lvl3pPr lvl="2">
              <a:buNone/>
              <a:defRPr sz="1000">
                <a:latin typeface="Zen Kaku Gothic New"/>
                <a:ea typeface="Zen Kaku Gothic New"/>
                <a:cs typeface="Zen Kaku Gothic New"/>
                <a:sym typeface="Zen Kaku Gothic New"/>
              </a:defRPr>
            </a:lvl3pPr>
            <a:lvl4pPr lvl="3">
              <a:buNone/>
              <a:defRPr sz="1000">
                <a:latin typeface="Zen Kaku Gothic New"/>
                <a:ea typeface="Zen Kaku Gothic New"/>
                <a:cs typeface="Zen Kaku Gothic New"/>
                <a:sym typeface="Zen Kaku Gothic New"/>
              </a:defRPr>
            </a:lvl4pPr>
            <a:lvl5pPr lvl="4">
              <a:buNone/>
              <a:defRPr sz="1000">
                <a:latin typeface="Zen Kaku Gothic New"/>
                <a:ea typeface="Zen Kaku Gothic New"/>
                <a:cs typeface="Zen Kaku Gothic New"/>
                <a:sym typeface="Zen Kaku Gothic New"/>
              </a:defRPr>
            </a:lvl5pPr>
            <a:lvl6pPr lvl="5">
              <a:buNone/>
              <a:defRPr sz="1000">
                <a:latin typeface="Zen Kaku Gothic New"/>
                <a:ea typeface="Zen Kaku Gothic New"/>
                <a:cs typeface="Zen Kaku Gothic New"/>
                <a:sym typeface="Zen Kaku Gothic New"/>
              </a:defRPr>
            </a:lvl6pPr>
            <a:lvl7pPr lvl="6">
              <a:buNone/>
              <a:defRPr sz="1000">
                <a:latin typeface="Zen Kaku Gothic New"/>
                <a:ea typeface="Zen Kaku Gothic New"/>
                <a:cs typeface="Zen Kaku Gothic New"/>
                <a:sym typeface="Zen Kaku Gothic New"/>
              </a:defRPr>
            </a:lvl7pPr>
            <a:lvl8pPr lvl="7">
              <a:buNone/>
              <a:defRPr sz="1000">
                <a:latin typeface="Zen Kaku Gothic New"/>
                <a:ea typeface="Zen Kaku Gothic New"/>
                <a:cs typeface="Zen Kaku Gothic New"/>
                <a:sym typeface="Zen Kaku Gothic New"/>
              </a:defRPr>
            </a:lvl8pPr>
            <a:lvl9pPr lvl="8">
              <a:buNone/>
              <a:defRPr sz="1000">
                <a:latin typeface="Zen Kaku Gothic New"/>
                <a:ea typeface="Zen Kaku Gothic New"/>
                <a:cs typeface="Zen Kaku Gothic New"/>
                <a:sym typeface="Zen Kaku Gothic New"/>
              </a:defRPr>
            </a:lvl9pPr>
          </a:lstStyle>
          <a:p>
            <a:pPr indent="0" lvl="0" marL="0" rtl="0" algn="l">
              <a:spcBef>
                <a:spcPts val="0"/>
              </a:spcBef>
              <a:spcAft>
                <a:spcPts val="0"/>
              </a:spcAft>
              <a:buNone/>
            </a:pPr>
            <a:fld id="{00000000-1234-1234-1234-123412341234}" type="slidenum">
              <a:rPr lang="ja"/>
              <a:t>‹#›</a:t>
            </a:fld>
            <a:endParaRPr/>
          </a:p>
        </p:txBody>
      </p:sp>
    </p:spTree>
  </p:cSld>
  <p:clrMapOvr>
    <a:masterClrMapping/>
  </p:clrMapOvr>
  <p:extLst>
    <p:ext uri="{DCECCB84-F9BA-43D5-87BE-67443E8EF086}">
      <p15:sldGuideLst>
        <p15:guide id="1" orient="horz" pos="324">
          <p15:clr>
            <a:srgbClr val="FA7B17"/>
          </p15:clr>
        </p15:guide>
        <p15:guide id="2" orient="horz" pos="2915">
          <p15:clr>
            <a:srgbClr val="FA7B17"/>
          </p15:clr>
        </p15:guide>
        <p15:guide id="3" orient="horz" pos="3078">
          <p15:clr>
            <a:srgbClr val="FA7B17"/>
          </p15:clr>
        </p15:guide>
        <p15:guide id="4" orient="horz" pos="162">
          <p15:clr>
            <a:srgbClr val="FA7B17"/>
          </p15:clr>
        </p15:guide>
        <p15:guide id="5" pos="324">
          <p15:clr>
            <a:srgbClr val="FA7B17"/>
          </p15:clr>
        </p15:guide>
        <p15:guide id="6" pos="163">
          <p15:clr>
            <a:srgbClr val="FA7B17"/>
          </p15:clr>
        </p15:guide>
        <p15:guide id="7" pos="5436">
          <p15:clr>
            <a:srgbClr val="FA7B17"/>
          </p15:clr>
        </p15:guide>
        <p15:guide id="8" pos="5597">
          <p15:clr>
            <a:srgbClr val="FA7B17"/>
          </p15:clr>
        </p15:guide>
        <p15:guide id="9" orient="horz" pos="487">
          <p15:clr>
            <a:srgbClr val="FA7B17"/>
          </p15:clr>
        </p15:guide>
      </p15:sldGuideLst>
    </p:ext>
  </p:extLs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表紙 Light Green_ナンバリングあり">
  <p:cSld name="TITLE_1_5_1">
    <p:bg>
      <p:bgPr>
        <a:solidFill>
          <a:schemeClr val="dk2"/>
        </a:solidFill>
      </p:bgPr>
    </p:bg>
    <p:spTree>
      <p:nvGrpSpPr>
        <p:cNvPr id="108" name="Shape 108"/>
        <p:cNvGrpSpPr/>
        <p:nvPr/>
      </p:nvGrpSpPr>
      <p:grpSpPr>
        <a:xfrm>
          <a:off x="0" y="0"/>
          <a:ext cx="0" cy="0"/>
          <a:chOff x="0" y="0"/>
          <a:chExt cx="0" cy="0"/>
        </a:xfrm>
      </p:grpSpPr>
      <p:pic>
        <p:nvPicPr>
          <p:cNvPr id="109" name="Google Shape;109;p23"/>
          <p:cNvPicPr preferRelativeResize="0"/>
          <p:nvPr/>
        </p:nvPicPr>
        <p:blipFill rotWithShape="1">
          <a:blip r:embed="rId2">
            <a:alphaModFix/>
          </a:blip>
          <a:srcRect b="8354" l="720" r="710" t="13283"/>
          <a:stretch/>
        </p:blipFill>
        <p:spPr>
          <a:xfrm>
            <a:off x="0" y="0"/>
            <a:ext cx="9144000" cy="5143500"/>
          </a:xfrm>
          <a:prstGeom prst="rect">
            <a:avLst/>
          </a:prstGeom>
          <a:noFill/>
          <a:ln>
            <a:noFill/>
          </a:ln>
        </p:spPr>
      </p:pic>
      <p:pic>
        <p:nvPicPr>
          <p:cNvPr id="110" name="Google Shape;110;p23"/>
          <p:cNvPicPr preferRelativeResize="0"/>
          <p:nvPr/>
        </p:nvPicPr>
        <p:blipFill>
          <a:blip r:embed="rId3">
            <a:alphaModFix/>
          </a:blip>
          <a:stretch>
            <a:fillRect/>
          </a:stretch>
        </p:blipFill>
        <p:spPr>
          <a:xfrm>
            <a:off x="3853493" y="4579100"/>
            <a:ext cx="1437015" cy="347750"/>
          </a:xfrm>
          <a:prstGeom prst="rect">
            <a:avLst/>
          </a:prstGeom>
          <a:noFill/>
          <a:ln>
            <a:noFill/>
          </a:ln>
        </p:spPr>
      </p:pic>
      <p:sp>
        <p:nvSpPr>
          <p:cNvPr id="111" name="Google Shape;111;p23" title="タイトル"/>
          <p:cNvSpPr txBox="1"/>
          <p:nvPr>
            <p:ph type="title"/>
          </p:nvPr>
        </p:nvSpPr>
        <p:spPr>
          <a:xfrm>
            <a:off x="200025" y="2368575"/>
            <a:ext cx="8743800" cy="538800"/>
          </a:xfrm>
          <a:prstGeom prst="rect">
            <a:avLst/>
          </a:prstGeom>
          <a:noFill/>
          <a:ln>
            <a:noFill/>
          </a:ln>
        </p:spPr>
        <p:txBody>
          <a:bodyPr anchorCtr="0" anchor="b" bIns="39550" lIns="79125" spcFirstLastPara="1" rIns="79125" wrap="square" tIns="39550">
            <a:noAutofit/>
          </a:bodyPr>
          <a:lstStyle>
            <a:lvl1pPr lvl="0" marR="0" algn="ctr">
              <a:lnSpc>
                <a:spcPct val="90000"/>
              </a:lnSpc>
              <a:spcBef>
                <a:spcPts val="0"/>
              </a:spcBef>
              <a:spcAft>
                <a:spcPts val="0"/>
              </a:spcAft>
              <a:buClr>
                <a:schemeClr val="dk1"/>
              </a:buClr>
              <a:buSzPts val="3200"/>
              <a:buNone/>
              <a:defRPr i="0" sz="3200" u="none" cap="none" strike="noStrike">
                <a:solidFill>
                  <a:schemeClr val="dk1"/>
                </a:solidFill>
              </a:defRPr>
            </a:lvl1pPr>
            <a:lvl2pPr lvl="1">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2pPr>
            <a:lvl3pPr lvl="2">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3pPr>
            <a:lvl4pPr lvl="3">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4pPr>
            <a:lvl5pPr lvl="4">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5pPr>
            <a:lvl6pPr lvl="5">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6pPr>
            <a:lvl7pPr lvl="6">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7pPr>
            <a:lvl8pPr lvl="7">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8pPr>
            <a:lvl9pPr lvl="8">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9pPr>
          </a:lstStyle>
          <a:p/>
        </p:txBody>
      </p:sp>
      <p:sp>
        <p:nvSpPr>
          <p:cNvPr id="112" name="Google Shape;112;p23" title="タイトル"/>
          <p:cNvSpPr txBox="1"/>
          <p:nvPr>
            <p:ph idx="2" type="title"/>
          </p:nvPr>
        </p:nvSpPr>
        <p:spPr>
          <a:xfrm>
            <a:off x="514350" y="2974875"/>
            <a:ext cx="8115300" cy="279600"/>
          </a:xfrm>
          <a:prstGeom prst="rect">
            <a:avLst/>
          </a:prstGeom>
          <a:noFill/>
          <a:ln>
            <a:noFill/>
          </a:ln>
        </p:spPr>
        <p:txBody>
          <a:bodyPr anchorCtr="0" anchor="t" bIns="39550" lIns="79125" spcFirstLastPara="1" rIns="79125" wrap="square" tIns="39550">
            <a:noAutofit/>
          </a:bodyPr>
          <a:lstStyle>
            <a:lvl1pPr lvl="0" marR="0" algn="ctr">
              <a:lnSpc>
                <a:spcPct val="90000"/>
              </a:lnSpc>
              <a:spcBef>
                <a:spcPts val="0"/>
              </a:spcBef>
              <a:spcAft>
                <a:spcPts val="0"/>
              </a:spcAft>
              <a:buClr>
                <a:schemeClr val="dk1"/>
              </a:buClr>
              <a:buSzPts val="1600"/>
              <a:buNone/>
              <a:defRPr i="0" sz="1600" u="none" cap="none" strike="noStrike">
                <a:solidFill>
                  <a:schemeClr val="dk1"/>
                </a:solidFill>
              </a:defRPr>
            </a:lvl1pPr>
            <a:lvl2pPr lvl="1">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2pPr>
            <a:lvl3pPr lvl="2">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3pPr>
            <a:lvl4pPr lvl="3">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4pPr>
            <a:lvl5pPr lvl="4">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5pPr>
            <a:lvl6pPr lvl="5">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6pPr>
            <a:lvl7pPr lvl="6">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7pPr>
            <a:lvl8pPr lvl="7">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8pPr>
            <a:lvl9pPr lvl="8">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9pPr>
          </a:lstStyle>
          <a:p/>
        </p:txBody>
      </p:sp>
      <p:sp>
        <p:nvSpPr>
          <p:cNvPr id="113" name="Google Shape;113;p23" title="タイトル"/>
          <p:cNvSpPr txBox="1"/>
          <p:nvPr>
            <p:ph idx="3" type="title"/>
          </p:nvPr>
        </p:nvSpPr>
        <p:spPr>
          <a:xfrm>
            <a:off x="514350" y="1841400"/>
            <a:ext cx="8115300" cy="347700"/>
          </a:xfrm>
          <a:prstGeom prst="rect">
            <a:avLst/>
          </a:prstGeom>
          <a:noFill/>
          <a:ln>
            <a:noFill/>
          </a:ln>
        </p:spPr>
        <p:txBody>
          <a:bodyPr anchorCtr="0" anchor="t" bIns="39550" lIns="79125" spcFirstLastPara="1" rIns="79125" wrap="square" tIns="39550">
            <a:spAutoFit/>
          </a:bodyPr>
          <a:lstStyle>
            <a:lvl1pPr lvl="0" marR="0" algn="ctr">
              <a:lnSpc>
                <a:spcPct val="90000"/>
              </a:lnSpc>
              <a:spcBef>
                <a:spcPts val="0"/>
              </a:spcBef>
              <a:spcAft>
                <a:spcPts val="0"/>
              </a:spcAft>
              <a:buClr>
                <a:schemeClr val="dk1"/>
              </a:buClr>
              <a:buSzPts val="2400"/>
              <a:buNone/>
              <a:defRPr i="0" sz="2400" u="none" cap="none" strike="noStrike">
                <a:solidFill>
                  <a:schemeClr val="dk1"/>
                </a:solidFill>
              </a:defRPr>
            </a:lvl1pPr>
            <a:lvl2pPr lvl="1">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2pPr>
            <a:lvl3pPr lvl="2">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3pPr>
            <a:lvl4pPr lvl="3">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4pPr>
            <a:lvl5pPr lvl="4">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5pPr>
            <a:lvl6pPr lvl="5">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6pPr>
            <a:lvl7pPr lvl="6">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7pPr>
            <a:lvl8pPr lvl="7">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8pPr>
            <a:lvl9pPr lvl="8">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9pPr>
          </a:lstStyle>
          <a:p/>
        </p:txBody>
      </p:sp>
      <p:sp>
        <p:nvSpPr>
          <p:cNvPr id="114" name="Google Shape;114;p23"/>
          <p:cNvSpPr txBox="1"/>
          <p:nvPr>
            <p:ph idx="12" type="sldNum"/>
          </p:nvPr>
        </p:nvSpPr>
        <p:spPr>
          <a:xfrm>
            <a:off x="8763484" y="4749901"/>
            <a:ext cx="548700" cy="393600"/>
          </a:xfrm>
          <a:prstGeom prst="rect">
            <a:avLst/>
          </a:prstGeom>
        </p:spPr>
        <p:txBody>
          <a:bodyPr anchorCtr="0" anchor="t" bIns="91425" lIns="91425" spcFirstLastPara="1" rIns="91425" wrap="square" tIns="91425">
            <a:noAutofit/>
          </a:bodyPr>
          <a:lstStyle>
            <a:lvl1pPr lvl="0">
              <a:buNone/>
              <a:defRPr sz="1000">
                <a:latin typeface="Zen Kaku Gothic New"/>
                <a:ea typeface="Zen Kaku Gothic New"/>
                <a:cs typeface="Zen Kaku Gothic New"/>
                <a:sym typeface="Zen Kaku Gothic New"/>
              </a:defRPr>
            </a:lvl1pPr>
            <a:lvl2pPr lvl="1">
              <a:buNone/>
              <a:defRPr sz="1000">
                <a:latin typeface="Zen Kaku Gothic New"/>
                <a:ea typeface="Zen Kaku Gothic New"/>
                <a:cs typeface="Zen Kaku Gothic New"/>
                <a:sym typeface="Zen Kaku Gothic New"/>
              </a:defRPr>
            </a:lvl2pPr>
            <a:lvl3pPr lvl="2">
              <a:buNone/>
              <a:defRPr sz="1000">
                <a:latin typeface="Zen Kaku Gothic New"/>
                <a:ea typeface="Zen Kaku Gothic New"/>
                <a:cs typeface="Zen Kaku Gothic New"/>
                <a:sym typeface="Zen Kaku Gothic New"/>
              </a:defRPr>
            </a:lvl3pPr>
            <a:lvl4pPr lvl="3">
              <a:buNone/>
              <a:defRPr sz="1000">
                <a:latin typeface="Zen Kaku Gothic New"/>
                <a:ea typeface="Zen Kaku Gothic New"/>
                <a:cs typeface="Zen Kaku Gothic New"/>
                <a:sym typeface="Zen Kaku Gothic New"/>
              </a:defRPr>
            </a:lvl4pPr>
            <a:lvl5pPr lvl="4">
              <a:buNone/>
              <a:defRPr sz="1000">
                <a:latin typeface="Zen Kaku Gothic New"/>
                <a:ea typeface="Zen Kaku Gothic New"/>
                <a:cs typeface="Zen Kaku Gothic New"/>
                <a:sym typeface="Zen Kaku Gothic New"/>
              </a:defRPr>
            </a:lvl5pPr>
            <a:lvl6pPr lvl="5">
              <a:buNone/>
              <a:defRPr sz="1000">
                <a:latin typeface="Zen Kaku Gothic New"/>
                <a:ea typeface="Zen Kaku Gothic New"/>
                <a:cs typeface="Zen Kaku Gothic New"/>
                <a:sym typeface="Zen Kaku Gothic New"/>
              </a:defRPr>
            </a:lvl6pPr>
            <a:lvl7pPr lvl="6">
              <a:buNone/>
              <a:defRPr sz="1000">
                <a:latin typeface="Zen Kaku Gothic New"/>
                <a:ea typeface="Zen Kaku Gothic New"/>
                <a:cs typeface="Zen Kaku Gothic New"/>
                <a:sym typeface="Zen Kaku Gothic New"/>
              </a:defRPr>
            </a:lvl7pPr>
            <a:lvl8pPr lvl="7">
              <a:buNone/>
              <a:defRPr sz="1000">
                <a:latin typeface="Zen Kaku Gothic New"/>
                <a:ea typeface="Zen Kaku Gothic New"/>
                <a:cs typeface="Zen Kaku Gothic New"/>
                <a:sym typeface="Zen Kaku Gothic New"/>
              </a:defRPr>
            </a:lvl8pPr>
            <a:lvl9pPr lvl="8">
              <a:buNone/>
              <a:defRPr sz="1000">
                <a:latin typeface="Zen Kaku Gothic New"/>
                <a:ea typeface="Zen Kaku Gothic New"/>
                <a:cs typeface="Zen Kaku Gothic New"/>
                <a:sym typeface="Zen Kaku Gothic New"/>
              </a:defRPr>
            </a:lvl9pPr>
          </a:lstStyle>
          <a:p>
            <a:pPr indent="0" lvl="0" marL="0" rtl="0" algn="l">
              <a:spcBef>
                <a:spcPts val="0"/>
              </a:spcBef>
              <a:spcAft>
                <a:spcPts val="0"/>
              </a:spcAft>
              <a:buNone/>
            </a:pPr>
            <a:fld id="{00000000-1234-1234-1234-123412341234}" type="slidenum">
              <a:rPr lang="ja"/>
              <a:t>‹#›</a:t>
            </a:fld>
            <a:endParaRPr/>
          </a:p>
        </p:txBody>
      </p:sp>
    </p:spTree>
  </p:cSld>
  <p:clrMapOvr>
    <a:masterClrMapping/>
  </p:clrMapOvr>
  <p:extLst>
    <p:ext uri="{DCECCB84-F9BA-43D5-87BE-67443E8EF086}">
      <p15:sldGuideLst>
        <p15:guide id="1" orient="horz" pos="324">
          <p15:clr>
            <a:srgbClr val="FA7B17"/>
          </p15:clr>
        </p15:guide>
        <p15:guide id="2" orient="horz" pos="2915">
          <p15:clr>
            <a:srgbClr val="FA7B17"/>
          </p15:clr>
        </p15:guide>
        <p15:guide id="3" orient="horz" pos="3078">
          <p15:clr>
            <a:srgbClr val="FA7B17"/>
          </p15:clr>
        </p15:guide>
        <p15:guide id="4" orient="horz" pos="162">
          <p15:clr>
            <a:srgbClr val="FA7B17"/>
          </p15:clr>
        </p15:guide>
        <p15:guide id="5" pos="324">
          <p15:clr>
            <a:srgbClr val="FA7B17"/>
          </p15:clr>
        </p15:guide>
        <p15:guide id="6" pos="163">
          <p15:clr>
            <a:srgbClr val="FA7B17"/>
          </p15:clr>
        </p15:guide>
        <p15:guide id="7" pos="5436">
          <p15:clr>
            <a:srgbClr val="FA7B17"/>
          </p15:clr>
        </p15:guide>
        <p15:guide id="8" pos="5597">
          <p15:clr>
            <a:srgbClr val="FA7B17"/>
          </p15:clr>
        </p15:guide>
        <p15:guide id="9" orient="horz" pos="487">
          <p15:clr>
            <a:srgbClr val="FA7B17"/>
          </p15:clr>
        </p15:guide>
      </p15:sldGuideLst>
    </p:ext>
  </p:extLs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中表紙_DeepGreen">
  <p:cSld name="TITLE_1_3">
    <p:bg>
      <p:bgPr>
        <a:solidFill>
          <a:schemeClr val="lt2"/>
        </a:solidFill>
      </p:bgPr>
    </p:bg>
    <p:spTree>
      <p:nvGrpSpPr>
        <p:cNvPr id="115" name="Shape 115"/>
        <p:cNvGrpSpPr/>
        <p:nvPr/>
      </p:nvGrpSpPr>
      <p:grpSpPr>
        <a:xfrm>
          <a:off x="0" y="0"/>
          <a:ext cx="0" cy="0"/>
          <a:chOff x="0" y="0"/>
          <a:chExt cx="0" cy="0"/>
        </a:xfrm>
      </p:grpSpPr>
      <p:sp>
        <p:nvSpPr>
          <p:cNvPr id="116" name="Google Shape;116;p24" title="タイトル"/>
          <p:cNvSpPr txBox="1"/>
          <p:nvPr>
            <p:ph type="title"/>
          </p:nvPr>
        </p:nvSpPr>
        <p:spPr>
          <a:xfrm>
            <a:off x="200025" y="2368575"/>
            <a:ext cx="8743800" cy="538800"/>
          </a:xfrm>
          <a:prstGeom prst="rect">
            <a:avLst/>
          </a:prstGeom>
          <a:noFill/>
          <a:ln>
            <a:noFill/>
          </a:ln>
        </p:spPr>
        <p:txBody>
          <a:bodyPr anchorCtr="0" anchor="b" bIns="39550" lIns="79125" spcFirstLastPara="1" rIns="79125" wrap="square" tIns="39550">
            <a:noAutofit/>
          </a:bodyPr>
          <a:lstStyle>
            <a:lvl1pPr lvl="0" marR="0">
              <a:lnSpc>
                <a:spcPct val="90000"/>
              </a:lnSpc>
              <a:spcBef>
                <a:spcPts val="0"/>
              </a:spcBef>
              <a:spcAft>
                <a:spcPts val="0"/>
              </a:spcAft>
              <a:buClr>
                <a:schemeClr val="lt1"/>
              </a:buClr>
              <a:buSzPts val="3200"/>
              <a:buNone/>
              <a:defRPr i="0" sz="3200" u="none" cap="none" strike="noStrike">
                <a:solidFill>
                  <a:schemeClr val="lt1"/>
                </a:solidFill>
              </a:defRPr>
            </a:lvl1pPr>
            <a:lvl2pPr lvl="1">
              <a:spcBef>
                <a:spcPts val="0"/>
              </a:spcBef>
              <a:spcAft>
                <a:spcPts val="0"/>
              </a:spcAft>
              <a:buClr>
                <a:schemeClr val="lt1"/>
              </a:buClr>
              <a:buSzPts val="1200"/>
              <a:buFont typeface="Zen Kaku Gothic New"/>
              <a:buNone/>
              <a:defRPr sz="1600">
                <a:solidFill>
                  <a:schemeClr val="lt1"/>
                </a:solidFill>
                <a:latin typeface="Zen Kaku Gothic New"/>
                <a:ea typeface="Zen Kaku Gothic New"/>
                <a:cs typeface="Zen Kaku Gothic New"/>
                <a:sym typeface="Zen Kaku Gothic New"/>
              </a:defRPr>
            </a:lvl2pPr>
            <a:lvl3pPr lvl="2">
              <a:spcBef>
                <a:spcPts val="0"/>
              </a:spcBef>
              <a:spcAft>
                <a:spcPts val="0"/>
              </a:spcAft>
              <a:buClr>
                <a:schemeClr val="lt1"/>
              </a:buClr>
              <a:buSzPts val="1200"/>
              <a:buFont typeface="Zen Kaku Gothic New"/>
              <a:buNone/>
              <a:defRPr sz="1600">
                <a:solidFill>
                  <a:schemeClr val="lt1"/>
                </a:solidFill>
                <a:latin typeface="Zen Kaku Gothic New"/>
                <a:ea typeface="Zen Kaku Gothic New"/>
                <a:cs typeface="Zen Kaku Gothic New"/>
                <a:sym typeface="Zen Kaku Gothic New"/>
              </a:defRPr>
            </a:lvl3pPr>
            <a:lvl4pPr lvl="3">
              <a:spcBef>
                <a:spcPts val="0"/>
              </a:spcBef>
              <a:spcAft>
                <a:spcPts val="0"/>
              </a:spcAft>
              <a:buClr>
                <a:schemeClr val="lt1"/>
              </a:buClr>
              <a:buSzPts val="1200"/>
              <a:buFont typeface="Zen Kaku Gothic New"/>
              <a:buNone/>
              <a:defRPr sz="1600">
                <a:solidFill>
                  <a:schemeClr val="lt1"/>
                </a:solidFill>
                <a:latin typeface="Zen Kaku Gothic New"/>
                <a:ea typeface="Zen Kaku Gothic New"/>
                <a:cs typeface="Zen Kaku Gothic New"/>
                <a:sym typeface="Zen Kaku Gothic New"/>
              </a:defRPr>
            </a:lvl4pPr>
            <a:lvl5pPr lvl="4">
              <a:spcBef>
                <a:spcPts val="0"/>
              </a:spcBef>
              <a:spcAft>
                <a:spcPts val="0"/>
              </a:spcAft>
              <a:buClr>
                <a:schemeClr val="lt1"/>
              </a:buClr>
              <a:buSzPts val="1200"/>
              <a:buFont typeface="Zen Kaku Gothic New"/>
              <a:buNone/>
              <a:defRPr sz="1600">
                <a:solidFill>
                  <a:schemeClr val="lt1"/>
                </a:solidFill>
                <a:latin typeface="Zen Kaku Gothic New"/>
                <a:ea typeface="Zen Kaku Gothic New"/>
                <a:cs typeface="Zen Kaku Gothic New"/>
                <a:sym typeface="Zen Kaku Gothic New"/>
              </a:defRPr>
            </a:lvl5pPr>
            <a:lvl6pPr lvl="5">
              <a:spcBef>
                <a:spcPts val="0"/>
              </a:spcBef>
              <a:spcAft>
                <a:spcPts val="0"/>
              </a:spcAft>
              <a:buClr>
                <a:schemeClr val="lt1"/>
              </a:buClr>
              <a:buSzPts val="1200"/>
              <a:buFont typeface="Zen Kaku Gothic New"/>
              <a:buNone/>
              <a:defRPr sz="1600">
                <a:solidFill>
                  <a:schemeClr val="lt1"/>
                </a:solidFill>
                <a:latin typeface="Zen Kaku Gothic New"/>
                <a:ea typeface="Zen Kaku Gothic New"/>
                <a:cs typeface="Zen Kaku Gothic New"/>
                <a:sym typeface="Zen Kaku Gothic New"/>
              </a:defRPr>
            </a:lvl6pPr>
            <a:lvl7pPr lvl="6">
              <a:spcBef>
                <a:spcPts val="0"/>
              </a:spcBef>
              <a:spcAft>
                <a:spcPts val="0"/>
              </a:spcAft>
              <a:buClr>
                <a:schemeClr val="lt1"/>
              </a:buClr>
              <a:buSzPts val="1200"/>
              <a:buFont typeface="Zen Kaku Gothic New"/>
              <a:buNone/>
              <a:defRPr sz="1600">
                <a:solidFill>
                  <a:schemeClr val="lt1"/>
                </a:solidFill>
                <a:latin typeface="Zen Kaku Gothic New"/>
                <a:ea typeface="Zen Kaku Gothic New"/>
                <a:cs typeface="Zen Kaku Gothic New"/>
                <a:sym typeface="Zen Kaku Gothic New"/>
              </a:defRPr>
            </a:lvl7pPr>
            <a:lvl8pPr lvl="7">
              <a:spcBef>
                <a:spcPts val="0"/>
              </a:spcBef>
              <a:spcAft>
                <a:spcPts val="0"/>
              </a:spcAft>
              <a:buClr>
                <a:schemeClr val="lt1"/>
              </a:buClr>
              <a:buSzPts val="1200"/>
              <a:buFont typeface="Zen Kaku Gothic New"/>
              <a:buNone/>
              <a:defRPr sz="1600">
                <a:solidFill>
                  <a:schemeClr val="lt1"/>
                </a:solidFill>
                <a:latin typeface="Zen Kaku Gothic New"/>
                <a:ea typeface="Zen Kaku Gothic New"/>
                <a:cs typeface="Zen Kaku Gothic New"/>
                <a:sym typeface="Zen Kaku Gothic New"/>
              </a:defRPr>
            </a:lvl8pPr>
            <a:lvl9pPr lvl="8">
              <a:spcBef>
                <a:spcPts val="0"/>
              </a:spcBef>
              <a:spcAft>
                <a:spcPts val="0"/>
              </a:spcAft>
              <a:buClr>
                <a:schemeClr val="lt1"/>
              </a:buClr>
              <a:buSzPts val="1200"/>
              <a:buFont typeface="Zen Kaku Gothic New"/>
              <a:buNone/>
              <a:defRPr sz="1600">
                <a:solidFill>
                  <a:schemeClr val="lt1"/>
                </a:solidFill>
                <a:latin typeface="Zen Kaku Gothic New"/>
                <a:ea typeface="Zen Kaku Gothic New"/>
                <a:cs typeface="Zen Kaku Gothic New"/>
                <a:sym typeface="Zen Kaku Gothic New"/>
              </a:defRPr>
            </a:lvl9pPr>
          </a:lstStyle>
          <a:p/>
        </p:txBody>
      </p:sp>
      <p:sp>
        <p:nvSpPr>
          <p:cNvPr id="117" name="Google Shape;117;p24" title="タイトル"/>
          <p:cNvSpPr txBox="1"/>
          <p:nvPr>
            <p:ph idx="2" type="title"/>
          </p:nvPr>
        </p:nvSpPr>
        <p:spPr>
          <a:xfrm>
            <a:off x="200025" y="2974875"/>
            <a:ext cx="8115300" cy="279600"/>
          </a:xfrm>
          <a:prstGeom prst="rect">
            <a:avLst/>
          </a:prstGeom>
          <a:noFill/>
          <a:ln>
            <a:noFill/>
          </a:ln>
        </p:spPr>
        <p:txBody>
          <a:bodyPr anchorCtr="0" anchor="t" bIns="39550" lIns="79125" spcFirstLastPara="1" rIns="79125" wrap="square" tIns="39550">
            <a:noAutofit/>
          </a:bodyPr>
          <a:lstStyle>
            <a:lvl1pPr lvl="0" marR="0">
              <a:lnSpc>
                <a:spcPct val="90000"/>
              </a:lnSpc>
              <a:spcBef>
                <a:spcPts val="0"/>
              </a:spcBef>
              <a:spcAft>
                <a:spcPts val="0"/>
              </a:spcAft>
              <a:buClr>
                <a:schemeClr val="lt1"/>
              </a:buClr>
              <a:buSzPts val="1600"/>
              <a:buNone/>
              <a:defRPr i="0" sz="1600" u="none" cap="none" strike="noStrike">
                <a:solidFill>
                  <a:schemeClr val="lt1"/>
                </a:solidFill>
              </a:defRPr>
            </a:lvl1pPr>
            <a:lvl2pPr lvl="1">
              <a:spcBef>
                <a:spcPts val="0"/>
              </a:spcBef>
              <a:spcAft>
                <a:spcPts val="0"/>
              </a:spcAft>
              <a:buClr>
                <a:schemeClr val="lt1"/>
              </a:buClr>
              <a:buSzPts val="1600"/>
              <a:buFont typeface="Zen Kaku Gothic New"/>
              <a:buNone/>
              <a:defRPr>
                <a:solidFill>
                  <a:schemeClr val="lt1"/>
                </a:solidFill>
                <a:latin typeface="Zen Kaku Gothic New"/>
                <a:ea typeface="Zen Kaku Gothic New"/>
                <a:cs typeface="Zen Kaku Gothic New"/>
                <a:sym typeface="Zen Kaku Gothic New"/>
              </a:defRPr>
            </a:lvl2pPr>
            <a:lvl3pPr lvl="2">
              <a:spcBef>
                <a:spcPts val="0"/>
              </a:spcBef>
              <a:spcAft>
                <a:spcPts val="0"/>
              </a:spcAft>
              <a:buClr>
                <a:schemeClr val="lt1"/>
              </a:buClr>
              <a:buSzPts val="1600"/>
              <a:buFont typeface="Zen Kaku Gothic New"/>
              <a:buNone/>
              <a:defRPr>
                <a:solidFill>
                  <a:schemeClr val="lt1"/>
                </a:solidFill>
                <a:latin typeface="Zen Kaku Gothic New"/>
                <a:ea typeface="Zen Kaku Gothic New"/>
                <a:cs typeface="Zen Kaku Gothic New"/>
                <a:sym typeface="Zen Kaku Gothic New"/>
              </a:defRPr>
            </a:lvl3pPr>
            <a:lvl4pPr lvl="3">
              <a:spcBef>
                <a:spcPts val="0"/>
              </a:spcBef>
              <a:spcAft>
                <a:spcPts val="0"/>
              </a:spcAft>
              <a:buClr>
                <a:schemeClr val="lt1"/>
              </a:buClr>
              <a:buSzPts val="1600"/>
              <a:buFont typeface="Zen Kaku Gothic New"/>
              <a:buNone/>
              <a:defRPr>
                <a:solidFill>
                  <a:schemeClr val="lt1"/>
                </a:solidFill>
                <a:latin typeface="Zen Kaku Gothic New"/>
                <a:ea typeface="Zen Kaku Gothic New"/>
                <a:cs typeface="Zen Kaku Gothic New"/>
                <a:sym typeface="Zen Kaku Gothic New"/>
              </a:defRPr>
            </a:lvl4pPr>
            <a:lvl5pPr lvl="4">
              <a:spcBef>
                <a:spcPts val="0"/>
              </a:spcBef>
              <a:spcAft>
                <a:spcPts val="0"/>
              </a:spcAft>
              <a:buClr>
                <a:schemeClr val="lt1"/>
              </a:buClr>
              <a:buSzPts val="1600"/>
              <a:buFont typeface="Zen Kaku Gothic New"/>
              <a:buNone/>
              <a:defRPr>
                <a:solidFill>
                  <a:schemeClr val="lt1"/>
                </a:solidFill>
                <a:latin typeface="Zen Kaku Gothic New"/>
                <a:ea typeface="Zen Kaku Gothic New"/>
                <a:cs typeface="Zen Kaku Gothic New"/>
                <a:sym typeface="Zen Kaku Gothic New"/>
              </a:defRPr>
            </a:lvl5pPr>
            <a:lvl6pPr lvl="5">
              <a:spcBef>
                <a:spcPts val="0"/>
              </a:spcBef>
              <a:spcAft>
                <a:spcPts val="0"/>
              </a:spcAft>
              <a:buClr>
                <a:schemeClr val="lt1"/>
              </a:buClr>
              <a:buSzPts val="1600"/>
              <a:buFont typeface="Zen Kaku Gothic New"/>
              <a:buNone/>
              <a:defRPr>
                <a:solidFill>
                  <a:schemeClr val="lt1"/>
                </a:solidFill>
                <a:latin typeface="Zen Kaku Gothic New"/>
                <a:ea typeface="Zen Kaku Gothic New"/>
                <a:cs typeface="Zen Kaku Gothic New"/>
                <a:sym typeface="Zen Kaku Gothic New"/>
              </a:defRPr>
            </a:lvl6pPr>
            <a:lvl7pPr lvl="6">
              <a:spcBef>
                <a:spcPts val="0"/>
              </a:spcBef>
              <a:spcAft>
                <a:spcPts val="0"/>
              </a:spcAft>
              <a:buClr>
                <a:schemeClr val="lt1"/>
              </a:buClr>
              <a:buSzPts val="1600"/>
              <a:buFont typeface="Zen Kaku Gothic New"/>
              <a:buNone/>
              <a:defRPr>
                <a:solidFill>
                  <a:schemeClr val="lt1"/>
                </a:solidFill>
                <a:latin typeface="Zen Kaku Gothic New"/>
                <a:ea typeface="Zen Kaku Gothic New"/>
                <a:cs typeface="Zen Kaku Gothic New"/>
                <a:sym typeface="Zen Kaku Gothic New"/>
              </a:defRPr>
            </a:lvl7pPr>
            <a:lvl8pPr lvl="7">
              <a:spcBef>
                <a:spcPts val="0"/>
              </a:spcBef>
              <a:spcAft>
                <a:spcPts val="0"/>
              </a:spcAft>
              <a:buClr>
                <a:schemeClr val="lt1"/>
              </a:buClr>
              <a:buSzPts val="1600"/>
              <a:buFont typeface="Zen Kaku Gothic New"/>
              <a:buNone/>
              <a:defRPr>
                <a:solidFill>
                  <a:schemeClr val="lt1"/>
                </a:solidFill>
                <a:latin typeface="Zen Kaku Gothic New"/>
                <a:ea typeface="Zen Kaku Gothic New"/>
                <a:cs typeface="Zen Kaku Gothic New"/>
                <a:sym typeface="Zen Kaku Gothic New"/>
              </a:defRPr>
            </a:lvl8pPr>
            <a:lvl9pPr lvl="8">
              <a:spcBef>
                <a:spcPts val="0"/>
              </a:spcBef>
              <a:spcAft>
                <a:spcPts val="0"/>
              </a:spcAft>
              <a:buClr>
                <a:schemeClr val="lt1"/>
              </a:buClr>
              <a:buSzPts val="1600"/>
              <a:buFont typeface="Zen Kaku Gothic New"/>
              <a:buNone/>
              <a:defRPr>
                <a:solidFill>
                  <a:schemeClr val="lt1"/>
                </a:solidFill>
                <a:latin typeface="Zen Kaku Gothic New"/>
                <a:ea typeface="Zen Kaku Gothic New"/>
                <a:cs typeface="Zen Kaku Gothic New"/>
                <a:sym typeface="Zen Kaku Gothic New"/>
              </a:defRPr>
            </a:lvl9pPr>
          </a:lstStyle>
          <a:p/>
        </p:txBody>
      </p:sp>
      <p:sp>
        <p:nvSpPr>
          <p:cNvPr id="118" name="Google Shape;118;p24" title="タイトル"/>
          <p:cNvSpPr txBox="1"/>
          <p:nvPr>
            <p:ph idx="3" type="title"/>
          </p:nvPr>
        </p:nvSpPr>
        <p:spPr>
          <a:xfrm>
            <a:off x="200025" y="1841400"/>
            <a:ext cx="8115300" cy="347700"/>
          </a:xfrm>
          <a:prstGeom prst="rect">
            <a:avLst/>
          </a:prstGeom>
          <a:noFill/>
          <a:ln>
            <a:noFill/>
          </a:ln>
        </p:spPr>
        <p:txBody>
          <a:bodyPr anchorCtr="0" anchor="t" bIns="39550" lIns="79125" spcFirstLastPara="1" rIns="79125" wrap="square" tIns="39550">
            <a:spAutoFit/>
          </a:bodyPr>
          <a:lstStyle>
            <a:lvl1pPr lvl="0" marR="0">
              <a:lnSpc>
                <a:spcPct val="90000"/>
              </a:lnSpc>
              <a:spcBef>
                <a:spcPts val="0"/>
              </a:spcBef>
              <a:spcAft>
                <a:spcPts val="0"/>
              </a:spcAft>
              <a:buClr>
                <a:schemeClr val="lt1"/>
              </a:buClr>
              <a:buSzPts val="2400"/>
              <a:buNone/>
              <a:defRPr i="0" sz="2400" u="none" cap="none" strike="noStrike">
                <a:solidFill>
                  <a:schemeClr val="lt1"/>
                </a:solidFill>
              </a:defRPr>
            </a:lvl1pPr>
            <a:lvl2pPr lvl="1">
              <a:spcBef>
                <a:spcPts val="0"/>
              </a:spcBef>
              <a:spcAft>
                <a:spcPts val="0"/>
              </a:spcAft>
              <a:buClr>
                <a:schemeClr val="lt1"/>
              </a:buClr>
              <a:buSzPts val="2400"/>
              <a:buFont typeface="Zen Kaku Gothic New"/>
              <a:buNone/>
              <a:defRPr sz="2400">
                <a:solidFill>
                  <a:schemeClr val="lt1"/>
                </a:solidFill>
                <a:latin typeface="Zen Kaku Gothic New"/>
                <a:ea typeface="Zen Kaku Gothic New"/>
                <a:cs typeface="Zen Kaku Gothic New"/>
                <a:sym typeface="Zen Kaku Gothic New"/>
              </a:defRPr>
            </a:lvl2pPr>
            <a:lvl3pPr lvl="2">
              <a:spcBef>
                <a:spcPts val="0"/>
              </a:spcBef>
              <a:spcAft>
                <a:spcPts val="0"/>
              </a:spcAft>
              <a:buClr>
                <a:schemeClr val="lt1"/>
              </a:buClr>
              <a:buSzPts val="2400"/>
              <a:buFont typeface="Zen Kaku Gothic New"/>
              <a:buNone/>
              <a:defRPr sz="2400">
                <a:solidFill>
                  <a:schemeClr val="lt1"/>
                </a:solidFill>
                <a:latin typeface="Zen Kaku Gothic New"/>
                <a:ea typeface="Zen Kaku Gothic New"/>
                <a:cs typeface="Zen Kaku Gothic New"/>
                <a:sym typeface="Zen Kaku Gothic New"/>
              </a:defRPr>
            </a:lvl3pPr>
            <a:lvl4pPr lvl="3">
              <a:spcBef>
                <a:spcPts val="0"/>
              </a:spcBef>
              <a:spcAft>
                <a:spcPts val="0"/>
              </a:spcAft>
              <a:buClr>
                <a:schemeClr val="lt1"/>
              </a:buClr>
              <a:buSzPts val="2400"/>
              <a:buFont typeface="Zen Kaku Gothic New"/>
              <a:buNone/>
              <a:defRPr sz="2400">
                <a:solidFill>
                  <a:schemeClr val="lt1"/>
                </a:solidFill>
                <a:latin typeface="Zen Kaku Gothic New"/>
                <a:ea typeface="Zen Kaku Gothic New"/>
                <a:cs typeface="Zen Kaku Gothic New"/>
                <a:sym typeface="Zen Kaku Gothic New"/>
              </a:defRPr>
            </a:lvl4pPr>
            <a:lvl5pPr lvl="4">
              <a:spcBef>
                <a:spcPts val="0"/>
              </a:spcBef>
              <a:spcAft>
                <a:spcPts val="0"/>
              </a:spcAft>
              <a:buClr>
                <a:schemeClr val="lt1"/>
              </a:buClr>
              <a:buSzPts val="2400"/>
              <a:buFont typeface="Zen Kaku Gothic New"/>
              <a:buNone/>
              <a:defRPr sz="2400">
                <a:solidFill>
                  <a:schemeClr val="lt1"/>
                </a:solidFill>
                <a:latin typeface="Zen Kaku Gothic New"/>
                <a:ea typeface="Zen Kaku Gothic New"/>
                <a:cs typeface="Zen Kaku Gothic New"/>
                <a:sym typeface="Zen Kaku Gothic New"/>
              </a:defRPr>
            </a:lvl5pPr>
            <a:lvl6pPr lvl="5">
              <a:spcBef>
                <a:spcPts val="0"/>
              </a:spcBef>
              <a:spcAft>
                <a:spcPts val="0"/>
              </a:spcAft>
              <a:buClr>
                <a:schemeClr val="lt1"/>
              </a:buClr>
              <a:buSzPts val="2400"/>
              <a:buFont typeface="Zen Kaku Gothic New"/>
              <a:buNone/>
              <a:defRPr sz="2400">
                <a:solidFill>
                  <a:schemeClr val="lt1"/>
                </a:solidFill>
                <a:latin typeface="Zen Kaku Gothic New"/>
                <a:ea typeface="Zen Kaku Gothic New"/>
                <a:cs typeface="Zen Kaku Gothic New"/>
                <a:sym typeface="Zen Kaku Gothic New"/>
              </a:defRPr>
            </a:lvl6pPr>
            <a:lvl7pPr lvl="6">
              <a:spcBef>
                <a:spcPts val="0"/>
              </a:spcBef>
              <a:spcAft>
                <a:spcPts val="0"/>
              </a:spcAft>
              <a:buClr>
                <a:schemeClr val="lt1"/>
              </a:buClr>
              <a:buSzPts val="2400"/>
              <a:buFont typeface="Zen Kaku Gothic New"/>
              <a:buNone/>
              <a:defRPr sz="2400">
                <a:solidFill>
                  <a:schemeClr val="lt1"/>
                </a:solidFill>
                <a:latin typeface="Zen Kaku Gothic New"/>
                <a:ea typeface="Zen Kaku Gothic New"/>
                <a:cs typeface="Zen Kaku Gothic New"/>
                <a:sym typeface="Zen Kaku Gothic New"/>
              </a:defRPr>
            </a:lvl7pPr>
            <a:lvl8pPr lvl="7">
              <a:spcBef>
                <a:spcPts val="0"/>
              </a:spcBef>
              <a:spcAft>
                <a:spcPts val="0"/>
              </a:spcAft>
              <a:buClr>
                <a:schemeClr val="lt1"/>
              </a:buClr>
              <a:buSzPts val="2400"/>
              <a:buFont typeface="Zen Kaku Gothic New"/>
              <a:buNone/>
              <a:defRPr sz="2400">
                <a:solidFill>
                  <a:schemeClr val="lt1"/>
                </a:solidFill>
                <a:latin typeface="Zen Kaku Gothic New"/>
                <a:ea typeface="Zen Kaku Gothic New"/>
                <a:cs typeface="Zen Kaku Gothic New"/>
                <a:sym typeface="Zen Kaku Gothic New"/>
              </a:defRPr>
            </a:lvl8pPr>
            <a:lvl9pPr lvl="8">
              <a:spcBef>
                <a:spcPts val="0"/>
              </a:spcBef>
              <a:spcAft>
                <a:spcPts val="0"/>
              </a:spcAft>
              <a:buClr>
                <a:schemeClr val="lt1"/>
              </a:buClr>
              <a:buSzPts val="2400"/>
              <a:buFont typeface="Zen Kaku Gothic New"/>
              <a:buNone/>
              <a:defRPr sz="2400">
                <a:solidFill>
                  <a:schemeClr val="lt1"/>
                </a:solidFill>
                <a:latin typeface="Zen Kaku Gothic New"/>
                <a:ea typeface="Zen Kaku Gothic New"/>
                <a:cs typeface="Zen Kaku Gothic New"/>
                <a:sym typeface="Zen Kaku Gothic New"/>
              </a:defRPr>
            </a:lvl9pPr>
          </a:lstStyle>
          <a:p/>
        </p:txBody>
      </p:sp>
      <p:pic>
        <p:nvPicPr>
          <p:cNvPr id="119" name="Google Shape;119;p24"/>
          <p:cNvPicPr preferRelativeResize="0"/>
          <p:nvPr/>
        </p:nvPicPr>
        <p:blipFill>
          <a:blip r:embed="rId2">
            <a:alphaModFix/>
          </a:blip>
          <a:stretch>
            <a:fillRect/>
          </a:stretch>
        </p:blipFill>
        <p:spPr>
          <a:xfrm>
            <a:off x="176217" y="221025"/>
            <a:ext cx="1437015" cy="347750"/>
          </a:xfrm>
          <a:prstGeom prst="rect">
            <a:avLst/>
          </a:prstGeom>
          <a:noFill/>
          <a:ln>
            <a:noFill/>
          </a:ln>
        </p:spPr>
      </p:pic>
      <p:sp>
        <p:nvSpPr>
          <p:cNvPr id="120" name="Google Shape;120;p24"/>
          <p:cNvSpPr txBox="1"/>
          <p:nvPr>
            <p:ph idx="12" type="sldNum"/>
          </p:nvPr>
        </p:nvSpPr>
        <p:spPr>
          <a:xfrm>
            <a:off x="8763484" y="4749901"/>
            <a:ext cx="548700" cy="393600"/>
          </a:xfrm>
          <a:prstGeom prst="rect">
            <a:avLst/>
          </a:prstGeom>
        </p:spPr>
        <p:txBody>
          <a:bodyPr anchorCtr="0" anchor="t" bIns="91425" lIns="91425" spcFirstLastPara="1" rIns="91425" wrap="square" tIns="91425">
            <a:noAutofit/>
          </a:bodyPr>
          <a:lstStyle>
            <a:lvl1pPr lvl="0">
              <a:buNone/>
              <a:defRPr sz="1000">
                <a:latin typeface="Zen Kaku Gothic New"/>
                <a:ea typeface="Zen Kaku Gothic New"/>
                <a:cs typeface="Zen Kaku Gothic New"/>
                <a:sym typeface="Zen Kaku Gothic New"/>
              </a:defRPr>
            </a:lvl1pPr>
            <a:lvl2pPr lvl="1">
              <a:buNone/>
              <a:defRPr sz="1000">
                <a:latin typeface="Zen Kaku Gothic New"/>
                <a:ea typeface="Zen Kaku Gothic New"/>
                <a:cs typeface="Zen Kaku Gothic New"/>
                <a:sym typeface="Zen Kaku Gothic New"/>
              </a:defRPr>
            </a:lvl2pPr>
            <a:lvl3pPr lvl="2">
              <a:buNone/>
              <a:defRPr sz="1000">
                <a:latin typeface="Zen Kaku Gothic New"/>
                <a:ea typeface="Zen Kaku Gothic New"/>
                <a:cs typeface="Zen Kaku Gothic New"/>
                <a:sym typeface="Zen Kaku Gothic New"/>
              </a:defRPr>
            </a:lvl3pPr>
            <a:lvl4pPr lvl="3">
              <a:buNone/>
              <a:defRPr sz="1000">
                <a:latin typeface="Zen Kaku Gothic New"/>
                <a:ea typeface="Zen Kaku Gothic New"/>
                <a:cs typeface="Zen Kaku Gothic New"/>
                <a:sym typeface="Zen Kaku Gothic New"/>
              </a:defRPr>
            </a:lvl4pPr>
            <a:lvl5pPr lvl="4">
              <a:buNone/>
              <a:defRPr sz="1000">
                <a:latin typeface="Zen Kaku Gothic New"/>
                <a:ea typeface="Zen Kaku Gothic New"/>
                <a:cs typeface="Zen Kaku Gothic New"/>
                <a:sym typeface="Zen Kaku Gothic New"/>
              </a:defRPr>
            </a:lvl5pPr>
            <a:lvl6pPr lvl="5">
              <a:buNone/>
              <a:defRPr sz="1000">
                <a:latin typeface="Zen Kaku Gothic New"/>
                <a:ea typeface="Zen Kaku Gothic New"/>
                <a:cs typeface="Zen Kaku Gothic New"/>
                <a:sym typeface="Zen Kaku Gothic New"/>
              </a:defRPr>
            </a:lvl6pPr>
            <a:lvl7pPr lvl="6">
              <a:buNone/>
              <a:defRPr sz="1000">
                <a:latin typeface="Zen Kaku Gothic New"/>
                <a:ea typeface="Zen Kaku Gothic New"/>
                <a:cs typeface="Zen Kaku Gothic New"/>
                <a:sym typeface="Zen Kaku Gothic New"/>
              </a:defRPr>
            </a:lvl7pPr>
            <a:lvl8pPr lvl="7">
              <a:buNone/>
              <a:defRPr sz="1000">
                <a:latin typeface="Zen Kaku Gothic New"/>
                <a:ea typeface="Zen Kaku Gothic New"/>
                <a:cs typeface="Zen Kaku Gothic New"/>
                <a:sym typeface="Zen Kaku Gothic New"/>
              </a:defRPr>
            </a:lvl8pPr>
            <a:lvl9pPr lvl="8">
              <a:buNone/>
              <a:defRPr sz="1000">
                <a:latin typeface="Zen Kaku Gothic New"/>
                <a:ea typeface="Zen Kaku Gothic New"/>
                <a:cs typeface="Zen Kaku Gothic New"/>
                <a:sym typeface="Zen Kaku Gothic New"/>
              </a:defRPr>
            </a:lvl9pPr>
          </a:lstStyle>
          <a:p>
            <a:pPr indent="0" lvl="0" marL="0" rtl="0" algn="l">
              <a:spcBef>
                <a:spcPts val="0"/>
              </a:spcBef>
              <a:spcAft>
                <a:spcPts val="0"/>
              </a:spcAft>
              <a:buNone/>
            </a:pPr>
            <a:fld id="{00000000-1234-1234-1234-123412341234}" type="slidenum">
              <a:rPr lang="ja"/>
              <a:t>‹#›</a:t>
            </a:fld>
            <a:endParaRPr/>
          </a:p>
        </p:txBody>
      </p:sp>
    </p:spTree>
  </p:cSld>
  <p:clrMapOvr>
    <a:masterClrMapping/>
  </p:clrMapOvr>
  <p:extLst>
    <p:ext uri="{DCECCB84-F9BA-43D5-87BE-67443E8EF086}">
      <p15:sldGuideLst>
        <p15:guide id="1" orient="horz" pos="324">
          <p15:clr>
            <a:srgbClr val="FA7B17"/>
          </p15:clr>
        </p15:guide>
        <p15:guide id="2" orient="horz" pos="2915">
          <p15:clr>
            <a:srgbClr val="FA7B17"/>
          </p15:clr>
        </p15:guide>
        <p15:guide id="3" orient="horz" pos="3078">
          <p15:clr>
            <a:srgbClr val="FA7B17"/>
          </p15:clr>
        </p15:guide>
        <p15:guide id="4" orient="horz" pos="162">
          <p15:clr>
            <a:srgbClr val="FA7B17"/>
          </p15:clr>
        </p15:guide>
        <p15:guide id="5" pos="324">
          <p15:clr>
            <a:srgbClr val="FA7B17"/>
          </p15:clr>
        </p15:guide>
        <p15:guide id="6" pos="163">
          <p15:clr>
            <a:srgbClr val="FA7B17"/>
          </p15:clr>
        </p15:guide>
        <p15:guide id="7" pos="5436">
          <p15:clr>
            <a:srgbClr val="FA7B17"/>
          </p15:clr>
        </p15:guide>
        <p15:guide id="8" pos="5597">
          <p15:clr>
            <a:srgbClr val="FA7B17"/>
          </p15:clr>
        </p15:guide>
        <p15:guide id="9" orient="horz" pos="487">
          <p15:clr>
            <a:srgbClr val="FA7B17"/>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中表紙_Light Green">
  <p:cSld name="TITLE_1_3_2">
    <p:bg>
      <p:bgPr>
        <a:solidFill>
          <a:schemeClr val="dk2"/>
        </a:solidFill>
      </p:bgPr>
    </p:bg>
    <p:spTree>
      <p:nvGrpSpPr>
        <p:cNvPr id="121" name="Shape 121"/>
        <p:cNvGrpSpPr/>
        <p:nvPr/>
      </p:nvGrpSpPr>
      <p:grpSpPr>
        <a:xfrm>
          <a:off x="0" y="0"/>
          <a:ext cx="0" cy="0"/>
          <a:chOff x="0" y="0"/>
          <a:chExt cx="0" cy="0"/>
        </a:xfrm>
      </p:grpSpPr>
      <p:sp>
        <p:nvSpPr>
          <p:cNvPr id="122" name="Google Shape;122;p25" title="タイトル"/>
          <p:cNvSpPr txBox="1"/>
          <p:nvPr>
            <p:ph type="title"/>
          </p:nvPr>
        </p:nvSpPr>
        <p:spPr>
          <a:xfrm>
            <a:off x="200025" y="2368575"/>
            <a:ext cx="8743800" cy="538800"/>
          </a:xfrm>
          <a:prstGeom prst="rect">
            <a:avLst/>
          </a:prstGeom>
          <a:noFill/>
          <a:ln>
            <a:noFill/>
          </a:ln>
        </p:spPr>
        <p:txBody>
          <a:bodyPr anchorCtr="0" anchor="b" bIns="39550" lIns="79125" spcFirstLastPara="1" rIns="79125" wrap="square" tIns="39550">
            <a:noAutofit/>
          </a:bodyPr>
          <a:lstStyle>
            <a:lvl1pPr lvl="0" marR="0">
              <a:lnSpc>
                <a:spcPct val="90000"/>
              </a:lnSpc>
              <a:spcBef>
                <a:spcPts val="0"/>
              </a:spcBef>
              <a:spcAft>
                <a:spcPts val="0"/>
              </a:spcAft>
              <a:buClr>
                <a:schemeClr val="dk1"/>
              </a:buClr>
              <a:buSzPts val="3200"/>
              <a:buNone/>
              <a:defRPr i="0" sz="3200" u="none" cap="none" strike="noStrike">
                <a:solidFill>
                  <a:schemeClr val="dk1"/>
                </a:solidFill>
              </a:defRPr>
            </a:lvl1pPr>
            <a:lvl2pPr lvl="1">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2pPr>
            <a:lvl3pPr lvl="2">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3pPr>
            <a:lvl4pPr lvl="3">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4pPr>
            <a:lvl5pPr lvl="4">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5pPr>
            <a:lvl6pPr lvl="5">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6pPr>
            <a:lvl7pPr lvl="6">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7pPr>
            <a:lvl8pPr lvl="7">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8pPr>
            <a:lvl9pPr lvl="8">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9pPr>
          </a:lstStyle>
          <a:p/>
        </p:txBody>
      </p:sp>
      <p:sp>
        <p:nvSpPr>
          <p:cNvPr id="123" name="Google Shape;123;p25" title="タイトル"/>
          <p:cNvSpPr txBox="1"/>
          <p:nvPr>
            <p:ph idx="2" type="title"/>
          </p:nvPr>
        </p:nvSpPr>
        <p:spPr>
          <a:xfrm>
            <a:off x="200025" y="2974875"/>
            <a:ext cx="8115300" cy="279600"/>
          </a:xfrm>
          <a:prstGeom prst="rect">
            <a:avLst/>
          </a:prstGeom>
          <a:noFill/>
          <a:ln>
            <a:noFill/>
          </a:ln>
        </p:spPr>
        <p:txBody>
          <a:bodyPr anchorCtr="0" anchor="t" bIns="39550" lIns="79125" spcFirstLastPara="1" rIns="79125" wrap="square" tIns="39550">
            <a:noAutofit/>
          </a:bodyPr>
          <a:lstStyle>
            <a:lvl1pPr lvl="0" marR="0">
              <a:lnSpc>
                <a:spcPct val="90000"/>
              </a:lnSpc>
              <a:spcBef>
                <a:spcPts val="0"/>
              </a:spcBef>
              <a:spcAft>
                <a:spcPts val="0"/>
              </a:spcAft>
              <a:buClr>
                <a:schemeClr val="dk1"/>
              </a:buClr>
              <a:buSzPts val="1600"/>
              <a:buNone/>
              <a:defRPr i="0" sz="1600" u="none" cap="none" strike="noStrike">
                <a:solidFill>
                  <a:schemeClr val="dk1"/>
                </a:solidFill>
              </a:defRPr>
            </a:lvl1pPr>
            <a:lvl2pPr lvl="1">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2pPr>
            <a:lvl3pPr lvl="2">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3pPr>
            <a:lvl4pPr lvl="3">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4pPr>
            <a:lvl5pPr lvl="4">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5pPr>
            <a:lvl6pPr lvl="5">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6pPr>
            <a:lvl7pPr lvl="6">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7pPr>
            <a:lvl8pPr lvl="7">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8pPr>
            <a:lvl9pPr lvl="8">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9pPr>
          </a:lstStyle>
          <a:p/>
        </p:txBody>
      </p:sp>
      <p:sp>
        <p:nvSpPr>
          <p:cNvPr id="124" name="Google Shape;124;p25" title="タイトル"/>
          <p:cNvSpPr txBox="1"/>
          <p:nvPr>
            <p:ph idx="3" type="title"/>
          </p:nvPr>
        </p:nvSpPr>
        <p:spPr>
          <a:xfrm>
            <a:off x="200025" y="1841400"/>
            <a:ext cx="8115300" cy="347700"/>
          </a:xfrm>
          <a:prstGeom prst="rect">
            <a:avLst/>
          </a:prstGeom>
          <a:noFill/>
          <a:ln>
            <a:noFill/>
          </a:ln>
        </p:spPr>
        <p:txBody>
          <a:bodyPr anchorCtr="0" anchor="t" bIns="39550" lIns="79125" spcFirstLastPara="1" rIns="79125" wrap="square" tIns="39550">
            <a:spAutoFit/>
          </a:bodyPr>
          <a:lstStyle>
            <a:lvl1pPr lvl="0" marR="0">
              <a:lnSpc>
                <a:spcPct val="90000"/>
              </a:lnSpc>
              <a:spcBef>
                <a:spcPts val="0"/>
              </a:spcBef>
              <a:spcAft>
                <a:spcPts val="0"/>
              </a:spcAft>
              <a:buClr>
                <a:schemeClr val="dk1"/>
              </a:buClr>
              <a:buSzPts val="2400"/>
              <a:buNone/>
              <a:defRPr i="0" sz="2400" u="none" cap="none" strike="noStrike">
                <a:solidFill>
                  <a:schemeClr val="dk1"/>
                </a:solidFill>
              </a:defRPr>
            </a:lvl1pPr>
            <a:lvl2pPr lvl="1">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2pPr>
            <a:lvl3pPr lvl="2">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3pPr>
            <a:lvl4pPr lvl="3">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4pPr>
            <a:lvl5pPr lvl="4">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5pPr>
            <a:lvl6pPr lvl="5">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6pPr>
            <a:lvl7pPr lvl="6">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7pPr>
            <a:lvl8pPr lvl="7">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8pPr>
            <a:lvl9pPr lvl="8">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9pPr>
          </a:lstStyle>
          <a:p/>
        </p:txBody>
      </p:sp>
      <p:pic>
        <p:nvPicPr>
          <p:cNvPr id="125" name="Google Shape;125;p25"/>
          <p:cNvPicPr preferRelativeResize="0"/>
          <p:nvPr/>
        </p:nvPicPr>
        <p:blipFill>
          <a:blip r:embed="rId2">
            <a:alphaModFix/>
          </a:blip>
          <a:stretch>
            <a:fillRect/>
          </a:stretch>
        </p:blipFill>
        <p:spPr>
          <a:xfrm>
            <a:off x="176218" y="221025"/>
            <a:ext cx="1437015" cy="347750"/>
          </a:xfrm>
          <a:prstGeom prst="rect">
            <a:avLst/>
          </a:prstGeom>
          <a:noFill/>
          <a:ln>
            <a:noFill/>
          </a:ln>
        </p:spPr>
      </p:pic>
      <p:sp>
        <p:nvSpPr>
          <p:cNvPr id="126" name="Google Shape;126;p25"/>
          <p:cNvSpPr txBox="1"/>
          <p:nvPr>
            <p:ph idx="12" type="sldNum"/>
          </p:nvPr>
        </p:nvSpPr>
        <p:spPr>
          <a:xfrm>
            <a:off x="8763484" y="4749901"/>
            <a:ext cx="548700" cy="393600"/>
          </a:xfrm>
          <a:prstGeom prst="rect">
            <a:avLst/>
          </a:prstGeom>
        </p:spPr>
        <p:txBody>
          <a:bodyPr anchorCtr="0" anchor="t" bIns="91425" lIns="91425" spcFirstLastPara="1" rIns="91425" wrap="square" tIns="91425">
            <a:noAutofit/>
          </a:bodyPr>
          <a:lstStyle>
            <a:lvl1pPr lvl="0">
              <a:buNone/>
              <a:defRPr sz="1000">
                <a:latin typeface="Zen Kaku Gothic New"/>
                <a:ea typeface="Zen Kaku Gothic New"/>
                <a:cs typeface="Zen Kaku Gothic New"/>
                <a:sym typeface="Zen Kaku Gothic New"/>
              </a:defRPr>
            </a:lvl1pPr>
            <a:lvl2pPr lvl="1">
              <a:buNone/>
              <a:defRPr sz="1000">
                <a:latin typeface="Zen Kaku Gothic New"/>
                <a:ea typeface="Zen Kaku Gothic New"/>
                <a:cs typeface="Zen Kaku Gothic New"/>
                <a:sym typeface="Zen Kaku Gothic New"/>
              </a:defRPr>
            </a:lvl2pPr>
            <a:lvl3pPr lvl="2">
              <a:buNone/>
              <a:defRPr sz="1000">
                <a:latin typeface="Zen Kaku Gothic New"/>
                <a:ea typeface="Zen Kaku Gothic New"/>
                <a:cs typeface="Zen Kaku Gothic New"/>
                <a:sym typeface="Zen Kaku Gothic New"/>
              </a:defRPr>
            </a:lvl3pPr>
            <a:lvl4pPr lvl="3">
              <a:buNone/>
              <a:defRPr sz="1000">
                <a:latin typeface="Zen Kaku Gothic New"/>
                <a:ea typeface="Zen Kaku Gothic New"/>
                <a:cs typeface="Zen Kaku Gothic New"/>
                <a:sym typeface="Zen Kaku Gothic New"/>
              </a:defRPr>
            </a:lvl4pPr>
            <a:lvl5pPr lvl="4">
              <a:buNone/>
              <a:defRPr sz="1000">
                <a:latin typeface="Zen Kaku Gothic New"/>
                <a:ea typeface="Zen Kaku Gothic New"/>
                <a:cs typeface="Zen Kaku Gothic New"/>
                <a:sym typeface="Zen Kaku Gothic New"/>
              </a:defRPr>
            </a:lvl5pPr>
            <a:lvl6pPr lvl="5">
              <a:buNone/>
              <a:defRPr sz="1000">
                <a:latin typeface="Zen Kaku Gothic New"/>
                <a:ea typeface="Zen Kaku Gothic New"/>
                <a:cs typeface="Zen Kaku Gothic New"/>
                <a:sym typeface="Zen Kaku Gothic New"/>
              </a:defRPr>
            </a:lvl6pPr>
            <a:lvl7pPr lvl="6">
              <a:buNone/>
              <a:defRPr sz="1000">
                <a:latin typeface="Zen Kaku Gothic New"/>
                <a:ea typeface="Zen Kaku Gothic New"/>
                <a:cs typeface="Zen Kaku Gothic New"/>
                <a:sym typeface="Zen Kaku Gothic New"/>
              </a:defRPr>
            </a:lvl7pPr>
            <a:lvl8pPr lvl="7">
              <a:buNone/>
              <a:defRPr sz="1000">
                <a:latin typeface="Zen Kaku Gothic New"/>
                <a:ea typeface="Zen Kaku Gothic New"/>
                <a:cs typeface="Zen Kaku Gothic New"/>
                <a:sym typeface="Zen Kaku Gothic New"/>
              </a:defRPr>
            </a:lvl8pPr>
            <a:lvl9pPr lvl="8">
              <a:buNone/>
              <a:defRPr sz="1000">
                <a:latin typeface="Zen Kaku Gothic New"/>
                <a:ea typeface="Zen Kaku Gothic New"/>
                <a:cs typeface="Zen Kaku Gothic New"/>
                <a:sym typeface="Zen Kaku Gothic New"/>
              </a:defRPr>
            </a:lvl9pPr>
          </a:lstStyle>
          <a:p>
            <a:pPr indent="0" lvl="0" marL="0" rtl="0" algn="l">
              <a:spcBef>
                <a:spcPts val="0"/>
              </a:spcBef>
              <a:spcAft>
                <a:spcPts val="0"/>
              </a:spcAft>
              <a:buNone/>
            </a:pPr>
            <a:fld id="{00000000-1234-1234-1234-123412341234}" type="slidenum">
              <a:rPr lang="ja"/>
              <a:t>‹#›</a:t>
            </a:fld>
            <a:endParaRPr/>
          </a:p>
        </p:txBody>
      </p:sp>
    </p:spTree>
  </p:cSld>
  <p:clrMapOvr>
    <a:masterClrMapping/>
  </p:clrMapOvr>
  <p:extLst>
    <p:ext uri="{DCECCB84-F9BA-43D5-87BE-67443E8EF086}">
      <p15:sldGuideLst>
        <p15:guide id="1" orient="horz" pos="324">
          <p15:clr>
            <a:srgbClr val="FA7B17"/>
          </p15:clr>
        </p15:guide>
        <p15:guide id="2" orient="horz" pos="2915">
          <p15:clr>
            <a:srgbClr val="FA7B17"/>
          </p15:clr>
        </p15:guide>
        <p15:guide id="3" orient="horz" pos="3078">
          <p15:clr>
            <a:srgbClr val="FA7B17"/>
          </p15:clr>
        </p15:guide>
        <p15:guide id="4" orient="horz" pos="162">
          <p15:clr>
            <a:srgbClr val="FA7B17"/>
          </p15:clr>
        </p15:guide>
        <p15:guide id="5" pos="324">
          <p15:clr>
            <a:srgbClr val="FA7B17"/>
          </p15:clr>
        </p15:guide>
        <p15:guide id="6" pos="163">
          <p15:clr>
            <a:srgbClr val="FA7B17"/>
          </p15:clr>
        </p15:guide>
        <p15:guide id="7" pos="5436">
          <p15:clr>
            <a:srgbClr val="FA7B17"/>
          </p15:clr>
        </p15:guide>
        <p15:guide id="8" pos="5597">
          <p15:clr>
            <a:srgbClr val="FA7B17"/>
          </p15:clr>
        </p15:guide>
        <p15:guide id="9" orient="horz" pos="487">
          <p15:clr>
            <a:srgbClr val="FA7B17"/>
          </p15:clr>
        </p15:guide>
      </p15:sldGuideLst>
    </p:ext>
  </p:extLs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中表紙_White">
  <p:cSld name="TITLE_1_3_2_1">
    <p:bg>
      <p:bgPr>
        <a:solidFill>
          <a:schemeClr val="lt1"/>
        </a:solidFill>
      </p:bgPr>
    </p:bg>
    <p:spTree>
      <p:nvGrpSpPr>
        <p:cNvPr id="127" name="Shape 127"/>
        <p:cNvGrpSpPr/>
        <p:nvPr/>
      </p:nvGrpSpPr>
      <p:grpSpPr>
        <a:xfrm>
          <a:off x="0" y="0"/>
          <a:ext cx="0" cy="0"/>
          <a:chOff x="0" y="0"/>
          <a:chExt cx="0" cy="0"/>
        </a:xfrm>
      </p:grpSpPr>
      <p:sp>
        <p:nvSpPr>
          <p:cNvPr id="128" name="Google Shape;128;p26" title="タイトル"/>
          <p:cNvSpPr txBox="1"/>
          <p:nvPr>
            <p:ph type="title"/>
          </p:nvPr>
        </p:nvSpPr>
        <p:spPr>
          <a:xfrm>
            <a:off x="200025" y="2368575"/>
            <a:ext cx="8743800" cy="538800"/>
          </a:xfrm>
          <a:prstGeom prst="rect">
            <a:avLst/>
          </a:prstGeom>
          <a:noFill/>
          <a:ln>
            <a:noFill/>
          </a:ln>
        </p:spPr>
        <p:txBody>
          <a:bodyPr anchorCtr="0" anchor="b" bIns="39550" lIns="79125" spcFirstLastPara="1" rIns="79125" wrap="square" tIns="39550">
            <a:noAutofit/>
          </a:bodyPr>
          <a:lstStyle>
            <a:lvl1pPr lvl="0" marR="0">
              <a:lnSpc>
                <a:spcPct val="90000"/>
              </a:lnSpc>
              <a:spcBef>
                <a:spcPts val="0"/>
              </a:spcBef>
              <a:spcAft>
                <a:spcPts val="0"/>
              </a:spcAft>
              <a:buClr>
                <a:schemeClr val="dk1"/>
              </a:buClr>
              <a:buSzPts val="3200"/>
              <a:buNone/>
              <a:defRPr i="0" sz="3200" u="none" cap="none" strike="noStrike">
                <a:solidFill>
                  <a:schemeClr val="dk1"/>
                </a:solidFill>
              </a:defRPr>
            </a:lvl1pPr>
            <a:lvl2pPr lvl="1">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2pPr>
            <a:lvl3pPr lvl="2">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3pPr>
            <a:lvl4pPr lvl="3">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4pPr>
            <a:lvl5pPr lvl="4">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5pPr>
            <a:lvl6pPr lvl="5">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6pPr>
            <a:lvl7pPr lvl="6">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7pPr>
            <a:lvl8pPr lvl="7">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8pPr>
            <a:lvl9pPr lvl="8">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9pPr>
          </a:lstStyle>
          <a:p/>
        </p:txBody>
      </p:sp>
      <p:sp>
        <p:nvSpPr>
          <p:cNvPr id="129" name="Google Shape;129;p26" title="タイトル"/>
          <p:cNvSpPr txBox="1"/>
          <p:nvPr>
            <p:ph idx="2" type="title"/>
          </p:nvPr>
        </p:nvSpPr>
        <p:spPr>
          <a:xfrm>
            <a:off x="200025" y="2974875"/>
            <a:ext cx="8115300" cy="279600"/>
          </a:xfrm>
          <a:prstGeom prst="rect">
            <a:avLst/>
          </a:prstGeom>
          <a:noFill/>
          <a:ln>
            <a:noFill/>
          </a:ln>
        </p:spPr>
        <p:txBody>
          <a:bodyPr anchorCtr="0" anchor="t" bIns="39550" lIns="79125" spcFirstLastPara="1" rIns="79125" wrap="square" tIns="39550">
            <a:noAutofit/>
          </a:bodyPr>
          <a:lstStyle>
            <a:lvl1pPr lvl="0" marR="0">
              <a:lnSpc>
                <a:spcPct val="90000"/>
              </a:lnSpc>
              <a:spcBef>
                <a:spcPts val="0"/>
              </a:spcBef>
              <a:spcAft>
                <a:spcPts val="0"/>
              </a:spcAft>
              <a:buClr>
                <a:schemeClr val="dk1"/>
              </a:buClr>
              <a:buSzPts val="1600"/>
              <a:buNone/>
              <a:defRPr i="0" sz="1600" u="none" cap="none" strike="noStrike">
                <a:solidFill>
                  <a:schemeClr val="dk1"/>
                </a:solidFill>
              </a:defRPr>
            </a:lvl1pPr>
            <a:lvl2pPr lvl="1">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2pPr>
            <a:lvl3pPr lvl="2">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3pPr>
            <a:lvl4pPr lvl="3">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4pPr>
            <a:lvl5pPr lvl="4">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5pPr>
            <a:lvl6pPr lvl="5">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6pPr>
            <a:lvl7pPr lvl="6">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7pPr>
            <a:lvl8pPr lvl="7">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8pPr>
            <a:lvl9pPr lvl="8">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9pPr>
          </a:lstStyle>
          <a:p/>
        </p:txBody>
      </p:sp>
      <p:sp>
        <p:nvSpPr>
          <p:cNvPr id="130" name="Google Shape;130;p26" title="タイトル"/>
          <p:cNvSpPr txBox="1"/>
          <p:nvPr>
            <p:ph idx="3" type="title"/>
          </p:nvPr>
        </p:nvSpPr>
        <p:spPr>
          <a:xfrm>
            <a:off x="200025" y="1841400"/>
            <a:ext cx="8115300" cy="347700"/>
          </a:xfrm>
          <a:prstGeom prst="rect">
            <a:avLst/>
          </a:prstGeom>
          <a:noFill/>
          <a:ln>
            <a:noFill/>
          </a:ln>
        </p:spPr>
        <p:txBody>
          <a:bodyPr anchorCtr="0" anchor="t" bIns="39550" lIns="79125" spcFirstLastPara="1" rIns="79125" wrap="square" tIns="39550">
            <a:spAutoFit/>
          </a:bodyPr>
          <a:lstStyle>
            <a:lvl1pPr lvl="0" marR="0">
              <a:lnSpc>
                <a:spcPct val="90000"/>
              </a:lnSpc>
              <a:spcBef>
                <a:spcPts val="0"/>
              </a:spcBef>
              <a:spcAft>
                <a:spcPts val="0"/>
              </a:spcAft>
              <a:buClr>
                <a:schemeClr val="dk1"/>
              </a:buClr>
              <a:buSzPts val="2400"/>
              <a:buNone/>
              <a:defRPr i="0" sz="2400" u="none" cap="none" strike="noStrike">
                <a:solidFill>
                  <a:schemeClr val="dk1"/>
                </a:solidFill>
              </a:defRPr>
            </a:lvl1pPr>
            <a:lvl2pPr lvl="1">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2pPr>
            <a:lvl3pPr lvl="2">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3pPr>
            <a:lvl4pPr lvl="3">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4pPr>
            <a:lvl5pPr lvl="4">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5pPr>
            <a:lvl6pPr lvl="5">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6pPr>
            <a:lvl7pPr lvl="6">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7pPr>
            <a:lvl8pPr lvl="7">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8pPr>
            <a:lvl9pPr lvl="8">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9pPr>
          </a:lstStyle>
          <a:p/>
        </p:txBody>
      </p:sp>
      <p:pic>
        <p:nvPicPr>
          <p:cNvPr id="131" name="Google Shape;131;p26"/>
          <p:cNvPicPr preferRelativeResize="0"/>
          <p:nvPr/>
        </p:nvPicPr>
        <p:blipFill>
          <a:blip r:embed="rId2">
            <a:alphaModFix/>
          </a:blip>
          <a:stretch>
            <a:fillRect/>
          </a:stretch>
        </p:blipFill>
        <p:spPr>
          <a:xfrm>
            <a:off x="176218" y="221025"/>
            <a:ext cx="1437015" cy="347750"/>
          </a:xfrm>
          <a:prstGeom prst="rect">
            <a:avLst/>
          </a:prstGeom>
          <a:noFill/>
          <a:ln>
            <a:noFill/>
          </a:ln>
        </p:spPr>
      </p:pic>
      <p:sp>
        <p:nvSpPr>
          <p:cNvPr id="132" name="Google Shape;132;p26"/>
          <p:cNvSpPr txBox="1"/>
          <p:nvPr>
            <p:ph idx="12" type="sldNum"/>
          </p:nvPr>
        </p:nvSpPr>
        <p:spPr>
          <a:xfrm>
            <a:off x="8763484" y="4749901"/>
            <a:ext cx="548700" cy="393600"/>
          </a:xfrm>
          <a:prstGeom prst="rect">
            <a:avLst/>
          </a:prstGeom>
        </p:spPr>
        <p:txBody>
          <a:bodyPr anchorCtr="0" anchor="t" bIns="91425" lIns="91425" spcFirstLastPara="1" rIns="91425" wrap="square" tIns="91425">
            <a:noAutofit/>
          </a:bodyPr>
          <a:lstStyle>
            <a:lvl1pPr lvl="0">
              <a:buNone/>
              <a:defRPr sz="1000">
                <a:latin typeface="Zen Kaku Gothic New"/>
                <a:ea typeface="Zen Kaku Gothic New"/>
                <a:cs typeface="Zen Kaku Gothic New"/>
                <a:sym typeface="Zen Kaku Gothic New"/>
              </a:defRPr>
            </a:lvl1pPr>
            <a:lvl2pPr lvl="1">
              <a:buNone/>
              <a:defRPr sz="1000">
                <a:latin typeface="Zen Kaku Gothic New"/>
                <a:ea typeface="Zen Kaku Gothic New"/>
                <a:cs typeface="Zen Kaku Gothic New"/>
                <a:sym typeface="Zen Kaku Gothic New"/>
              </a:defRPr>
            </a:lvl2pPr>
            <a:lvl3pPr lvl="2">
              <a:buNone/>
              <a:defRPr sz="1000">
                <a:latin typeface="Zen Kaku Gothic New"/>
                <a:ea typeface="Zen Kaku Gothic New"/>
                <a:cs typeface="Zen Kaku Gothic New"/>
                <a:sym typeface="Zen Kaku Gothic New"/>
              </a:defRPr>
            </a:lvl3pPr>
            <a:lvl4pPr lvl="3">
              <a:buNone/>
              <a:defRPr sz="1000">
                <a:latin typeface="Zen Kaku Gothic New"/>
                <a:ea typeface="Zen Kaku Gothic New"/>
                <a:cs typeface="Zen Kaku Gothic New"/>
                <a:sym typeface="Zen Kaku Gothic New"/>
              </a:defRPr>
            </a:lvl4pPr>
            <a:lvl5pPr lvl="4">
              <a:buNone/>
              <a:defRPr sz="1000">
                <a:latin typeface="Zen Kaku Gothic New"/>
                <a:ea typeface="Zen Kaku Gothic New"/>
                <a:cs typeface="Zen Kaku Gothic New"/>
                <a:sym typeface="Zen Kaku Gothic New"/>
              </a:defRPr>
            </a:lvl5pPr>
            <a:lvl6pPr lvl="5">
              <a:buNone/>
              <a:defRPr sz="1000">
                <a:latin typeface="Zen Kaku Gothic New"/>
                <a:ea typeface="Zen Kaku Gothic New"/>
                <a:cs typeface="Zen Kaku Gothic New"/>
                <a:sym typeface="Zen Kaku Gothic New"/>
              </a:defRPr>
            </a:lvl6pPr>
            <a:lvl7pPr lvl="6">
              <a:buNone/>
              <a:defRPr sz="1000">
                <a:latin typeface="Zen Kaku Gothic New"/>
                <a:ea typeface="Zen Kaku Gothic New"/>
                <a:cs typeface="Zen Kaku Gothic New"/>
                <a:sym typeface="Zen Kaku Gothic New"/>
              </a:defRPr>
            </a:lvl7pPr>
            <a:lvl8pPr lvl="7">
              <a:buNone/>
              <a:defRPr sz="1000">
                <a:latin typeface="Zen Kaku Gothic New"/>
                <a:ea typeface="Zen Kaku Gothic New"/>
                <a:cs typeface="Zen Kaku Gothic New"/>
                <a:sym typeface="Zen Kaku Gothic New"/>
              </a:defRPr>
            </a:lvl8pPr>
            <a:lvl9pPr lvl="8">
              <a:buNone/>
              <a:defRPr sz="1000">
                <a:latin typeface="Zen Kaku Gothic New"/>
                <a:ea typeface="Zen Kaku Gothic New"/>
                <a:cs typeface="Zen Kaku Gothic New"/>
                <a:sym typeface="Zen Kaku Gothic New"/>
              </a:defRPr>
            </a:lvl9pPr>
          </a:lstStyle>
          <a:p>
            <a:pPr indent="0" lvl="0" marL="0" rtl="0" algn="l">
              <a:spcBef>
                <a:spcPts val="0"/>
              </a:spcBef>
              <a:spcAft>
                <a:spcPts val="0"/>
              </a:spcAft>
              <a:buNone/>
            </a:pPr>
            <a:fld id="{00000000-1234-1234-1234-123412341234}" type="slidenum">
              <a:rPr lang="ja"/>
              <a:t>‹#›</a:t>
            </a:fld>
            <a:endParaRPr/>
          </a:p>
        </p:txBody>
      </p:sp>
    </p:spTree>
  </p:cSld>
  <p:clrMapOvr>
    <a:masterClrMapping/>
  </p:clrMapOvr>
  <p:extLst>
    <p:ext uri="{DCECCB84-F9BA-43D5-87BE-67443E8EF086}">
      <p15:sldGuideLst>
        <p15:guide id="1" orient="horz" pos="324">
          <p15:clr>
            <a:srgbClr val="FA7B17"/>
          </p15:clr>
        </p15:guide>
        <p15:guide id="2" orient="horz" pos="2915">
          <p15:clr>
            <a:srgbClr val="FA7B17"/>
          </p15:clr>
        </p15:guide>
        <p15:guide id="3" orient="horz" pos="3078">
          <p15:clr>
            <a:srgbClr val="FA7B17"/>
          </p15:clr>
        </p15:guide>
        <p15:guide id="4" orient="horz" pos="162">
          <p15:clr>
            <a:srgbClr val="FA7B17"/>
          </p15:clr>
        </p15:guide>
        <p15:guide id="5" pos="324">
          <p15:clr>
            <a:srgbClr val="FA7B17"/>
          </p15:clr>
        </p15:guide>
        <p15:guide id="6" pos="163">
          <p15:clr>
            <a:srgbClr val="FA7B17"/>
          </p15:clr>
        </p15:guide>
        <p15:guide id="7" pos="5436">
          <p15:clr>
            <a:srgbClr val="FA7B17"/>
          </p15:clr>
        </p15:guide>
        <p15:guide id="8" pos="5597">
          <p15:clr>
            <a:srgbClr val="FA7B17"/>
          </p15:clr>
        </p15:guide>
        <p15:guide id="9" orient="horz" pos="487">
          <p15:clr>
            <a:srgbClr val="FA7B17"/>
          </p15:clr>
        </p15:guide>
      </p15:sldGuideLst>
    </p:ext>
  </p:extLst>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ページタイトルのみ">
  <p:cSld name="TITLE_1_3_1">
    <p:bg>
      <p:bgPr>
        <a:solidFill>
          <a:schemeClr val="lt1"/>
        </a:solidFill>
      </p:bgPr>
    </p:bg>
    <p:spTree>
      <p:nvGrpSpPr>
        <p:cNvPr id="133" name="Shape 133"/>
        <p:cNvGrpSpPr/>
        <p:nvPr/>
      </p:nvGrpSpPr>
      <p:grpSpPr>
        <a:xfrm>
          <a:off x="0" y="0"/>
          <a:ext cx="0" cy="0"/>
          <a:chOff x="0" y="0"/>
          <a:chExt cx="0" cy="0"/>
        </a:xfrm>
      </p:grpSpPr>
      <p:sp>
        <p:nvSpPr>
          <p:cNvPr id="134" name="Google Shape;134;p27" title="タイトル"/>
          <p:cNvSpPr txBox="1"/>
          <p:nvPr>
            <p:ph type="title"/>
          </p:nvPr>
        </p:nvSpPr>
        <p:spPr>
          <a:xfrm>
            <a:off x="188450" y="269400"/>
            <a:ext cx="4056900" cy="245400"/>
          </a:xfrm>
          <a:prstGeom prst="rect">
            <a:avLst/>
          </a:prstGeom>
          <a:noFill/>
          <a:ln>
            <a:noFill/>
          </a:ln>
        </p:spPr>
        <p:txBody>
          <a:bodyPr anchorCtr="0" anchor="b" bIns="39550" lIns="79125" spcFirstLastPara="1" rIns="79125" wrap="square" tIns="39550">
            <a:noAutofit/>
          </a:bodyPr>
          <a:lstStyle>
            <a:lvl1pPr lvl="0" marR="0">
              <a:lnSpc>
                <a:spcPct val="90000"/>
              </a:lnSpc>
              <a:spcBef>
                <a:spcPts val="0"/>
              </a:spcBef>
              <a:spcAft>
                <a:spcPts val="0"/>
              </a:spcAft>
              <a:buClr>
                <a:schemeClr val="lt2"/>
              </a:buClr>
              <a:buSzPts val="1400"/>
              <a:buNone/>
              <a:defRPr i="0" sz="1400" u="none" cap="none" strike="noStrike">
                <a:solidFill>
                  <a:schemeClr val="lt2"/>
                </a:solidFill>
              </a:defRPr>
            </a:lvl1pPr>
            <a:lvl2pPr lvl="1">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2pPr>
            <a:lvl3pPr lvl="2">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3pPr>
            <a:lvl4pPr lvl="3">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4pPr>
            <a:lvl5pPr lvl="4">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5pPr>
            <a:lvl6pPr lvl="5">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6pPr>
            <a:lvl7pPr lvl="6">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7pPr>
            <a:lvl8pPr lvl="7">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8pPr>
            <a:lvl9pPr lvl="8">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9pPr>
          </a:lstStyle>
          <a:p/>
        </p:txBody>
      </p:sp>
      <p:sp>
        <p:nvSpPr>
          <p:cNvPr id="135" name="Google Shape;135;p27" title="タイトル"/>
          <p:cNvSpPr txBox="1"/>
          <p:nvPr>
            <p:ph idx="2" type="title"/>
          </p:nvPr>
        </p:nvSpPr>
        <p:spPr>
          <a:xfrm>
            <a:off x="2286750" y="263188"/>
            <a:ext cx="4056900" cy="245400"/>
          </a:xfrm>
          <a:prstGeom prst="rect">
            <a:avLst/>
          </a:prstGeom>
          <a:noFill/>
          <a:ln>
            <a:noFill/>
          </a:ln>
        </p:spPr>
        <p:txBody>
          <a:bodyPr anchorCtr="0" anchor="b" bIns="39550" lIns="79125" spcFirstLastPara="1" rIns="79125" wrap="square" tIns="39550">
            <a:noAutofit/>
          </a:bodyPr>
          <a:lstStyle>
            <a:lvl1pPr lvl="0" marR="0">
              <a:lnSpc>
                <a:spcPct val="90000"/>
              </a:lnSpc>
              <a:spcBef>
                <a:spcPts val="0"/>
              </a:spcBef>
              <a:spcAft>
                <a:spcPts val="0"/>
              </a:spcAft>
              <a:buClr>
                <a:schemeClr val="dk1"/>
              </a:buClr>
              <a:buSzPts val="1200"/>
              <a:buNone/>
              <a:defRPr b="0" i="0" sz="1200" u="none" cap="none" strike="noStrike">
                <a:solidFill>
                  <a:schemeClr val="dk1"/>
                </a:solidFill>
              </a:defRPr>
            </a:lvl1pPr>
            <a:lvl2pPr lvl="1">
              <a:spcBef>
                <a:spcPts val="0"/>
              </a:spcBef>
              <a:spcAft>
                <a:spcPts val="0"/>
              </a:spcAft>
              <a:buClr>
                <a:schemeClr val="dk1"/>
              </a:buClr>
              <a:buSzPts val="1200"/>
              <a:buFont typeface="Zen Kaku Gothic New"/>
              <a:buNone/>
              <a:defRPr b="0" sz="1200">
                <a:solidFill>
                  <a:schemeClr val="dk1"/>
                </a:solidFill>
                <a:latin typeface="Zen Kaku Gothic New"/>
                <a:ea typeface="Zen Kaku Gothic New"/>
                <a:cs typeface="Zen Kaku Gothic New"/>
                <a:sym typeface="Zen Kaku Gothic New"/>
              </a:defRPr>
            </a:lvl2pPr>
            <a:lvl3pPr lvl="2">
              <a:spcBef>
                <a:spcPts val="0"/>
              </a:spcBef>
              <a:spcAft>
                <a:spcPts val="0"/>
              </a:spcAft>
              <a:buClr>
                <a:schemeClr val="dk1"/>
              </a:buClr>
              <a:buSzPts val="1200"/>
              <a:buFont typeface="Zen Kaku Gothic New"/>
              <a:buNone/>
              <a:defRPr b="0" sz="1200">
                <a:solidFill>
                  <a:schemeClr val="dk1"/>
                </a:solidFill>
                <a:latin typeface="Zen Kaku Gothic New"/>
                <a:ea typeface="Zen Kaku Gothic New"/>
                <a:cs typeface="Zen Kaku Gothic New"/>
                <a:sym typeface="Zen Kaku Gothic New"/>
              </a:defRPr>
            </a:lvl3pPr>
            <a:lvl4pPr lvl="3">
              <a:spcBef>
                <a:spcPts val="0"/>
              </a:spcBef>
              <a:spcAft>
                <a:spcPts val="0"/>
              </a:spcAft>
              <a:buClr>
                <a:schemeClr val="dk1"/>
              </a:buClr>
              <a:buSzPts val="1200"/>
              <a:buFont typeface="Zen Kaku Gothic New"/>
              <a:buNone/>
              <a:defRPr b="0" sz="1200">
                <a:solidFill>
                  <a:schemeClr val="dk1"/>
                </a:solidFill>
                <a:latin typeface="Zen Kaku Gothic New"/>
                <a:ea typeface="Zen Kaku Gothic New"/>
                <a:cs typeface="Zen Kaku Gothic New"/>
                <a:sym typeface="Zen Kaku Gothic New"/>
              </a:defRPr>
            </a:lvl4pPr>
            <a:lvl5pPr lvl="4">
              <a:spcBef>
                <a:spcPts val="0"/>
              </a:spcBef>
              <a:spcAft>
                <a:spcPts val="0"/>
              </a:spcAft>
              <a:buClr>
                <a:schemeClr val="dk1"/>
              </a:buClr>
              <a:buSzPts val="1200"/>
              <a:buFont typeface="Zen Kaku Gothic New"/>
              <a:buNone/>
              <a:defRPr b="0" sz="1200">
                <a:solidFill>
                  <a:schemeClr val="dk1"/>
                </a:solidFill>
                <a:latin typeface="Zen Kaku Gothic New"/>
                <a:ea typeface="Zen Kaku Gothic New"/>
                <a:cs typeface="Zen Kaku Gothic New"/>
                <a:sym typeface="Zen Kaku Gothic New"/>
              </a:defRPr>
            </a:lvl5pPr>
            <a:lvl6pPr lvl="5">
              <a:spcBef>
                <a:spcPts val="0"/>
              </a:spcBef>
              <a:spcAft>
                <a:spcPts val="0"/>
              </a:spcAft>
              <a:buClr>
                <a:schemeClr val="dk1"/>
              </a:buClr>
              <a:buSzPts val="1200"/>
              <a:buFont typeface="Zen Kaku Gothic New"/>
              <a:buNone/>
              <a:defRPr b="0" sz="1200">
                <a:solidFill>
                  <a:schemeClr val="dk1"/>
                </a:solidFill>
                <a:latin typeface="Zen Kaku Gothic New"/>
                <a:ea typeface="Zen Kaku Gothic New"/>
                <a:cs typeface="Zen Kaku Gothic New"/>
                <a:sym typeface="Zen Kaku Gothic New"/>
              </a:defRPr>
            </a:lvl6pPr>
            <a:lvl7pPr lvl="6">
              <a:spcBef>
                <a:spcPts val="0"/>
              </a:spcBef>
              <a:spcAft>
                <a:spcPts val="0"/>
              </a:spcAft>
              <a:buClr>
                <a:schemeClr val="dk1"/>
              </a:buClr>
              <a:buSzPts val="1200"/>
              <a:buFont typeface="Zen Kaku Gothic New"/>
              <a:buNone/>
              <a:defRPr b="0" sz="1200">
                <a:solidFill>
                  <a:schemeClr val="dk1"/>
                </a:solidFill>
                <a:latin typeface="Zen Kaku Gothic New"/>
                <a:ea typeface="Zen Kaku Gothic New"/>
                <a:cs typeface="Zen Kaku Gothic New"/>
                <a:sym typeface="Zen Kaku Gothic New"/>
              </a:defRPr>
            </a:lvl7pPr>
            <a:lvl8pPr lvl="7">
              <a:spcBef>
                <a:spcPts val="0"/>
              </a:spcBef>
              <a:spcAft>
                <a:spcPts val="0"/>
              </a:spcAft>
              <a:buClr>
                <a:schemeClr val="dk1"/>
              </a:buClr>
              <a:buSzPts val="1200"/>
              <a:buFont typeface="Zen Kaku Gothic New"/>
              <a:buNone/>
              <a:defRPr b="0" sz="1200">
                <a:solidFill>
                  <a:schemeClr val="dk1"/>
                </a:solidFill>
                <a:latin typeface="Zen Kaku Gothic New"/>
                <a:ea typeface="Zen Kaku Gothic New"/>
                <a:cs typeface="Zen Kaku Gothic New"/>
                <a:sym typeface="Zen Kaku Gothic New"/>
              </a:defRPr>
            </a:lvl8pPr>
            <a:lvl9pPr lvl="8">
              <a:spcBef>
                <a:spcPts val="0"/>
              </a:spcBef>
              <a:spcAft>
                <a:spcPts val="0"/>
              </a:spcAft>
              <a:buClr>
                <a:schemeClr val="dk1"/>
              </a:buClr>
              <a:buSzPts val="1200"/>
              <a:buFont typeface="Zen Kaku Gothic New"/>
              <a:buNone/>
              <a:defRPr b="0" sz="1200">
                <a:solidFill>
                  <a:schemeClr val="dk1"/>
                </a:solidFill>
                <a:latin typeface="Zen Kaku Gothic New"/>
                <a:ea typeface="Zen Kaku Gothic New"/>
                <a:cs typeface="Zen Kaku Gothic New"/>
                <a:sym typeface="Zen Kaku Gothic New"/>
              </a:defRPr>
            </a:lvl9pPr>
          </a:lstStyle>
          <a:p/>
        </p:txBody>
      </p:sp>
      <p:sp>
        <p:nvSpPr>
          <p:cNvPr id="136" name="Google Shape;136;p27"/>
          <p:cNvSpPr txBox="1"/>
          <p:nvPr>
            <p:ph idx="12" type="sldNum"/>
          </p:nvPr>
        </p:nvSpPr>
        <p:spPr>
          <a:xfrm>
            <a:off x="8763484" y="4749901"/>
            <a:ext cx="548700" cy="393600"/>
          </a:xfrm>
          <a:prstGeom prst="rect">
            <a:avLst/>
          </a:prstGeom>
        </p:spPr>
        <p:txBody>
          <a:bodyPr anchorCtr="0" anchor="t" bIns="91425" lIns="91425" spcFirstLastPara="1" rIns="91425" wrap="square" tIns="91425">
            <a:noAutofit/>
          </a:bodyPr>
          <a:lstStyle>
            <a:lvl1pPr lvl="0">
              <a:buNone/>
              <a:defRPr sz="1000">
                <a:latin typeface="Zen Kaku Gothic New"/>
                <a:ea typeface="Zen Kaku Gothic New"/>
                <a:cs typeface="Zen Kaku Gothic New"/>
                <a:sym typeface="Zen Kaku Gothic New"/>
              </a:defRPr>
            </a:lvl1pPr>
            <a:lvl2pPr lvl="1">
              <a:buNone/>
              <a:defRPr sz="1000">
                <a:latin typeface="Zen Kaku Gothic New"/>
                <a:ea typeface="Zen Kaku Gothic New"/>
                <a:cs typeface="Zen Kaku Gothic New"/>
                <a:sym typeface="Zen Kaku Gothic New"/>
              </a:defRPr>
            </a:lvl2pPr>
            <a:lvl3pPr lvl="2">
              <a:buNone/>
              <a:defRPr sz="1000">
                <a:latin typeface="Zen Kaku Gothic New"/>
                <a:ea typeface="Zen Kaku Gothic New"/>
                <a:cs typeface="Zen Kaku Gothic New"/>
                <a:sym typeface="Zen Kaku Gothic New"/>
              </a:defRPr>
            </a:lvl3pPr>
            <a:lvl4pPr lvl="3">
              <a:buNone/>
              <a:defRPr sz="1000">
                <a:latin typeface="Zen Kaku Gothic New"/>
                <a:ea typeface="Zen Kaku Gothic New"/>
                <a:cs typeface="Zen Kaku Gothic New"/>
                <a:sym typeface="Zen Kaku Gothic New"/>
              </a:defRPr>
            </a:lvl4pPr>
            <a:lvl5pPr lvl="4">
              <a:buNone/>
              <a:defRPr sz="1000">
                <a:latin typeface="Zen Kaku Gothic New"/>
                <a:ea typeface="Zen Kaku Gothic New"/>
                <a:cs typeface="Zen Kaku Gothic New"/>
                <a:sym typeface="Zen Kaku Gothic New"/>
              </a:defRPr>
            </a:lvl5pPr>
            <a:lvl6pPr lvl="5">
              <a:buNone/>
              <a:defRPr sz="1000">
                <a:latin typeface="Zen Kaku Gothic New"/>
                <a:ea typeface="Zen Kaku Gothic New"/>
                <a:cs typeface="Zen Kaku Gothic New"/>
                <a:sym typeface="Zen Kaku Gothic New"/>
              </a:defRPr>
            </a:lvl6pPr>
            <a:lvl7pPr lvl="6">
              <a:buNone/>
              <a:defRPr sz="1000">
                <a:latin typeface="Zen Kaku Gothic New"/>
                <a:ea typeface="Zen Kaku Gothic New"/>
                <a:cs typeface="Zen Kaku Gothic New"/>
                <a:sym typeface="Zen Kaku Gothic New"/>
              </a:defRPr>
            </a:lvl7pPr>
            <a:lvl8pPr lvl="7">
              <a:buNone/>
              <a:defRPr sz="1000">
                <a:latin typeface="Zen Kaku Gothic New"/>
                <a:ea typeface="Zen Kaku Gothic New"/>
                <a:cs typeface="Zen Kaku Gothic New"/>
                <a:sym typeface="Zen Kaku Gothic New"/>
              </a:defRPr>
            </a:lvl8pPr>
            <a:lvl9pPr lvl="8">
              <a:buNone/>
              <a:defRPr sz="1000">
                <a:latin typeface="Zen Kaku Gothic New"/>
                <a:ea typeface="Zen Kaku Gothic New"/>
                <a:cs typeface="Zen Kaku Gothic New"/>
                <a:sym typeface="Zen Kaku Gothic New"/>
              </a:defRPr>
            </a:lvl9pPr>
          </a:lstStyle>
          <a:p>
            <a:pPr indent="0" lvl="0" marL="0" rtl="0" algn="l">
              <a:spcBef>
                <a:spcPts val="0"/>
              </a:spcBef>
              <a:spcAft>
                <a:spcPts val="0"/>
              </a:spcAft>
              <a:buNone/>
            </a:pPr>
            <a:fld id="{00000000-1234-1234-1234-123412341234}" type="slidenum">
              <a:rPr lang="ja"/>
              <a:t>‹#›</a:t>
            </a:fld>
            <a:endParaRPr/>
          </a:p>
        </p:txBody>
      </p:sp>
    </p:spTree>
  </p:cSld>
  <p:clrMapOvr>
    <a:masterClrMapping/>
  </p:clrMapOvr>
  <p:extLst>
    <p:ext uri="{DCECCB84-F9BA-43D5-87BE-67443E8EF086}">
      <p15:sldGuideLst>
        <p15:guide id="1" orient="horz" pos="324">
          <p15:clr>
            <a:srgbClr val="FA7B17"/>
          </p15:clr>
        </p15:guide>
        <p15:guide id="2" orient="horz" pos="2915">
          <p15:clr>
            <a:srgbClr val="FA7B17"/>
          </p15:clr>
        </p15:guide>
        <p15:guide id="3" orient="horz" pos="3078">
          <p15:clr>
            <a:srgbClr val="FA7B17"/>
          </p15:clr>
        </p15:guide>
        <p15:guide id="4" orient="horz" pos="162">
          <p15:clr>
            <a:srgbClr val="FA7B17"/>
          </p15:clr>
        </p15:guide>
        <p15:guide id="5" pos="324">
          <p15:clr>
            <a:srgbClr val="FA7B17"/>
          </p15:clr>
        </p15:guide>
        <p15:guide id="6" pos="163">
          <p15:clr>
            <a:srgbClr val="FA7B17"/>
          </p15:clr>
        </p15:guide>
        <p15:guide id="7" pos="5436">
          <p15:clr>
            <a:srgbClr val="FA7B17"/>
          </p15:clr>
        </p15:guide>
        <p15:guide id="8" pos="5597">
          <p15:clr>
            <a:srgbClr val="FA7B17"/>
          </p15:clr>
        </p15:guide>
        <p15:guide id="9" orient="horz" pos="487">
          <p15:clr>
            <a:srgbClr val="FA7B17"/>
          </p15:clr>
        </p15:guide>
      </p15:sldGuideLst>
    </p:ext>
  </p:extLst>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ガイドのみ 1">
  <p:cSld name="TITLE_1_3_1_2">
    <p:bg>
      <p:bgPr>
        <a:solidFill>
          <a:schemeClr val="lt1"/>
        </a:solidFill>
      </p:bgPr>
    </p:bg>
    <p:spTree>
      <p:nvGrpSpPr>
        <p:cNvPr id="137" name="Shape 137"/>
        <p:cNvGrpSpPr/>
        <p:nvPr/>
      </p:nvGrpSpPr>
      <p:grpSpPr>
        <a:xfrm>
          <a:off x="0" y="0"/>
          <a:ext cx="0" cy="0"/>
          <a:chOff x="0" y="0"/>
          <a:chExt cx="0" cy="0"/>
        </a:xfrm>
      </p:grpSpPr>
      <p:sp>
        <p:nvSpPr>
          <p:cNvPr id="138" name="Google Shape;138;p28"/>
          <p:cNvSpPr txBox="1"/>
          <p:nvPr>
            <p:ph idx="12" type="sldNum"/>
          </p:nvPr>
        </p:nvSpPr>
        <p:spPr>
          <a:xfrm>
            <a:off x="8763484" y="4749901"/>
            <a:ext cx="548700" cy="393600"/>
          </a:xfrm>
          <a:prstGeom prst="rect">
            <a:avLst/>
          </a:prstGeom>
        </p:spPr>
        <p:txBody>
          <a:bodyPr anchorCtr="0" anchor="t" bIns="91425" lIns="91425" spcFirstLastPara="1" rIns="91425" wrap="square" tIns="91425">
            <a:noAutofit/>
          </a:bodyPr>
          <a:lstStyle>
            <a:lvl1pPr lvl="0">
              <a:buNone/>
              <a:defRPr sz="1000">
                <a:latin typeface="Zen Kaku Gothic New"/>
                <a:ea typeface="Zen Kaku Gothic New"/>
                <a:cs typeface="Zen Kaku Gothic New"/>
                <a:sym typeface="Zen Kaku Gothic New"/>
              </a:defRPr>
            </a:lvl1pPr>
            <a:lvl2pPr lvl="1">
              <a:buNone/>
              <a:defRPr sz="1000">
                <a:latin typeface="Zen Kaku Gothic New"/>
                <a:ea typeface="Zen Kaku Gothic New"/>
                <a:cs typeface="Zen Kaku Gothic New"/>
                <a:sym typeface="Zen Kaku Gothic New"/>
              </a:defRPr>
            </a:lvl2pPr>
            <a:lvl3pPr lvl="2">
              <a:buNone/>
              <a:defRPr sz="1000">
                <a:latin typeface="Zen Kaku Gothic New"/>
                <a:ea typeface="Zen Kaku Gothic New"/>
                <a:cs typeface="Zen Kaku Gothic New"/>
                <a:sym typeface="Zen Kaku Gothic New"/>
              </a:defRPr>
            </a:lvl3pPr>
            <a:lvl4pPr lvl="3">
              <a:buNone/>
              <a:defRPr sz="1000">
                <a:latin typeface="Zen Kaku Gothic New"/>
                <a:ea typeface="Zen Kaku Gothic New"/>
                <a:cs typeface="Zen Kaku Gothic New"/>
                <a:sym typeface="Zen Kaku Gothic New"/>
              </a:defRPr>
            </a:lvl4pPr>
            <a:lvl5pPr lvl="4">
              <a:buNone/>
              <a:defRPr sz="1000">
                <a:latin typeface="Zen Kaku Gothic New"/>
                <a:ea typeface="Zen Kaku Gothic New"/>
                <a:cs typeface="Zen Kaku Gothic New"/>
                <a:sym typeface="Zen Kaku Gothic New"/>
              </a:defRPr>
            </a:lvl5pPr>
            <a:lvl6pPr lvl="5">
              <a:buNone/>
              <a:defRPr sz="1000">
                <a:latin typeface="Zen Kaku Gothic New"/>
                <a:ea typeface="Zen Kaku Gothic New"/>
                <a:cs typeface="Zen Kaku Gothic New"/>
                <a:sym typeface="Zen Kaku Gothic New"/>
              </a:defRPr>
            </a:lvl6pPr>
            <a:lvl7pPr lvl="6">
              <a:buNone/>
              <a:defRPr sz="1000">
                <a:latin typeface="Zen Kaku Gothic New"/>
                <a:ea typeface="Zen Kaku Gothic New"/>
                <a:cs typeface="Zen Kaku Gothic New"/>
                <a:sym typeface="Zen Kaku Gothic New"/>
              </a:defRPr>
            </a:lvl7pPr>
            <a:lvl8pPr lvl="7">
              <a:buNone/>
              <a:defRPr sz="1000">
                <a:latin typeface="Zen Kaku Gothic New"/>
                <a:ea typeface="Zen Kaku Gothic New"/>
                <a:cs typeface="Zen Kaku Gothic New"/>
                <a:sym typeface="Zen Kaku Gothic New"/>
              </a:defRPr>
            </a:lvl8pPr>
            <a:lvl9pPr lvl="8">
              <a:buNone/>
              <a:defRPr sz="1000">
                <a:latin typeface="Zen Kaku Gothic New"/>
                <a:ea typeface="Zen Kaku Gothic New"/>
                <a:cs typeface="Zen Kaku Gothic New"/>
                <a:sym typeface="Zen Kaku Gothic New"/>
              </a:defRPr>
            </a:lvl9pPr>
          </a:lstStyle>
          <a:p>
            <a:pPr indent="0" lvl="0" marL="0" rtl="0" algn="l">
              <a:spcBef>
                <a:spcPts val="0"/>
              </a:spcBef>
              <a:spcAft>
                <a:spcPts val="0"/>
              </a:spcAft>
              <a:buNone/>
            </a:pPr>
            <a:fld id="{00000000-1234-1234-1234-123412341234}" type="slidenum">
              <a:rPr lang="ja"/>
              <a:t>‹#›</a:t>
            </a:fld>
            <a:endParaRPr/>
          </a:p>
        </p:txBody>
      </p:sp>
    </p:spTree>
  </p:cSld>
  <p:clrMapOvr>
    <a:masterClrMapping/>
  </p:clrMapOvr>
  <p:extLst>
    <p:ext uri="{DCECCB84-F9BA-43D5-87BE-67443E8EF086}">
      <p15:sldGuideLst>
        <p15:guide id="1" orient="horz" pos="324">
          <p15:clr>
            <a:srgbClr val="FA7B17"/>
          </p15:clr>
        </p15:guide>
        <p15:guide id="2" orient="horz" pos="2915">
          <p15:clr>
            <a:srgbClr val="FA7B17"/>
          </p15:clr>
        </p15:guide>
        <p15:guide id="3" orient="horz" pos="3078">
          <p15:clr>
            <a:srgbClr val="FA7B17"/>
          </p15:clr>
        </p15:guide>
        <p15:guide id="4" orient="horz" pos="162">
          <p15:clr>
            <a:srgbClr val="FA7B17"/>
          </p15:clr>
        </p15:guide>
        <p15:guide id="5" pos="324">
          <p15:clr>
            <a:srgbClr val="FA7B17"/>
          </p15:clr>
        </p15:guide>
        <p15:guide id="6" pos="163">
          <p15:clr>
            <a:srgbClr val="FA7B17"/>
          </p15:clr>
        </p15:guide>
        <p15:guide id="7" pos="5436">
          <p15:clr>
            <a:srgbClr val="FA7B17"/>
          </p15:clr>
        </p15:guide>
        <p15:guide id="8" pos="5597">
          <p15:clr>
            <a:srgbClr val="FA7B17"/>
          </p15:clr>
        </p15:guide>
        <p15:guide id="9" orient="horz" pos="487">
          <p15:clr>
            <a:srgbClr val="FA7B17"/>
          </p15:clr>
        </p15:guide>
      </p15:sldGuideLst>
    </p:ext>
  </p:extLs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左サイド_Light Green">
  <p:cSld name="TITLE_1_3_1_1">
    <p:bg>
      <p:bgPr>
        <a:solidFill>
          <a:schemeClr val="lt1"/>
        </a:solidFill>
      </p:bgPr>
    </p:bg>
    <p:spTree>
      <p:nvGrpSpPr>
        <p:cNvPr id="139" name="Shape 139"/>
        <p:cNvGrpSpPr/>
        <p:nvPr/>
      </p:nvGrpSpPr>
      <p:grpSpPr>
        <a:xfrm>
          <a:off x="0" y="0"/>
          <a:ext cx="0" cy="0"/>
          <a:chOff x="0" y="0"/>
          <a:chExt cx="0" cy="0"/>
        </a:xfrm>
      </p:grpSpPr>
      <p:sp>
        <p:nvSpPr>
          <p:cNvPr id="140" name="Google Shape;140;p29"/>
          <p:cNvSpPr/>
          <p:nvPr/>
        </p:nvSpPr>
        <p:spPr>
          <a:xfrm>
            <a:off x="-9344" y="-2803"/>
            <a:ext cx="4579800" cy="5143500"/>
          </a:xfrm>
          <a:prstGeom prst="rect">
            <a:avLst/>
          </a:prstGeom>
          <a:solidFill>
            <a:schemeClr val="dk2"/>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Arial"/>
              <a:buNone/>
            </a:pPr>
            <a:r>
              <a:t/>
            </a:r>
            <a:endParaRPr b="0" i="0" sz="1200" u="none" cap="none" strike="noStrike">
              <a:solidFill>
                <a:srgbClr val="FFFFFF"/>
              </a:solidFill>
              <a:latin typeface="Arial"/>
              <a:ea typeface="Arial"/>
              <a:cs typeface="Arial"/>
              <a:sym typeface="Arial"/>
            </a:endParaRPr>
          </a:p>
        </p:txBody>
      </p:sp>
      <p:sp>
        <p:nvSpPr>
          <p:cNvPr id="141" name="Google Shape;141;p29" title="タイトル"/>
          <p:cNvSpPr txBox="1"/>
          <p:nvPr>
            <p:ph type="title"/>
          </p:nvPr>
        </p:nvSpPr>
        <p:spPr>
          <a:xfrm>
            <a:off x="188450" y="269400"/>
            <a:ext cx="4056900" cy="245400"/>
          </a:xfrm>
          <a:prstGeom prst="rect">
            <a:avLst/>
          </a:prstGeom>
          <a:noFill/>
          <a:ln>
            <a:noFill/>
          </a:ln>
        </p:spPr>
        <p:txBody>
          <a:bodyPr anchorCtr="0" anchor="b" bIns="39550" lIns="79125" spcFirstLastPara="1" rIns="79125" wrap="square" tIns="39550">
            <a:noAutofit/>
          </a:bodyPr>
          <a:lstStyle>
            <a:lvl1pPr lvl="0" marR="0">
              <a:lnSpc>
                <a:spcPct val="90000"/>
              </a:lnSpc>
              <a:spcBef>
                <a:spcPts val="0"/>
              </a:spcBef>
              <a:spcAft>
                <a:spcPts val="0"/>
              </a:spcAft>
              <a:buClr>
                <a:schemeClr val="lt2"/>
              </a:buClr>
              <a:buSzPts val="1400"/>
              <a:buNone/>
              <a:defRPr i="0" sz="1400" u="none" cap="none" strike="noStrike">
                <a:solidFill>
                  <a:schemeClr val="lt2"/>
                </a:solidFill>
              </a:defRPr>
            </a:lvl1pPr>
            <a:lvl2pPr lvl="1">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2pPr>
            <a:lvl3pPr lvl="2">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3pPr>
            <a:lvl4pPr lvl="3">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4pPr>
            <a:lvl5pPr lvl="4">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5pPr>
            <a:lvl6pPr lvl="5">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6pPr>
            <a:lvl7pPr lvl="6">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7pPr>
            <a:lvl8pPr lvl="7">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8pPr>
            <a:lvl9pPr lvl="8">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9pPr>
          </a:lstStyle>
          <a:p/>
        </p:txBody>
      </p:sp>
      <p:sp>
        <p:nvSpPr>
          <p:cNvPr id="142" name="Google Shape;142;p29" title="タイトル"/>
          <p:cNvSpPr txBox="1"/>
          <p:nvPr>
            <p:ph idx="2" type="title"/>
          </p:nvPr>
        </p:nvSpPr>
        <p:spPr>
          <a:xfrm>
            <a:off x="2286750" y="263188"/>
            <a:ext cx="4056900" cy="245400"/>
          </a:xfrm>
          <a:prstGeom prst="rect">
            <a:avLst/>
          </a:prstGeom>
          <a:noFill/>
          <a:ln>
            <a:noFill/>
          </a:ln>
        </p:spPr>
        <p:txBody>
          <a:bodyPr anchorCtr="0" anchor="b" bIns="39550" lIns="79125" spcFirstLastPara="1" rIns="79125" wrap="square" tIns="39550">
            <a:noAutofit/>
          </a:bodyPr>
          <a:lstStyle>
            <a:lvl1pPr lvl="0" marR="0">
              <a:lnSpc>
                <a:spcPct val="90000"/>
              </a:lnSpc>
              <a:spcBef>
                <a:spcPts val="0"/>
              </a:spcBef>
              <a:spcAft>
                <a:spcPts val="0"/>
              </a:spcAft>
              <a:buClr>
                <a:schemeClr val="dk1"/>
              </a:buClr>
              <a:buSzPts val="1200"/>
              <a:buNone/>
              <a:defRPr b="0" i="0" sz="1200" u="none" cap="none" strike="noStrike">
                <a:solidFill>
                  <a:schemeClr val="dk1"/>
                </a:solidFill>
              </a:defRPr>
            </a:lvl1pPr>
            <a:lvl2pPr lvl="1">
              <a:spcBef>
                <a:spcPts val="0"/>
              </a:spcBef>
              <a:spcAft>
                <a:spcPts val="0"/>
              </a:spcAft>
              <a:buClr>
                <a:schemeClr val="dk1"/>
              </a:buClr>
              <a:buSzPts val="1200"/>
              <a:buFont typeface="Zen Kaku Gothic New"/>
              <a:buNone/>
              <a:defRPr b="0" sz="1200">
                <a:solidFill>
                  <a:schemeClr val="dk1"/>
                </a:solidFill>
                <a:latin typeface="Zen Kaku Gothic New"/>
                <a:ea typeface="Zen Kaku Gothic New"/>
                <a:cs typeface="Zen Kaku Gothic New"/>
                <a:sym typeface="Zen Kaku Gothic New"/>
              </a:defRPr>
            </a:lvl2pPr>
            <a:lvl3pPr lvl="2">
              <a:spcBef>
                <a:spcPts val="0"/>
              </a:spcBef>
              <a:spcAft>
                <a:spcPts val="0"/>
              </a:spcAft>
              <a:buClr>
                <a:schemeClr val="dk1"/>
              </a:buClr>
              <a:buSzPts val="1200"/>
              <a:buFont typeface="Zen Kaku Gothic New"/>
              <a:buNone/>
              <a:defRPr b="0" sz="1200">
                <a:solidFill>
                  <a:schemeClr val="dk1"/>
                </a:solidFill>
                <a:latin typeface="Zen Kaku Gothic New"/>
                <a:ea typeface="Zen Kaku Gothic New"/>
                <a:cs typeface="Zen Kaku Gothic New"/>
                <a:sym typeface="Zen Kaku Gothic New"/>
              </a:defRPr>
            </a:lvl3pPr>
            <a:lvl4pPr lvl="3">
              <a:spcBef>
                <a:spcPts val="0"/>
              </a:spcBef>
              <a:spcAft>
                <a:spcPts val="0"/>
              </a:spcAft>
              <a:buClr>
                <a:schemeClr val="dk1"/>
              </a:buClr>
              <a:buSzPts val="1200"/>
              <a:buFont typeface="Zen Kaku Gothic New"/>
              <a:buNone/>
              <a:defRPr b="0" sz="1200">
                <a:solidFill>
                  <a:schemeClr val="dk1"/>
                </a:solidFill>
                <a:latin typeface="Zen Kaku Gothic New"/>
                <a:ea typeface="Zen Kaku Gothic New"/>
                <a:cs typeface="Zen Kaku Gothic New"/>
                <a:sym typeface="Zen Kaku Gothic New"/>
              </a:defRPr>
            </a:lvl4pPr>
            <a:lvl5pPr lvl="4">
              <a:spcBef>
                <a:spcPts val="0"/>
              </a:spcBef>
              <a:spcAft>
                <a:spcPts val="0"/>
              </a:spcAft>
              <a:buClr>
                <a:schemeClr val="dk1"/>
              </a:buClr>
              <a:buSzPts val="1200"/>
              <a:buFont typeface="Zen Kaku Gothic New"/>
              <a:buNone/>
              <a:defRPr b="0" sz="1200">
                <a:solidFill>
                  <a:schemeClr val="dk1"/>
                </a:solidFill>
                <a:latin typeface="Zen Kaku Gothic New"/>
                <a:ea typeface="Zen Kaku Gothic New"/>
                <a:cs typeface="Zen Kaku Gothic New"/>
                <a:sym typeface="Zen Kaku Gothic New"/>
              </a:defRPr>
            </a:lvl5pPr>
            <a:lvl6pPr lvl="5">
              <a:spcBef>
                <a:spcPts val="0"/>
              </a:spcBef>
              <a:spcAft>
                <a:spcPts val="0"/>
              </a:spcAft>
              <a:buClr>
                <a:schemeClr val="dk1"/>
              </a:buClr>
              <a:buSzPts val="1200"/>
              <a:buFont typeface="Zen Kaku Gothic New"/>
              <a:buNone/>
              <a:defRPr b="0" sz="1200">
                <a:solidFill>
                  <a:schemeClr val="dk1"/>
                </a:solidFill>
                <a:latin typeface="Zen Kaku Gothic New"/>
                <a:ea typeface="Zen Kaku Gothic New"/>
                <a:cs typeface="Zen Kaku Gothic New"/>
                <a:sym typeface="Zen Kaku Gothic New"/>
              </a:defRPr>
            </a:lvl6pPr>
            <a:lvl7pPr lvl="6">
              <a:spcBef>
                <a:spcPts val="0"/>
              </a:spcBef>
              <a:spcAft>
                <a:spcPts val="0"/>
              </a:spcAft>
              <a:buClr>
                <a:schemeClr val="dk1"/>
              </a:buClr>
              <a:buSzPts val="1200"/>
              <a:buFont typeface="Zen Kaku Gothic New"/>
              <a:buNone/>
              <a:defRPr b="0" sz="1200">
                <a:solidFill>
                  <a:schemeClr val="dk1"/>
                </a:solidFill>
                <a:latin typeface="Zen Kaku Gothic New"/>
                <a:ea typeface="Zen Kaku Gothic New"/>
                <a:cs typeface="Zen Kaku Gothic New"/>
                <a:sym typeface="Zen Kaku Gothic New"/>
              </a:defRPr>
            </a:lvl7pPr>
            <a:lvl8pPr lvl="7">
              <a:spcBef>
                <a:spcPts val="0"/>
              </a:spcBef>
              <a:spcAft>
                <a:spcPts val="0"/>
              </a:spcAft>
              <a:buClr>
                <a:schemeClr val="dk1"/>
              </a:buClr>
              <a:buSzPts val="1200"/>
              <a:buFont typeface="Zen Kaku Gothic New"/>
              <a:buNone/>
              <a:defRPr b="0" sz="1200">
                <a:solidFill>
                  <a:schemeClr val="dk1"/>
                </a:solidFill>
                <a:latin typeface="Zen Kaku Gothic New"/>
                <a:ea typeface="Zen Kaku Gothic New"/>
                <a:cs typeface="Zen Kaku Gothic New"/>
                <a:sym typeface="Zen Kaku Gothic New"/>
              </a:defRPr>
            </a:lvl8pPr>
            <a:lvl9pPr lvl="8">
              <a:spcBef>
                <a:spcPts val="0"/>
              </a:spcBef>
              <a:spcAft>
                <a:spcPts val="0"/>
              </a:spcAft>
              <a:buClr>
                <a:schemeClr val="dk1"/>
              </a:buClr>
              <a:buSzPts val="1200"/>
              <a:buFont typeface="Zen Kaku Gothic New"/>
              <a:buNone/>
              <a:defRPr b="0" sz="1200">
                <a:solidFill>
                  <a:schemeClr val="dk1"/>
                </a:solidFill>
                <a:latin typeface="Zen Kaku Gothic New"/>
                <a:ea typeface="Zen Kaku Gothic New"/>
                <a:cs typeface="Zen Kaku Gothic New"/>
                <a:sym typeface="Zen Kaku Gothic New"/>
              </a:defRPr>
            </a:lvl9pPr>
          </a:lstStyle>
          <a:p/>
        </p:txBody>
      </p:sp>
      <p:sp>
        <p:nvSpPr>
          <p:cNvPr id="143" name="Google Shape;143;p29"/>
          <p:cNvSpPr txBox="1"/>
          <p:nvPr>
            <p:ph idx="12" type="sldNum"/>
          </p:nvPr>
        </p:nvSpPr>
        <p:spPr>
          <a:xfrm>
            <a:off x="8763484" y="4749901"/>
            <a:ext cx="548700" cy="393600"/>
          </a:xfrm>
          <a:prstGeom prst="rect">
            <a:avLst/>
          </a:prstGeom>
        </p:spPr>
        <p:txBody>
          <a:bodyPr anchorCtr="0" anchor="t" bIns="91425" lIns="91425" spcFirstLastPara="1" rIns="91425" wrap="square" tIns="91425">
            <a:noAutofit/>
          </a:bodyPr>
          <a:lstStyle>
            <a:lvl1pPr lvl="0">
              <a:buNone/>
              <a:defRPr sz="1000">
                <a:latin typeface="Zen Kaku Gothic New"/>
                <a:ea typeface="Zen Kaku Gothic New"/>
                <a:cs typeface="Zen Kaku Gothic New"/>
                <a:sym typeface="Zen Kaku Gothic New"/>
              </a:defRPr>
            </a:lvl1pPr>
            <a:lvl2pPr lvl="1">
              <a:buNone/>
              <a:defRPr sz="1000">
                <a:latin typeface="Zen Kaku Gothic New"/>
                <a:ea typeface="Zen Kaku Gothic New"/>
                <a:cs typeface="Zen Kaku Gothic New"/>
                <a:sym typeface="Zen Kaku Gothic New"/>
              </a:defRPr>
            </a:lvl2pPr>
            <a:lvl3pPr lvl="2">
              <a:buNone/>
              <a:defRPr sz="1000">
                <a:latin typeface="Zen Kaku Gothic New"/>
                <a:ea typeface="Zen Kaku Gothic New"/>
                <a:cs typeface="Zen Kaku Gothic New"/>
                <a:sym typeface="Zen Kaku Gothic New"/>
              </a:defRPr>
            </a:lvl3pPr>
            <a:lvl4pPr lvl="3">
              <a:buNone/>
              <a:defRPr sz="1000">
                <a:latin typeface="Zen Kaku Gothic New"/>
                <a:ea typeface="Zen Kaku Gothic New"/>
                <a:cs typeface="Zen Kaku Gothic New"/>
                <a:sym typeface="Zen Kaku Gothic New"/>
              </a:defRPr>
            </a:lvl4pPr>
            <a:lvl5pPr lvl="4">
              <a:buNone/>
              <a:defRPr sz="1000">
                <a:latin typeface="Zen Kaku Gothic New"/>
                <a:ea typeface="Zen Kaku Gothic New"/>
                <a:cs typeface="Zen Kaku Gothic New"/>
                <a:sym typeface="Zen Kaku Gothic New"/>
              </a:defRPr>
            </a:lvl5pPr>
            <a:lvl6pPr lvl="5">
              <a:buNone/>
              <a:defRPr sz="1000">
                <a:latin typeface="Zen Kaku Gothic New"/>
                <a:ea typeface="Zen Kaku Gothic New"/>
                <a:cs typeface="Zen Kaku Gothic New"/>
                <a:sym typeface="Zen Kaku Gothic New"/>
              </a:defRPr>
            </a:lvl6pPr>
            <a:lvl7pPr lvl="6">
              <a:buNone/>
              <a:defRPr sz="1000">
                <a:latin typeface="Zen Kaku Gothic New"/>
                <a:ea typeface="Zen Kaku Gothic New"/>
                <a:cs typeface="Zen Kaku Gothic New"/>
                <a:sym typeface="Zen Kaku Gothic New"/>
              </a:defRPr>
            </a:lvl7pPr>
            <a:lvl8pPr lvl="7">
              <a:buNone/>
              <a:defRPr sz="1000">
                <a:latin typeface="Zen Kaku Gothic New"/>
                <a:ea typeface="Zen Kaku Gothic New"/>
                <a:cs typeface="Zen Kaku Gothic New"/>
                <a:sym typeface="Zen Kaku Gothic New"/>
              </a:defRPr>
            </a:lvl8pPr>
            <a:lvl9pPr lvl="8">
              <a:buNone/>
              <a:defRPr sz="1000">
                <a:latin typeface="Zen Kaku Gothic New"/>
                <a:ea typeface="Zen Kaku Gothic New"/>
                <a:cs typeface="Zen Kaku Gothic New"/>
                <a:sym typeface="Zen Kaku Gothic New"/>
              </a:defRPr>
            </a:lvl9pPr>
          </a:lstStyle>
          <a:p>
            <a:pPr indent="0" lvl="0" marL="0" rtl="0" algn="l">
              <a:spcBef>
                <a:spcPts val="0"/>
              </a:spcBef>
              <a:spcAft>
                <a:spcPts val="0"/>
              </a:spcAft>
              <a:buNone/>
            </a:pPr>
            <a:fld id="{00000000-1234-1234-1234-123412341234}" type="slidenum">
              <a:rPr lang="ja"/>
              <a:t>‹#›</a:t>
            </a:fld>
            <a:endParaRPr/>
          </a:p>
        </p:txBody>
      </p:sp>
    </p:spTree>
  </p:cSld>
  <p:clrMapOvr>
    <a:masterClrMapping/>
  </p:clrMapOvr>
  <p:extLst>
    <p:ext uri="{DCECCB84-F9BA-43D5-87BE-67443E8EF086}">
      <p15:sldGuideLst>
        <p15:guide id="1" orient="horz" pos="324">
          <p15:clr>
            <a:srgbClr val="FA7B17"/>
          </p15:clr>
        </p15:guide>
        <p15:guide id="2" orient="horz" pos="2915">
          <p15:clr>
            <a:srgbClr val="FA7B17"/>
          </p15:clr>
        </p15:guide>
        <p15:guide id="3" orient="horz" pos="3078">
          <p15:clr>
            <a:srgbClr val="FA7B17"/>
          </p15:clr>
        </p15:guide>
        <p15:guide id="4" orient="horz" pos="162">
          <p15:clr>
            <a:srgbClr val="FA7B17"/>
          </p15:clr>
        </p15:guide>
        <p15:guide id="5" pos="324">
          <p15:clr>
            <a:srgbClr val="FA7B17"/>
          </p15:clr>
        </p15:guide>
        <p15:guide id="6" pos="163">
          <p15:clr>
            <a:srgbClr val="FA7B17"/>
          </p15:clr>
        </p15:guide>
        <p15:guide id="7" pos="5436">
          <p15:clr>
            <a:srgbClr val="FA7B17"/>
          </p15:clr>
        </p15:guide>
        <p15:guide id="8" pos="5597">
          <p15:clr>
            <a:srgbClr val="FA7B17"/>
          </p15:clr>
        </p15:guide>
        <p15:guide id="9" pos="2555">
          <p15:clr>
            <a:srgbClr val="FA7B17"/>
          </p15:clr>
        </p15:guide>
        <p15:guide id="10" pos="2718">
          <p15:clr>
            <a:srgbClr val="FA7B17"/>
          </p15:clr>
        </p15:guide>
        <p15:guide id="11" pos="3042">
          <p15:clr>
            <a:srgbClr val="FA7B17"/>
          </p15:clr>
        </p15:guide>
        <p15:guide id="12" pos="3203">
          <p15:clr>
            <a:srgbClr val="FA7B17"/>
          </p15:clr>
        </p15:guide>
        <p15:guide id="13" orient="horz" pos="487">
          <p15:clr>
            <a:srgbClr val="FA7B17"/>
          </p15:clr>
        </p15:guide>
      </p15:sldGuideLst>
    </p:ext>
  </p:extLst>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左サイド_Deep Green">
  <p:cSld name="TITLE_1_3_1_1_2_1">
    <p:bg>
      <p:bgPr>
        <a:solidFill>
          <a:schemeClr val="lt1"/>
        </a:solidFill>
      </p:bgPr>
    </p:bg>
    <p:spTree>
      <p:nvGrpSpPr>
        <p:cNvPr id="144" name="Shape 144"/>
        <p:cNvGrpSpPr/>
        <p:nvPr/>
      </p:nvGrpSpPr>
      <p:grpSpPr>
        <a:xfrm>
          <a:off x="0" y="0"/>
          <a:ext cx="0" cy="0"/>
          <a:chOff x="0" y="0"/>
          <a:chExt cx="0" cy="0"/>
        </a:xfrm>
      </p:grpSpPr>
      <p:sp>
        <p:nvSpPr>
          <p:cNvPr id="145" name="Google Shape;145;p30"/>
          <p:cNvSpPr/>
          <p:nvPr/>
        </p:nvSpPr>
        <p:spPr>
          <a:xfrm>
            <a:off x="-9350" y="0"/>
            <a:ext cx="4579800" cy="5143500"/>
          </a:xfrm>
          <a:prstGeom prst="rect">
            <a:avLst/>
          </a:prstGeom>
          <a:solidFill>
            <a:schemeClr val="lt2"/>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Arial"/>
              <a:buNone/>
            </a:pPr>
            <a:r>
              <a:t/>
            </a:r>
            <a:endParaRPr b="0" i="0" sz="1200" u="none" cap="none" strike="noStrike">
              <a:solidFill>
                <a:srgbClr val="FFFFFF"/>
              </a:solidFill>
              <a:latin typeface="Arial"/>
              <a:ea typeface="Arial"/>
              <a:cs typeface="Arial"/>
              <a:sym typeface="Arial"/>
            </a:endParaRPr>
          </a:p>
        </p:txBody>
      </p:sp>
      <p:sp>
        <p:nvSpPr>
          <p:cNvPr id="146" name="Google Shape;146;p30" title="タイトル"/>
          <p:cNvSpPr txBox="1"/>
          <p:nvPr>
            <p:ph type="title"/>
          </p:nvPr>
        </p:nvSpPr>
        <p:spPr>
          <a:xfrm>
            <a:off x="188450" y="269400"/>
            <a:ext cx="4056900" cy="245400"/>
          </a:xfrm>
          <a:prstGeom prst="rect">
            <a:avLst/>
          </a:prstGeom>
          <a:noFill/>
          <a:ln>
            <a:noFill/>
          </a:ln>
        </p:spPr>
        <p:txBody>
          <a:bodyPr anchorCtr="0" anchor="b" bIns="39550" lIns="79125" spcFirstLastPara="1" rIns="79125" wrap="square" tIns="39550">
            <a:noAutofit/>
          </a:bodyPr>
          <a:lstStyle>
            <a:lvl1pPr lvl="0" marR="0">
              <a:lnSpc>
                <a:spcPct val="90000"/>
              </a:lnSpc>
              <a:spcBef>
                <a:spcPts val="0"/>
              </a:spcBef>
              <a:spcAft>
                <a:spcPts val="0"/>
              </a:spcAft>
              <a:buClr>
                <a:schemeClr val="lt1"/>
              </a:buClr>
              <a:buSzPts val="1400"/>
              <a:buNone/>
              <a:defRPr i="0" sz="1400" u="none" cap="none" strike="noStrike">
                <a:solidFill>
                  <a:schemeClr val="lt1"/>
                </a:solidFill>
              </a:defRPr>
            </a:lvl1pPr>
            <a:lvl2pPr lvl="1">
              <a:spcBef>
                <a:spcPts val="0"/>
              </a:spcBef>
              <a:spcAft>
                <a:spcPts val="0"/>
              </a:spcAft>
              <a:buClr>
                <a:schemeClr val="lt1"/>
              </a:buClr>
              <a:buSzPts val="2400"/>
              <a:buFont typeface="Zen Kaku Gothic New"/>
              <a:buNone/>
              <a:defRPr sz="2400">
                <a:solidFill>
                  <a:schemeClr val="lt1"/>
                </a:solidFill>
                <a:latin typeface="Zen Kaku Gothic New"/>
                <a:ea typeface="Zen Kaku Gothic New"/>
                <a:cs typeface="Zen Kaku Gothic New"/>
                <a:sym typeface="Zen Kaku Gothic New"/>
              </a:defRPr>
            </a:lvl2pPr>
            <a:lvl3pPr lvl="2">
              <a:spcBef>
                <a:spcPts val="0"/>
              </a:spcBef>
              <a:spcAft>
                <a:spcPts val="0"/>
              </a:spcAft>
              <a:buClr>
                <a:schemeClr val="lt1"/>
              </a:buClr>
              <a:buSzPts val="2400"/>
              <a:buFont typeface="Zen Kaku Gothic New"/>
              <a:buNone/>
              <a:defRPr sz="2400">
                <a:solidFill>
                  <a:schemeClr val="lt1"/>
                </a:solidFill>
                <a:latin typeface="Zen Kaku Gothic New"/>
                <a:ea typeface="Zen Kaku Gothic New"/>
                <a:cs typeface="Zen Kaku Gothic New"/>
                <a:sym typeface="Zen Kaku Gothic New"/>
              </a:defRPr>
            </a:lvl3pPr>
            <a:lvl4pPr lvl="3">
              <a:spcBef>
                <a:spcPts val="0"/>
              </a:spcBef>
              <a:spcAft>
                <a:spcPts val="0"/>
              </a:spcAft>
              <a:buClr>
                <a:schemeClr val="lt1"/>
              </a:buClr>
              <a:buSzPts val="2400"/>
              <a:buFont typeface="Zen Kaku Gothic New"/>
              <a:buNone/>
              <a:defRPr sz="2400">
                <a:solidFill>
                  <a:schemeClr val="lt1"/>
                </a:solidFill>
                <a:latin typeface="Zen Kaku Gothic New"/>
                <a:ea typeface="Zen Kaku Gothic New"/>
                <a:cs typeface="Zen Kaku Gothic New"/>
                <a:sym typeface="Zen Kaku Gothic New"/>
              </a:defRPr>
            </a:lvl4pPr>
            <a:lvl5pPr lvl="4">
              <a:spcBef>
                <a:spcPts val="0"/>
              </a:spcBef>
              <a:spcAft>
                <a:spcPts val="0"/>
              </a:spcAft>
              <a:buClr>
                <a:schemeClr val="lt1"/>
              </a:buClr>
              <a:buSzPts val="2400"/>
              <a:buFont typeface="Zen Kaku Gothic New"/>
              <a:buNone/>
              <a:defRPr sz="2400">
                <a:solidFill>
                  <a:schemeClr val="lt1"/>
                </a:solidFill>
                <a:latin typeface="Zen Kaku Gothic New"/>
                <a:ea typeface="Zen Kaku Gothic New"/>
                <a:cs typeface="Zen Kaku Gothic New"/>
                <a:sym typeface="Zen Kaku Gothic New"/>
              </a:defRPr>
            </a:lvl5pPr>
            <a:lvl6pPr lvl="5">
              <a:spcBef>
                <a:spcPts val="0"/>
              </a:spcBef>
              <a:spcAft>
                <a:spcPts val="0"/>
              </a:spcAft>
              <a:buClr>
                <a:schemeClr val="lt1"/>
              </a:buClr>
              <a:buSzPts val="2400"/>
              <a:buFont typeface="Zen Kaku Gothic New"/>
              <a:buNone/>
              <a:defRPr sz="2400">
                <a:solidFill>
                  <a:schemeClr val="lt1"/>
                </a:solidFill>
                <a:latin typeface="Zen Kaku Gothic New"/>
                <a:ea typeface="Zen Kaku Gothic New"/>
                <a:cs typeface="Zen Kaku Gothic New"/>
                <a:sym typeface="Zen Kaku Gothic New"/>
              </a:defRPr>
            </a:lvl6pPr>
            <a:lvl7pPr lvl="6">
              <a:spcBef>
                <a:spcPts val="0"/>
              </a:spcBef>
              <a:spcAft>
                <a:spcPts val="0"/>
              </a:spcAft>
              <a:buClr>
                <a:schemeClr val="lt1"/>
              </a:buClr>
              <a:buSzPts val="2400"/>
              <a:buFont typeface="Zen Kaku Gothic New"/>
              <a:buNone/>
              <a:defRPr sz="2400">
                <a:solidFill>
                  <a:schemeClr val="lt1"/>
                </a:solidFill>
                <a:latin typeface="Zen Kaku Gothic New"/>
                <a:ea typeface="Zen Kaku Gothic New"/>
                <a:cs typeface="Zen Kaku Gothic New"/>
                <a:sym typeface="Zen Kaku Gothic New"/>
              </a:defRPr>
            </a:lvl7pPr>
            <a:lvl8pPr lvl="7">
              <a:spcBef>
                <a:spcPts val="0"/>
              </a:spcBef>
              <a:spcAft>
                <a:spcPts val="0"/>
              </a:spcAft>
              <a:buClr>
                <a:schemeClr val="lt1"/>
              </a:buClr>
              <a:buSzPts val="2400"/>
              <a:buFont typeface="Zen Kaku Gothic New"/>
              <a:buNone/>
              <a:defRPr sz="2400">
                <a:solidFill>
                  <a:schemeClr val="lt1"/>
                </a:solidFill>
                <a:latin typeface="Zen Kaku Gothic New"/>
                <a:ea typeface="Zen Kaku Gothic New"/>
                <a:cs typeface="Zen Kaku Gothic New"/>
                <a:sym typeface="Zen Kaku Gothic New"/>
              </a:defRPr>
            </a:lvl8pPr>
            <a:lvl9pPr lvl="8">
              <a:spcBef>
                <a:spcPts val="0"/>
              </a:spcBef>
              <a:spcAft>
                <a:spcPts val="0"/>
              </a:spcAft>
              <a:buClr>
                <a:schemeClr val="lt1"/>
              </a:buClr>
              <a:buSzPts val="2400"/>
              <a:buFont typeface="Zen Kaku Gothic New"/>
              <a:buNone/>
              <a:defRPr sz="2400">
                <a:solidFill>
                  <a:schemeClr val="lt1"/>
                </a:solidFill>
                <a:latin typeface="Zen Kaku Gothic New"/>
                <a:ea typeface="Zen Kaku Gothic New"/>
                <a:cs typeface="Zen Kaku Gothic New"/>
                <a:sym typeface="Zen Kaku Gothic New"/>
              </a:defRPr>
            </a:lvl9pPr>
          </a:lstStyle>
          <a:p/>
        </p:txBody>
      </p:sp>
      <p:sp>
        <p:nvSpPr>
          <p:cNvPr id="147" name="Google Shape;147;p30" title="タイトル"/>
          <p:cNvSpPr txBox="1"/>
          <p:nvPr>
            <p:ph idx="2" type="title"/>
          </p:nvPr>
        </p:nvSpPr>
        <p:spPr>
          <a:xfrm>
            <a:off x="2286750" y="263188"/>
            <a:ext cx="4056900" cy="245400"/>
          </a:xfrm>
          <a:prstGeom prst="rect">
            <a:avLst/>
          </a:prstGeom>
          <a:noFill/>
          <a:ln>
            <a:noFill/>
          </a:ln>
        </p:spPr>
        <p:txBody>
          <a:bodyPr anchorCtr="0" anchor="b" bIns="39550" lIns="79125" spcFirstLastPara="1" rIns="79125" wrap="square" tIns="39550">
            <a:noAutofit/>
          </a:bodyPr>
          <a:lstStyle>
            <a:lvl1pPr lvl="0" marR="0">
              <a:lnSpc>
                <a:spcPct val="90000"/>
              </a:lnSpc>
              <a:spcBef>
                <a:spcPts val="0"/>
              </a:spcBef>
              <a:spcAft>
                <a:spcPts val="0"/>
              </a:spcAft>
              <a:buClr>
                <a:schemeClr val="lt1"/>
              </a:buClr>
              <a:buSzPts val="1200"/>
              <a:buNone/>
              <a:defRPr b="0" i="0" sz="1200" u="none" cap="none" strike="noStrike">
                <a:solidFill>
                  <a:schemeClr val="lt1"/>
                </a:solidFill>
              </a:defRPr>
            </a:lvl1pPr>
            <a:lvl2pPr lvl="1">
              <a:spcBef>
                <a:spcPts val="0"/>
              </a:spcBef>
              <a:spcAft>
                <a:spcPts val="0"/>
              </a:spcAft>
              <a:buClr>
                <a:schemeClr val="lt1"/>
              </a:buClr>
              <a:buSzPts val="1200"/>
              <a:buFont typeface="Zen Kaku Gothic New"/>
              <a:buNone/>
              <a:defRPr b="0" sz="1200">
                <a:solidFill>
                  <a:schemeClr val="lt1"/>
                </a:solidFill>
                <a:latin typeface="Zen Kaku Gothic New"/>
                <a:ea typeface="Zen Kaku Gothic New"/>
                <a:cs typeface="Zen Kaku Gothic New"/>
                <a:sym typeface="Zen Kaku Gothic New"/>
              </a:defRPr>
            </a:lvl2pPr>
            <a:lvl3pPr lvl="2">
              <a:spcBef>
                <a:spcPts val="0"/>
              </a:spcBef>
              <a:spcAft>
                <a:spcPts val="0"/>
              </a:spcAft>
              <a:buClr>
                <a:schemeClr val="lt1"/>
              </a:buClr>
              <a:buSzPts val="1200"/>
              <a:buFont typeface="Zen Kaku Gothic New"/>
              <a:buNone/>
              <a:defRPr b="0" sz="1200">
                <a:solidFill>
                  <a:schemeClr val="lt1"/>
                </a:solidFill>
                <a:latin typeface="Zen Kaku Gothic New"/>
                <a:ea typeface="Zen Kaku Gothic New"/>
                <a:cs typeface="Zen Kaku Gothic New"/>
                <a:sym typeface="Zen Kaku Gothic New"/>
              </a:defRPr>
            </a:lvl3pPr>
            <a:lvl4pPr lvl="3">
              <a:spcBef>
                <a:spcPts val="0"/>
              </a:spcBef>
              <a:spcAft>
                <a:spcPts val="0"/>
              </a:spcAft>
              <a:buClr>
                <a:schemeClr val="lt1"/>
              </a:buClr>
              <a:buSzPts val="1200"/>
              <a:buFont typeface="Zen Kaku Gothic New"/>
              <a:buNone/>
              <a:defRPr b="0" sz="1200">
                <a:solidFill>
                  <a:schemeClr val="lt1"/>
                </a:solidFill>
                <a:latin typeface="Zen Kaku Gothic New"/>
                <a:ea typeface="Zen Kaku Gothic New"/>
                <a:cs typeface="Zen Kaku Gothic New"/>
                <a:sym typeface="Zen Kaku Gothic New"/>
              </a:defRPr>
            </a:lvl4pPr>
            <a:lvl5pPr lvl="4">
              <a:spcBef>
                <a:spcPts val="0"/>
              </a:spcBef>
              <a:spcAft>
                <a:spcPts val="0"/>
              </a:spcAft>
              <a:buClr>
                <a:schemeClr val="lt1"/>
              </a:buClr>
              <a:buSzPts val="1200"/>
              <a:buFont typeface="Zen Kaku Gothic New"/>
              <a:buNone/>
              <a:defRPr b="0" sz="1200">
                <a:solidFill>
                  <a:schemeClr val="lt1"/>
                </a:solidFill>
                <a:latin typeface="Zen Kaku Gothic New"/>
                <a:ea typeface="Zen Kaku Gothic New"/>
                <a:cs typeface="Zen Kaku Gothic New"/>
                <a:sym typeface="Zen Kaku Gothic New"/>
              </a:defRPr>
            </a:lvl5pPr>
            <a:lvl6pPr lvl="5">
              <a:spcBef>
                <a:spcPts val="0"/>
              </a:spcBef>
              <a:spcAft>
                <a:spcPts val="0"/>
              </a:spcAft>
              <a:buClr>
                <a:schemeClr val="lt1"/>
              </a:buClr>
              <a:buSzPts val="1200"/>
              <a:buFont typeface="Zen Kaku Gothic New"/>
              <a:buNone/>
              <a:defRPr b="0" sz="1200">
                <a:solidFill>
                  <a:schemeClr val="lt1"/>
                </a:solidFill>
                <a:latin typeface="Zen Kaku Gothic New"/>
                <a:ea typeface="Zen Kaku Gothic New"/>
                <a:cs typeface="Zen Kaku Gothic New"/>
                <a:sym typeface="Zen Kaku Gothic New"/>
              </a:defRPr>
            </a:lvl6pPr>
            <a:lvl7pPr lvl="6">
              <a:spcBef>
                <a:spcPts val="0"/>
              </a:spcBef>
              <a:spcAft>
                <a:spcPts val="0"/>
              </a:spcAft>
              <a:buClr>
                <a:schemeClr val="lt1"/>
              </a:buClr>
              <a:buSzPts val="1200"/>
              <a:buFont typeface="Zen Kaku Gothic New"/>
              <a:buNone/>
              <a:defRPr b="0" sz="1200">
                <a:solidFill>
                  <a:schemeClr val="lt1"/>
                </a:solidFill>
                <a:latin typeface="Zen Kaku Gothic New"/>
                <a:ea typeface="Zen Kaku Gothic New"/>
                <a:cs typeface="Zen Kaku Gothic New"/>
                <a:sym typeface="Zen Kaku Gothic New"/>
              </a:defRPr>
            </a:lvl7pPr>
            <a:lvl8pPr lvl="7">
              <a:spcBef>
                <a:spcPts val="0"/>
              </a:spcBef>
              <a:spcAft>
                <a:spcPts val="0"/>
              </a:spcAft>
              <a:buClr>
                <a:schemeClr val="lt1"/>
              </a:buClr>
              <a:buSzPts val="1200"/>
              <a:buFont typeface="Zen Kaku Gothic New"/>
              <a:buNone/>
              <a:defRPr b="0" sz="1200">
                <a:solidFill>
                  <a:schemeClr val="lt1"/>
                </a:solidFill>
                <a:latin typeface="Zen Kaku Gothic New"/>
                <a:ea typeface="Zen Kaku Gothic New"/>
                <a:cs typeface="Zen Kaku Gothic New"/>
                <a:sym typeface="Zen Kaku Gothic New"/>
              </a:defRPr>
            </a:lvl8pPr>
            <a:lvl9pPr lvl="8">
              <a:spcBef>
                <a:spcPts val="0"/>
              </a:spcBef>
              <a:spcAft>
                <a:spcPts val="0"/>
              </a:spcAft>
              <a:buClr>
                <a:schemeClr val="lt1"/>
              </a:buClr>
              <a:buSzPts val="1200"/>
              <a:buFont typeface="Zen Kaku Gothic New"/>
              <a:buNone/>
              <a:defRPr b="0" sz="1200">
                <a:solidFill>
                  <a:schemeClr val="lt1"/>
                </a:solidFill>
                <a:latin typeface="Zen Kaku Gothic New"/>
                <a:ea typeface="Zen Kaku Gothic New"/>
                <a:cs typeface="Zen Kaku Gothic New"/>
                <a:sym typeface="Zen Kaku Gothic New"/>
              </a:defRPr>
            </a:lvl9pPr>
          </a:lstStyle>
          <a:p/>
        </p:txBody>
      </p:sp>
      <p:sp>
        <p:nvSpPr>
          <p:cNvPr id="148" name="Google Shape;148;p30"/>
          <p:cNvSpPr txBox="1"/>
          <p:nvPr>
            <p:ph idx="12" type="sldNum"/>
          </p:nvPr>
        </p:nvSpPr>
        <p:spPr>
          <a:xfrm>
            <a:off x="8763484" y="4749901"/>
            <a:ext cx="548700" cy="393600"/>
          </a:xfrm>
          <a:prstGeom prst="rect">
            <a:avLst/>
          </a:prstGeom>
        </p:spPr>
        <p:txBody>
          <a:bodyPr anchorCtr="0" anchor="t" bIns="91425" lIns="91425" spcFirstLastPara="1" rIns="91425" wrap="square" tIns="91425">
            <a:noAutofit/>
          </a:bodyPr>
          <a:lstStyle>
            <a:lvl1pPr lvl="0">
              <a:buNone/>
              <a:defRPr sz="1000">
                <a:latin typeface="Zen Kaku Gothic New"/>
                <a:ea typeface="Zen Kaku Gothic New"/>
                <a:cs typeface="Zen Kaku Gothic New"/>
                <a:sym typeface="Zen Kaku Gothic New"/>
              </a:defRPr>
            </a:lvl1pPr>
            <a:lvl2pPr lvl="1">
              <a:buNone/>
              <a:defRPr sz="1000">
                <a:latin typeface="Zen Kaku Gothic New"/>
                <a:ea typeface="Zen Kaku Gothic New"/>
                <a:cs typeface="Zen Kaku Gothic New"/>
                <a:sym typeface="Zen Kaku Gothic New"/>
              </a:defRPr>
            </a:lvl2pPr>
            <a:lvl3pPr lvl="2">
              <a:buNone/>
              <a:defRPr sz="1000">
                <a:latin typeface="Zen Kaku Gothic New"/>
                <a:ea typeface="Zen Kaku Gothic New"/>
                <a:cs typeface="Zen Kaku Gothic New"/>
                <a:sym typeface="Zen Kaku Gothic New"/>
              </a:defRPr>
            </a:lvl3pPr>
            <a:lvl4pPr lvl="3">
              <a:buNone/>
              <a:defRPr sz="1000">
                <a:latin typeface="Zen Kaku Gothic New"/>
                <a:ea typeface="Zen Kaku Gothic New"/>
                <a:cs typeface="Zen Kaku Gothic New"/>
                <a:sym typeface="Zen Kaku Gothic New"/>
              </a:defRPr>
            </a:lvl4pPr>
            <a:lvl5pPr lvl="4">
              <a:buNone/>
              <a:defRPr sz="1000">
                <a:latin typeface="Zen Kaku Gothic New"/>
                <a:ea typeface="Zen Kaku Gothic New"/>
                <a:cs typeface="Zen Kaku Gothic New"/>
                <a:sym typeface="Zen Kaku Gothic New"/>
              </a:defRPr>
            </a:lvl5pPr>
            <a:lvl6pPr lvl="5">
              <a:buNone/>
              <a:defRPr sz="1000">
                <a:latin typeface="Zen Kaku Gothic New"/>
                <a:ea typeface="Zen Kaku Gothic New"/>
                <a:cs typeface="Zen Kaku Gothic New"/>
                <a:sym typeface="Zen Kaku Gothic New"/>
              </a:defRPr>
            </a:lvl6pPr>
            <a:lvl7pPr lvl="6">
              <a:buNone/>
              <a:defRPr sz="1000">
                <a:latin typeface="Zen Kaku Gothic New"/>
                <a:ea typeface="Zen Kaku Gothic New"/>
                <a:cs typeface="Zen Kaku Gothic New"/>
                <a:sym typeface="Zen Kaku Gothic New"/>
              </a:defRPr>
            </a:lvl7pPr>
            <a:lvl8pPr lvl="7">
              <a:buNone/>
              <a:defRPr sz="1000">
                <a:latin typeface="Zen Kaku Gothic New"/>
                <a:ea typeface="Zen Kaku Gothic New"/>
                <a:cs typeface="Zen Kaku Gothic New"/>
                <a:sym typeface="Zen Kaku Gothic New"/>
              </a:defRPr>
            </a:lvl8pPr>
            <a:lvl9pPr lvl="8">
              <a:buNone/>
              <a:defRPr sz="1000">
                <a:latin typeface="Zen Kaku Gothic New"/>
                <a:ea typeface="Zen Kaku Gothic New"/>
                <a:cs typeface="Zen Kaku Gothic New"/>
                <a:sym typeface="Zen Kaku Gothic New"/>
              </a:defRPr>
            </a:lvl9pPr>
          </a:lstStyle>
          <a:p>
            <a:pPr indent="0" lvl="0" marL="0" rtl="0" algn="l">
              <a:spcBef>
                <a:spcPts val="0"/>
              </a:spcBef>
              <a:spcAft>
                <a:spcPts val="0"/>
              </a:spcAft>
              <a:buNone/>
            </a:pPr>
            <a:fld id="{00000000-1234-1234-1234-123412341234}" type="slidenum">
              <a:rPr lang="ja"/>
              <a:t>‹#›</a:t>
            </a:fld>
            <a:endParaRPr/>
          </a:p>
        </p:txBody>
      </p:sp>
    </p:spTree>
  </p:cSld>
  <p:clrMapOvr>
    <a:masterClrMapping/>
  </p:clrMapOvr>
  <p:extLst>
    <p:ext uri="{DCECCB84-F9BA-43D5-87BE-67443E8EF086}">
      <p15:sldGuideLst>
        <p15:guide id="1" orient="horz" pos="324">
          <p15:clr>
            <a:srgbClr val="FA7B17"/>
          </p15:clr>
        </p15:guide>
        <p15:guide id="2" orient="horz" pos="2915">
          <p15:clr>
            <a:srgbClr val="FA7B17"/>
          </p15:clr>
        </p15:guide>
        <p15:guide id="3" orient="horz" pos="3078">
          <p15:clr>
            <a:srgbClr val="FA7B17"/>
          </p15:clr>
        </p15:guide>
        <p15:guide id="4" orient="horz" pos="162">
          <p15:clr>
            <a:srgbClr val="FA7B17"/>
          </p15:clr>
        </p15:guide>
        <p15:guide id="5" pos="324">
          <p15:clr>
            <a:srgbClr val="FA7B17"/>
          </p15:clr>
        </p15:guide>
        <p15:guide id="6" pos="163">
          <p15:clr>
            <a:srgbClr val="FA7B17"/>
          </p15:clr>
        </p15:guide>
        <p15:guide id="7" pos="5436">
          <p15:clr>
            <a:srgbClr val="FA7B17"/>
          </p15:clr>
        </p15:guide>
        <p15:guide id="8" pos="5597">
          <p15:clr>
            <a:srgbClr val="FA7B17"/>
          </p15:clr>
        </p15:guide>
        <p15:guide id="9" pos="2555">
          <p15:clr>
            <a:srgbClr val="FA7B17"/>
          </p15:clr>
        </p15:guide>
        <p15:guide id="10" pos="2718">
          <p15:clr>
            <a:srgbClr val="FA7B17"/>
          </p15:clr>
        </p15:guide>
        <p15:guide id="11" pos="3042">
          <p15:clr>
            <a:srgbClr val="FA7B17"/>
          </p15:clr>
        </p15:guide>
        <p15:guide id="12" pos="3203">
          <p15:clr>
            <a:srgbClr val="FA7B17"/>
          </p15:clr>
        </p15:guide>
        <p15:guide id="13" orient="horz" pos="487">
          <p15:clr>
            <a:srgbClr val="FA7B17"/>
          </p15:clr>
        </p15:guide>
      </p15:sldGuideLst>
    </p:ext>
  </p:extLst>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右サイド_Light Green">
  <p:cSld name="TITLE_1_3_1_1_1">
    <p:bg>
      <p:bgPr>
        <a:solidFill>
          <a:schemeClr val="lt1"/>
        </a:solidFill>
      </p:bgPr>
    </p:bg>
    <p:spTree>
      <p:nvGrpSpPr>
        <p:cNvPr id="149" name="Shape 149"/>
        <p:cNvGrpSpPr/>
        <p:nvPr/>
      </p:nvGrpSpPr>
      <p:grpSpPr>
        <a:xfrm>
          <a:off x="0" y="0"/>
          <a:ext cx="0" cy="0"/>
          <a:chOff x="0" y="0"/>
          <a:chExt cx="0" cy="0"/>
        </a:xfrm>
      </p:grpSpPr>
      <p:sp>
        <p:nvSpPr>
          <p:cNvPr id="150" name="Google Shape;150;p31"/>
          <p:cNvSpPr/>
          <p:nvPr/>
        </p:nvSpPr>
        <p:spPr>
          <a:xfrm>
            <a:off x="4564207" y="-2803"/>
            <a:ext cx="4579800" cy="5143500"/>
          </a:xfrm>
          <a:prstGeom prst="rect">
            <a:avLst/>
          </a:prstGeom>
          <a:solidFill>
            <a:schemeClr val="dk2"/>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Arial"/>
              <a:buNone/>
            </a:pPr>
            <a:r>
              <a:t/>
            </a:r>
            <a:endParaRPr b="0" i="0" sz="1200" u="none" cap="none" strike="noStrike">
              <a:solidFill>
                <a:srgbClr val="FFFFFF"/>
              </a:solidFill>
              <a:latin typeface="Arial"/>
              <a:ea typeface="Arial"/>
              <a:cs typeface="Arial"/>
              <a:sym typeface="Arial"/>
            </a:endParaRPr>
          </a:p>
        </p:txBody>
      </p:sp>
      <p:sp>
        <p:nvSpPr>
          <p:cNvPr id="151" name="Google Shape;151;p31" title="タイトル"/>
          <p:cNvSpPr txBox="1"/>
          <p:nvPr>
            <p:ph type="title"/>
          </p:nvPr>
        </p:nvSpPr>
        <p:spPr>
          <a:xfrm>
            <a:off x="188450" y="269400"/>
            <a:ext cx="4056900" cy="245400"/>
          </a:xfrm>
          <a:prstGeom prst="rect">
            <a:avLst/>
          </a:prstGeom>
          <a:noFill/>
          <a:ln>
            <a:noFill/>
          </a:ln>
        </p:spPr>
        <p:txBody>
          <a:bodyPr anchorCtr="0" anchor="b" bIns="39550" lIns="79125" spcFirstLastPara="1" rIns="79125" wrap="square" tIns="39550">
            <a:noAutofit/>
          </a:bodyPr>
          <a:lstStyle>
            <a:lvl1pPr lvl="0" marR="0">
              <a:lnSpc>
                <a:spcPct val="90000"/>
              </a:lnSpc>
              <a:spcBef>
                <a:spcPts val="0"/>
              </a:spcBef>
              <a:spcAft>
                <a:spcPts val="0"/>
              </a:spcAft>
              <a:buClr>
                <a:schemeClr val="lt2"/>
              </a:buClr>
              <a:buSzPts val="1400"/>
              <a:buNone/>
              <a:defRPr i="0" sz="1400" u="none" cap="none" strike="noStrike">
                <a:solidFill>
                  <a:schemeClr val="lt2"/>
                </a:solidFill>
              </a:defRPr>
            </a:lvl1pPr>
            <a:lvl2pPr lvl="1">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2pPr>
            <a:lvl3pPr lvl="2">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3pPr>
            <a:lvl4pPr lvl="3">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4pPr>
            <a:lvl5pPr lvl="4">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5pPr>
            <a:lvl6pPr lvl="5">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6pPr>
            <a:lvl7pPr lvl="6">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7pPr>
            <a:lvl8pPr lvl="7">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8pPr>
            <a:lvl9pPr lvl="8">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9pPr>
          </a:lstStyle>
          <a:p/>
        </p:txBody>
      </p:sp>
      <p:sp>
        <p:nvSpPr>
          <p:cNvPr id="152" name="Google Shape;152;p31" title="タイトル"/>
          <p:cNvSpPr txBox="1"/>
          <p:nvPr>
            <p:ph idx="2" type="title"/>
          </p:nvPr>
        </p:nvSpPr>
        <p:spPr>
          <a:xfrm>
            <a:off x="2286750" y="263188"/>
            <a:ext cx="4056900" cy="245400"/>
          </a:xfrm>
          <a:prstGeom prst="rect">
            <a:avLst/>
          </a:prstGeom>
          <a:noFill/>
          <a:ln>
            <a:noFill/>
          </a:ln>
        </p:spPr>
        <p:txBody>
          <a:bodyPr anchorCtr="0" anchor="b" bIns="39550" lIns="79125" spcFirstLastPara="1" rIns="79125" wrap="square" tIns="39550">
            <a:noAutofit/>
          </a:bodyPr>
          <a:lstStyle>
            <a:lvl1pPr lvl="0" marR="0">
              <a:lnSpc>
                <a:spcPct val="90000"/>
              </a:lnSpc>
              <a:spcBef>
                <a:spcPts val="0"/>
              </a:spcBef>
              <a:spcAft>
                <a:spcPts val="0"/>
              </a:spcAft>
              <a:buClr>
                <a:schemeClr val="dk1"/>
              </a:buClr>
              <a:buSzPts val="1200"/>
              <a:buNone/>
              <a:defRPr b="0" i="0" sz="1200" u="none" cap="none" strike="noStrike">
                <a:solidFill>
                  <a:schemeClr val="dk1"/>
                </a:solidFill>
              </a:defRPr>
            </a:lvl1pPr>
            <a:lvl2pPr lvl="1">
              <a:spcBef>
                <a:spcPts val="0"/>
              </a:spcBef>
              <a:spcAft>
                <a:spcPts val="0"/>
              </a:spcAft>
              <a:buClr>
                <a:schemeClr val="dk1"/>
              </a:buClr>
              <a:buSzPts val="1200"/>
              <a:buFont typeface="Zen Kaku Gothic New"/>
              <a:buNone/>
              <a:defRPr b="0" sz="1200">
                <a:solidFill>
                  <a:schemeClr val="dk1"/>
                </a:solidFill>
                <a:latin typeface="Zen Kaku Gothic New"/>
                <a:ea typeface="Zen Kaku Gothic New"/>
                <a:cs typeface="Zen Kaku Gothic New"/>
                <a:sym typeface="Zen Kaku Gothic New"/>
              </a:defRPr>
            </a:lvl2pPr>
            <a:lvl3pPr lvl="2">
              <a:spcBef>
                <a:spcPts val="0"/>
              </a:spcBef>
              <a:spcAft>
                <a:spcPts val="0"/>
              </a:spcAft>
              <a:buClr>
                <a:schemeClr val="dk1"/>
              </a:buClr>
              <a:buSzPts val="1200"/>
              <a:buFont typeface="Zen Kaku Gothic New"/>
              <a:buNone/>
              <a:defRPr b="0" sz="1200">
                <a:solidFill>
                  <a:schemeClr val="dk1"/>
                </a:solidFill>
                <a:latin typeface="Zen Kaku Gothic New"/>
                <a:ea typeface="Zen Kaku Gothic New"/>
                <a:cs typeface="Zen Kaku Gothic New"/>
                <a:sym typeface="Zen Kaku Gothic New"/>
              </a:defRPr>
            </a:lvl3pPr>
            <a:lvl4pPr lvl="3">
              <a:spcBef>
                <a:spcPts val="0"/>
              </a:spcBef>
              <a:spcAft>
                <a:spcPts val="0"/>
              </a:spcAft>
              <a:buClr>
                <a:schemeClr val="dk1"/>
              </a:buClr>
              <a:buSzPts val="1200"/>
              <a:buFont typeface="Zen Kaku Gothic New"/>
              <a:buNone/>
              <a:defRPr b="0" sz="1200">
                <a:solidFill>
                  <a:schemeClr val="dk1"/>
                </a:solidFill>
                <a:latin typeface="Zen Kaku Gothic New"/>
                <a:ea typeface="Zen Kaku Gothic New"/>
                <a:cs typeface="Zen Kaku Gothic New"/>
                <a:sym typeface="Zen Kaku Gothic New"/>
              </a:defRPr>
            </a:lvl4pPr>
            <a:lvl5pPr lvl="4">
              <a:spcBef>
                <a:spcPts val="0"/>
              </a:spcBef>
              <a:spcAft>
                <a:spcPts val="0"/>
              </a:spcAft>
              <a:buClr>
                <a:schemeClr val="dk1"/>
              </a:buClr>
              <a:buSzPts val="1200"/>
              <a:buFont typeface="Zen Kaku Gothic New"/>
              <a:buNone/>
              <a:defRPr b="0" sz="1200">
                <a:solidFill>
                  <a:schemeClr val="dk1"/>
                </a:solidFill>
                <a:latin typeface="Zen Kaku Gothic New"/>
                <a:ea typeface="Zen Kaku Gothic New"/>
                <a:cs typeface="Zen Kaku Gothic New"/>
                <a:sym typeface="Zen Kaku Gothic New"/>
              </a:defRPr>
            </a:lvl5pPr>
            <a:lvl6pPr lvl="5">
              <a:spcBef>
                <a:spcPts val="0"/>
              </a:spcBef>
              <a:spcAft>
                <a:spcPts val="0"/>
              </a:spcAft>
              <a:buClr>
                <a:schemeClr val="dk1"/>
              </a:buClr>
              <a:buSzPts val="1200"/>
              <a:buFont typeface="Zen Kaku Gothic New"/>
              <a:buNone/>
              <a:defRPr b="0" sz="1200">
                <a:solidFill>
                  <a:schemeClr val="dk1"/>
                </a:solidFill>
                <a:latin typeface="Zen Kaku Gothic New"/>
                <a:ea typeface="Zen Kaku Gothic New"/>
                <a:cs typeface="Zen Kaku Gothic New"/>
                <a:sym typeface="Zen Kaku Gothic New"/>
              </a:defRPr>
            </a:lvl6pPr>
            <a:lvl7pPr lvl="6">
              <a:spcBef>
                <a:spcPts val="0"/>
              </a:spcBef>
              <a:spcAft>
                <a:spcPts val="0"/>
              </a:spcAft>
              <a:buClr>
                <a:schemeClr val="dk1"/>
              </a:buClr>
              <a:buSzPts val="1200"/>
              <a:buFont typeface="Zen Kaku Gothic New"/>
              <a:buNone/>
              <a:defRPr b="0" sz="1200">
                <a:solidFill>
                  <a:schemeClr val="dk1"/>
                </a:solidFill>
                <a:latin typeface="Zen Kaku Gothic New"/>
                <a:ea typeface="Zen Kaku Gothic New"/>
                <a:cs typeface="Zen Kaku Gothic New"/>
                <a:sym typeface="Zen Kaku Gothic New"/>
              </a:defRPr>
            </a:lvl7pPr>
            <a:lvl8pPr lvl="7">
              <a:spcBef>
                <a:spcPts val="0"/>
              </a:spcBef>
              <a:spcAft>
                <a:spcPts val="0"/>
              </a:spcAft>
              <a:buClr>
                <a:schemeClr val="dk1"/>
              </a:buClr>
              <a:buSzPts val="1200"/>
              <a:buFont typeface="Zen Kaku Gothic New"/>
              <a:buNone/>
              <a:defRPr b="0" sz="1200">
                <a:solidFill>
                  <a:schemeClr val="dk1"/>
                </a:solidFill>
                <a:latin typeface="Zen Kaku Gothic New"/>
                <a:ea typeface="Zen Kaku Gothic New"/>
                <a:cs typeface="Zen Kaku Gothic New"/>
                <a:sym typeface="Zen Kaku Gothic New"/>
              </a:defRPr>
            </a:lvl8pPr>
            <a:lvl9pPr lvl="8">
              <a:spcBef>
                <a:spcPts val="0"/>
              </a:spcBef>
              <a:spcAft>
                <a:spcPts val="0"/>
              </a:spcAft>
              <a:buClr>
                <a:schemeClr val="dk1"/>
              </a:buClr>
              <a:buSzPts val="1200"/>
              <a:buFont typeface="Zen Kaku Gothic New"/>
              <a:buNone/>
              <a:defRPr b="0" sz="1200">
                <a:solidFill>
                  <a:schemeClr val="dk1"/>
                </a:solidFill>
                <a:latin typeface="Zen Kaku Gothic New"/>
                <a:ea typeface="Zen Kaku Gothic New"/>
                <a:cs typeface="Zen Kaku Gothic New"/>
                <a:sym typeface="Zen Kaku Gothic New"/>
              </a:defRPr>
            </a:lvl9pPr>
          </a:lstStyle>
          <a:p/>
        </p:txBody>
      </p:sp>
      <p:sp>
        <p:nvSpPr>
          <p:cNvPr id="153" name="Google Shape;153;p31"/>
          <p:cNvSpPr txBox="1"/>
          <p:nvPr>
            <p:ph idx="12" type="sldNum"/>
          </p:nvPr>
        </p:nvSpPr>
        <p:spPr>
          <a:xfrm>
            <a:off x="8763484" y="4749901"/>
            <a:ext cx="548700" cy="393600"/>
          </a:xfrm>
          <a:prstGeom prst="rect">
            <a:avLst/>
          </a:prstGeom>
        </p:spPr>
        <p:txBody>
          <a:bodyPr anchorCtr="0" anchor="t" bIns="91425" lIns="91425" spcFirstLastPara="1" rIns="91425" wrap="square" tIns="91425">
            <a:noAutofit/>
          </a:bodyPr>
          <a:lstStyle>
            <a:lvl1pPr lvl="0">
              <a:buNone/>
              <a:defRPr sz="1000">
                <a:latin typeface="Zen Kaku Gothic New"/>
                <a:ea typeface="Zen Kaku Gothic New"/>
                <a:cs typeface="Zen Kaku Gothic New"/>
                <a:sym typeface="Zen Kaku Gothic New"/>
              </a:defRPr>
            </a:lvl1pPr>
            <a:lvl2pPr lvl="1">
              <a:buNone/>
              <a:defRPr sz="1000">
                <a:latin typeface="Zen Kaku Gothic New"/>
                <a:ea typeface="Zen Kaku Gothic New"/>
                <a:cs typeface="Zen Kaku Gothic New"/>
                <a:sym typeface="Zen Kaku Gothic New"/>
              </a:defRPr>
            </a:lvl2pPr>
            <a:lvl3pPr lvl="2">
              <a:buNone/>
              <a:defRPr sz="1000">
                <a:latin typeface="Zen Kaku Gothic New"/>
                <a:ea typeface="Zen Kaku Gothic New"/>
                <a:cs typeface="Zen Kaku Gothic New"/>
                <a:sym typeface="Zen Kaku Gothic New"/>
              </a:defRPr>
            </a:lvl3pPr>
            <a:lvl4pPr lvl="3">
              <a:buNone/>
              <a:defRPr sz="1000">
                <a:latin typeface="Zen Kaku Gothic New"/>
                <a:ea typeface="Zen Kaku Gothic New"/>
                <a:cs typeface="Zen Kaku Gothic New"/>
                <a:sym typeface="Zen Kaku Gothic New"/>
              </a:defRPr>
            </a:lvl4pPr>
            <a:lvl5pPr lvl="4">
              <a:buNone/>
              <a:defRPr sz="1000">
                <a:latin typeface="Zen Kaku Gothic New"/>
                <a:ea typeface="Zen Kaku Gothic New"/>
                <a:cs typeface="Zen Kaku Gothic New"/>
                <a:sym typeface="Zen Kaku Gothic New"/>
              </a:defRPr>
            </a:lvl5pPr>
            <a:lvl6pPr lvl="5">
              <a:buNone/>
              <a:defRPr sz="1000">
                <a:latin typeface="Zen Kaku Gothic New"/>
                <a:ea typeface="Zen Kaku Gothic New"/>
                <a:cs typeface="Zen Kaku Gothic New"/>
                <a:sym typeface="Zen Kaku Gothic New"/>
              </a:defRPr>
            </a:lvl6pPr>
            <a:lvl7pPr lvl="6">
              <a:buNone/>
              <a:defRPr sz="1000">
                <a:latin typeface="Zen Kaku Gothic New"/>
                <a:ea typeface="Zen Kaku Gothic New"/>
                <a:cs typeface="Zen Kaku Gothic New"/>
                <a:sym typeface="Zen Kaku Gothic New"/>
              </a:defRPr>
            </a:lvl7pPr>
            <a:lvl8pPr lvl="7">
              <a:buNone/>
              <a:defRPr sz="1000">
                <a:latin typeface="Zen Kaku Gothic New"/>
                <a:ea typeface="Zen Kaku Gothic New"/>
                <a:cs typeface="Zen Kaku Gothic New"/>
                <a:sym typeface="Zen Kaku Gothic New"/>
              </a:defRPr>
            </a:lvl8pPr>
            <a:lvl9pPr lvl="8">
              <a:buNone/>
              <a:defRPr sz="1000">
                <a:latin typeface="Zen Kaku Gothic New"/>
                <a:ea typeface="Zen Kaku Gothic New"/>
                <a:cs typeface="Zen Kaku Gothic New"/>
                <a:sym typeface="Zen Kaku Gothic New"/>
              </a:defRPr>
            </a:lvl9pPr>
          </a:lstStyle>
          <a:p>
            <a:pPr indent="0" lvl="0" marL="0" rtl="0" algn="l">
              <a:spcBef>
                <a:spcPts val="0"/>
              </a:spcBef>
              <a:spcAft>
                <a:spcPts val="0"/>
              </a:spcAft>
              <a:buNone/>
            </a:pPr>
            <a:fld id="{00000000-1234-1234-1234-123412341234}" type="slidenum">
              <a:rPr lang="ja"/>
              <a:t>‹#›</a:t>
            </a:fld>
            <a:endParaRPr/>
          </a:p>
        </p:txBody>
      </p:sp>
    </p:spTree>
  </p:cSld>
  <p:clrMapOvr>
    <a:masterClrMapping/>
  </p:clrMapOvr>
  <p:extLst>
    <p:ext uri="{DCECCB84-F9BA-43D5-87BE-67443E8EF086}">
      <p15:sldGuideLst>
        <p15:guide id="1" orient="horz" pos="324">
          <p15:clr>
            <a:srgbClr val="FA7B17"/>
          </p15:clr>
        </p15:guide>
        <p15:guide id="2" orient="horz" pos="2915">
          <p15:clr>
            <a:srgbClr val="FA7B17"/>
          </p15:clr>
        </p15:guide>
        <p15:guide id="3" orient="horz" pos="3078">
          <p15:clr>
            <a:srgbClr val="FA7B17"/>
          </p15:clr>
        </p15:guide>
        <p15:guide id="4" orient="horz" pos="162">
          <p15:clr>
            <a:srgbClr val="FA7B17"/>
          </p15:clr>
        </p15:guide>
        <p15:guide id="5" pos="324">
          <p15:clr>
            <a:srgbClr val="FA7B17"/>
          </p15:clr>
        </p15:guide>
        <p15:guide id="6" pos="163">
          <p15:clr>
            <a:srgbClr val="FA7B17"/>
          </p15:clr>
        </p15:guide>
        <p15:guide id="7" pos="5436">
          <p15:clr>
            <a:srgbClr val="FA7B17"/>
          </p15:clr>
        </p15:guide>
        <p15:guide id="8" pos="5597">
          <p15:clr>
            <a:srgbClr val="FA7B17"/>
          </p15:clr>
        </p15:guide>
        <p15:guide id="9" pos="2555">
          <p15:clr>
            <a:srgbClr val="FA7B17"/>
          </p15:clr>
        </p15:guide>
        <p15:guide id="10" pos="2718">
          <p15:clr>
            <a:srgbClr val="FA7B17"/>
          </p15:clr>
        </p15:guide>
        <p15:guide id="11" pos="3042">
          <p15:clr>
            <a:srgbClr val="FA7B17"/>
          </p15:clr>
        </p15:guide>
        <p15:guide id="12" pos="3203">
          <p15:clr>
            <a:srgbClr val="FA7B17"/>
          </p15:clr>
        </p15:guide>
        <p15:guide id="13" orient="horz" pos="487">
          <p15:clr>
            <a:srgbClr val="FA7B17"/>
          </p15:clr>
        </p15:guide>
      </p15:sldGuideLst>
    </p:ext>
  </p:extLst>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右サイド_Deep Green">
  <p:cSld name="TITLE_1_3_1_1_1_1_1">
    <p:bg>
      <p:bgPr>
        <a:solidFill>
          <a:schemeClr val="lt1"/>
        </a:solidFill>
      </p:bgPr>
    </p:bg>
    <p:spTree>
      <p:nvGrpSpPr>
        <p:cNvPr id="154" name="Shape 154"/>
        <p:cNvGrpSpPr/>
        <p:nvPr/>
      </p:nvGrpSpPr>
      <p:grpSpPr>
        <a:xfrm>
          <a:off x="0" y="0"/>
          <a:ext cx="0" cy="0"/>
          <a:chOff x="0" y="0"/>
          <a:chExt cx="0" cy="0"/>
        </a:xfrm>
      </p:grpSpPr>
      <p:sp>
        <p:nvSpPr>
          <p:cNvPr id="155" name="Google Shape;155;p32"/>
          <p:cNvSpPr/>
          <p:nvPr/>
        </p:nvSpPr>
        <p:spPr>
          <a:xfrm>
            <a:off x="4564207" y="-2803"/>
            <a:ext cx="4579800" cy="5143500"/>
          </a:xfrm>
          <a:prstGeom prst="rect">
            <a:avLst/>
          </a:prstGeom>
          <a:solidFill>
            <a:schemeClr val="lt2"/>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Arial"/>
              <a:buNone/>
            </a:pPr>
            <a:r>
              <a:t/>
            </a:r>
            <a:endParaRPr b="0" i="0" sz="1200" u="none" cap="none" strike="noStrike">
              <a:solidFill>
                <a:srgbClr val="FFFFFF"/>
              </a:solidFill>
              <a:latin typeface="Arial"/>
              <a:ea typeface="Arial"/>
              <a:cs typeface="Arial"/>
              <a:sym typeface="Arial"/>
            </a:endParaRPr>
          </a:p>
        </p:txBody>
      </p:sp>
      <p:sp>
        <p:nvSpPr>
          <p:cNvPr id="156" name="Google Shape;156;p32" title="タイトル"/>
          <p:cNvSpPr txBox="1"/>
          <p:nvPr>
            <p:ph type="title"/>
          </p:nvPr>
        </p:nvSpPr>
        <p:spPr>
          <a:xfrm>
            <a:off x="188450" y="269400"/>
            <a:ext cx="4056900" cy="245400"/>
          </a:xfrm>
          <a:prstGeom prst="rect">
            <a:avLst/>
          </a:prstGeom>
          <a:noFill/>
          <a:ln>
            <a:noFill/>
          </a:ln>
        </p:spPr>
        <p:txBody>
          <a:bodyPr anchorCtr="0" anchor="b" bIns="39550" lIns="79125" spcFirstLastPara="1" rIns="79125" wrap="square" tIns="39550">
            <a:noAutofit/>
          </a:bodyPr>
          <a:lstStyle>
            <a:lvl1pPr lvl="0" marR="0">
              <a:lnSpc>
                <a:spcPct val="90000"/>
              </a:lnSpc>
              <a:spcBef>
                <a:spcPts val="0"/>
              </a:spcBef>
              <a:spcAft>
                <a:spcPts val="0"/>
              </a:spcAft>
              <a:buClr>
                <a:schemeClr val="lt2"/>
              </a:buClr>
              <a:buSzPts val="1400"/>
              <a:buNone/>
              <a:defRPr i="0" sz="1400" u="none" cap="none" strike="noStrike">
                <a:solidFill>
                  <a:schemeClr val="lt2"/>
                </a:solidFill>
              </a:defRPr>
            </a:lvl1pPr>
            <a:lvl2pPr lvl="1">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2pPr>
            <a:lvl3pPr lvl="2">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3pPr>
            <a:lvl4pPr lvl="3">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4pPr>
            <a:lvl5pPr lvl="4">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5pPr>
            <a:lvl6pPr lvl="5">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6pPr>
            <a:lvl7pPr lvl="6">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7pPr>
            <a:lvl8pPr lvl="7">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8pPr>
            <a:lvl9pPr lvl="8">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9pPr>
          </a:lstStyle>
          <a:p/>
        </p:txBody>
      </p:sp>
      <p:sp>
        <p:nvSpPr>
          <p:cNvPr id="157" name="Google Shape;157;p32" title="タイトル"/>
          <p:cNvSpPr txBox="1"/>
          <p:nvPr>
            <p:ph idx="2" type="title"/>
          </p:nvPr>
        </p:nvSpPr>
        <p:spPr>
          <a:xfrm>
            <a:off x="2286750" y="263188"/>
            <a:ext cx="4056900" cy="245400"/>
          </a:xfrm>
          <a:prstGeom prst="rect">
            <a:avLst/>
          </a:prstGeom>
          <a:noFill/>
          <a:ln>
            <a:noFill/>
          </a:ln>
        </p:spPr>
        <p:txBody>
          <a:bodyPr anchorCtr="0" anchor="b" bIns="39550" lIns="79125" spcFirstLastPara="1" rIns="79125" wrap="square" tIns="39550">
            <a:noAutofit/>
          </a:bodyPr>
          <a:lstStyle>
            <a:lvl1pPr lvl="0" marR="0">
              <a:lnSpc>
                <a:spcPct val="90000"/>
              </a:lnSpc>
              <a:spcBef>
                <a:spcPts val="0"/>
              </a:spcBef>
              <a:spcAft>
                <a:spcPts val="0"/>
              </a:spcAft>
              <a:buClr>
                <a:schemeClr val="dk1"/>
              </a:buClr>
              <a:buSzPts val="1200"/>
              <a:buNone/>
              <a:defRPr b="0" i="0" sz="1200" u="none" cap="none" strike="noStrike">
                <a:solidFill>
                  <a:schemeClr val="dk1"/>
                </a:solidFill>
              </a:defRPr>
            </a:lvl1pPr>
            <a:lvl2pPr lvl="1">
              <a:spcBef>
                <a:spcPts val="0"/>
              </a:spcBef>
              <a:spcAft>
                <a:spcPts val="0"/>
              </a:spcAft>
              <a:buClr>
                <a:schemeClr val="dk1"/>
              </a:buClr>
              <a:buSzPts val="1200"/>
              <a:buFont typeface="Zen Kaku Gothic New"/>
              <a:buNone/>
              <a:defRPr b="0" sz="1200">
                <a:solidFill>
                  <a:schemeClr val="dk1"/>
                </a:solidFill>
                <a:latin typeface="Zen Kaku Gothic New"/>
                <a:ea typeface="Zen Kaku Gothic New"/>
                <a:cs typeface="Zen Kaku Gothic New"/>
                <a:sym typeface="Zen Kaku Gothic New"/>
              </a:defRPr>
            </a:lvl2pPr>
            <a:lvl3pPr lvl="2">
              <a:spcBef>
                <a:spcPts val="0"/>
              </a:spcBef>
              <a:spcAft>
                <a:spcPts val="0"/>
              </a:spcAft>
              <a:buClr>
                <a:schemeClr val="dk1"/>
              </a:buClr>
              <a:buSzPts val="1200"/>
              <a:buFont typeface="Zen Kaku Gothic New"/>
              <a:buNone/>
              <a:defRPr b="0" sz="1200">
                <a:solidFill>
                  <a:schemeClr val="dk1"/>
                </a:solidFill>
                <a:latin typeface="Zen Kaku Gothic New"/>
                <a:ea typeface="Zen Kaku Gothic New"/>
                <a:cs typeface="Zen Kaku Gothic New"/>
                <a:sym typeface="Zen Kaku Gothic New"/>
              </a:defRPr>
            </a:lvl3pPr>
            <a:lvl4pPr lvl="3">
              <a:spcBef>
                <a:spcPts val="0"/>
              </a:spcBef>
              <a:spcAft>
                <a:spcPts val="0"/>
              </a:spcAft>
              <a:buClr>
                <a:schemeClr val="dk1"/>
              </a:buClr>
              <a:buSzPts val="1200"/>
              <a:buFont typeface="Zen Kaku Gothic New"/>
              <a:buNone/>
              <a:defRPr b="0" sz="1200">
                <a:solidFill>
                  <a:schemeClr val="dk1"/>
                </a:solidFill>
                <a:latin typeface="Zen Kaku Gothic New"/>
                <a:ea typeface="Zen Kaku Gothic New"/>
                <a:cs typeface="Zen Kaku Gothic New"/>
                <a:sym typeface="Zen Kaku Gothic New"/>
              </a:defRPr>
            </a:lvl4pPr>
            <a:lvl5pPr lvl="4">
              <a:spcBef>
                <a:spcPts val="0"/>
              </a:spcBef>
              <a:spcAft>
                <a:spcPts val="0"/>
              </a:spcAft>
              <a:buClr>
                <a:schemeClr val="dk1"/>
              </a:buClr>
              <a:buSzPts val="1200"/>
              <a:buFont typeface="Zen Kaku Gothic New"/>
              <a:buNone/>
              <a:defRPr b="0" sz="1200">
                <a:solidFill>
                  <a:schemeClr val="dk1"/>
                </a:solidFill>
                <a:latin typeface="Zen Kaku Gothic New"/>
                <a:ea typeface="Zen Kaku Gothic New"/>
                <a:cs typeface="Zen Kaku Gothic New"/>
                <a:sym typeface="Zen Kaku Gothic New"/>
              </a:defRPr>
            </a:lvl5pPr>
            <a:lvl6pPr lvl="5">
              <a:spcBef>
                <a:spcPts val="0"/>
              </a:spcBef>
              <a:spcAft>
                <a:spcPts val="0"/>
              </a:spcAft>
              <a:buClr>
                <a:schemeClr val="dk1"/>
              </a:buClr>
              <a:buSzPts val="1200"/>
              <a:buFont typeface="Zen Kaku Gothic New"/>
              <a:buNone/>
              <a:defRPr b="0" sz="1200">
                <a:solidFill>
                  <a:schemeClr val="dk1"/>
                </a:solidFill>
                <a:latin typeface="Zen Kaku Gothic New"/>
                <a:ea typeface="Zen Kaku Gothic New"/>
                <a:cs typeface="Zen Kaku Gothic New"/>
                <a:sym typeface="Zen Kaku Gothic New"/>
              </a:defRPr>
            </a:lvl6pPr>
            <a:lvl7pPr lvl="6">
              <a:spcBef>
                <a:spcPts val="0"/>
              </a:spcBef>
              <a:spcAft>
                <a:spcPts val="0"/>
              </a:spcAft>
              <a:buClr>
                <a:schemeClr val="dk1"/>
              </a:buClr>
              <a:buSzPts val="1200"/>
              <a:buFont typeface="Zen Kaku Gothic New"/>
              <a:buNone/>
              <a:defRPr b="0" sz="1200">
                <a:solidFill>
                  <a:schemeClr val="dk1"/>
                </a:solidFill>
                <a:latin typeface="Zen Kaku Gothic New"/>
                <a:ea typeface="Zen Kaku Gothic New"/>
                <a:cs typeface="Zen Kaku Gothic New"/>
                <a:sym typeface="Zen Kaku Gothic New"/>
              </a:defRPr>
            </a:lvl7pPr>
            <a:lvl8pPr lvl="7">
              <a:spcBef>
                <a:spcPts val="0"/>
              </a:spcBef>
              <a:spcAft>
                <a:spcPts val="0"/>
              </a:spcAft>
              <a:buClr>
                <a:schemeClr val="dk1"/>
              </a:buClr>
              <a:buSzPts val="1200"/>
              <a:buFont typeface="Zen Kaku Gothic New"/>
              <a:buNone/>
              <a:defRPr b="0" sz="1200">
                <a:solidFill>
                  <a:schemeClr val="dk1"/>
                </a:solidFill>
                <a:latin typeface="Zen Kaku Gothic New"/>
                <a:ea typeface="Zen Kaku Gothic New"/>
                <a:cs typeface="Zen Kaku Gothic New"/>
                <a:sym typeface="Zen Kaku Gothic New"/>
              </a:defRPr>
            </a:lvl8pPr>
            <a:lvl9pPr lvl="8">
              <a:spcBef>
                <a:spcPts val="0"/>
              </a:spcBef>
              <a:spcAft>
                <a:spcPts val="0"/>
              </a:spcAft>
              <a:buClr>
                <a:schemeClr val="dk1"/>
              </a:buClr>
              <a:buSzPts val="1200"/>
              <a:buFont typeface="Zen Kaku Gothic New"/>
              <a:buNone/>
              <a:defRPr b="0" sz="1200">
                <a:solidFill>
                  <a:schemeClr val="dk1"/>
                </a:solidFill>
                <a:latin typeface="Zen Kaku Gothic New"/>
                <a:ea typeface="Zen Kaku Gothic New"/>
                <a:cs typeface="Zen Kaku Gothic New"/>
                <a:sym typeface="Zen Kaku Gothic New"/>
              </a:defRPr>
            </a:lvl9pPr>
          </a:lstStyle>
          <a:p/>
        </p:txBody>
      </p:sp>
      <p:sp>
        <p:nvSpPr>
          <p:cNvPr id="158" name="Google Shape;158;p32"/>
          <p:cNvSpPr txBox="1"/>
          <p:nvPr>
            <p:ph idx="12" type="sldNum"/>
          </p:nvPr>
        </p:nvSpPr>
        <p:spPr>
          <a:xfrm>
            <a:off x="8763484" y="4749901"/>
            <a:ext cx="548700" cy="393600"/>
          </a:xfrm>
          <a:prstGeom prst="rect">
            <a:avLst/>
          </a:prstGeom>
        </p:spPr>
        <p:txBody>
          <a:bodyPr anchorCtr="0" anchor="t" bIns="91425" lIns="91425" spcFirstLastPara="1" rIns="91425" wrap="square" tIns="91425">
            <a:noAutofit/>
          </a:bodyPr>
          <a:lstStyle>
            <a:lvl1pPr lvl="0">
              <a:buNone/>
              <a:defRPr sz="1000">
                <a:latin typeface="Zen Kaku Gothic New"/>
                <a:ea typeface="Zen Kaku Gothic New"/>
                <a:cs typeface="Zen Kaku Gothic New"/>
                <a:sym typeface="Zen Kaku Gothic New"/>
              </a:defRPr>
            </a:lvl1pPr>
            <a:lvl2pPr lvl="1">
              <a:buNone/>
              <a:defRPr sz="1000">
                <a:latin typeface="Zen Kaku Gothic New"/>
                <a:ea typeface="Zen Kaku Gothic New"/>
                <a:cs typeface="Zen Kaku Gothic New"/>
                <a:sym typeface="Zen Kaku Gothic New"/>
              </a:defRPr>
            </a:lvl2pPr>
            <a:lvl3pPr lvl="2">
              <a:buNone/>
              <a:defRPr sz="1000">
                <a:latin typeface="Zen Kaku Gothic New"/>
                <a:ea typeface="Zen Kaku Gothic New"/>
                <a:cs typeface="Zen Kaku Gothic New"/>
                <a:sym typeface="Zen Kaku Gothic New"/>
              </a:defRPr>
            </a:lvl3pPr>
            <a:lvl4pPr lvl="3">
              <a:buNone/>
              <a:defRPr sz="1000">
                <a:latin typeface="Zen Kaku Gothic New"/>
                <a:ea typeface="Zen Kaku Gothic New"/>
                <a:cs typeface="Zen Kaku Gothic New"/>
                <a:sym typeface="Zen Kaku Gothic New"/>
              </a:defRPr>
            </a:lvl4pPr>
            <a:lvl5pPr lvl="4">
              <a:buNone/>
              <a:defRPr sz="1000">
                <a:latin typeface="Zen Kaku Gothic New"/>
                <a:ea typeface="Zen Kaku Gothic New"/>
                <a:cs typeface="Zen Kaku Gothic New"/>
                <a:sym typeface="Zen Kaku Gothic New"/>
              </a:defRPr>
            </a:lvl5pPr>
            <a:lvl6pPr lvl="5">
              <a:buNone/>
              <a:defRPr sz="1000">
                <a:latin typeface="Zen Kaku Gothic New"/>
                <a:ea typeface="Zen Kaku Gothic New"/>
                <a:cs typeface="Zen Kaku Gothic New"/>
                <a:sym typeface="Zen Kaku Gothic New"/>
              </a:defRPr>
            </a:lvl6pPr>
            <a:lvl7pPr lvl="6">
              <a:buNone/>
              <a:defRPr sz="1000">
                <a:latin typeface="Zen Kaku Gothic New"/>
                <a:ea typeface="Zen Kaku Gothic New"/>
                <a:cs typeface="Zen Kaku Gothic New"/>
                <a:sym typeface="Zen Kaku Gothic New"/>
              </a:defRPr>
            </a:lvl7pPr>
            <a:lvl8pPr lvl="7">
              <a:buNone/>
              <a:defRPr sz="1000">
                <a:latin typeface="Zen Kaku Gothic New"/>
                <a:ea typeface="Zen Kaku Gothic New"/>
                <a:cs typeface="Zen Kaku Gothic New"/>
                <a:sym typeface="Zen Kaku Gothic New"/>
              </a:defRPr>
            </a:lvl8pPr>
            <a:lvl9pPr lvl="8">
              <a:buNone/>
              <a:defRPr sz="1000">
                <a:latin typeface="Zen Kaku Gothic New"/>
                <a:ea typeface="Zen Kaku Gothic New"/>
                <a:cs typeface="Zen Kaku Gothic New"/>
                <a:sym typeface="Zen Kaku Gothic New"/>
              </a:defRPr>
            </a:lvl9pPr>
          </a:lstStyle>
          <a:p>
            <a:pPr indent="0" lvl="0" marL="0" rtl="0" algn="l">
              <a:spcBef>
                <a:spcPts val="0"/>
              </a:spcBef>
              <a:spcAft>
                <a:spcPts val="0"/>
              </a:spcAft>
              <a:buNone/>
            </a:pPr>
            <a:fld id="{00000000-1234-1234-1234-123412341234}" type="slidenum">
              <a:rPr lang="ja"/>
              <a:t>‹#›</a:t>
            </a:fld>
            <a:endParaRPr/>
          </a:p>
        </p:txBody>
      </p:sp>
    </p:spTree>
  </p:cSld>
  <p:clrMapOvr>
    <a:masterClrMapping/>
  </p:clrMapOvr>
  <p:extLst>
    <p:ext uri="{DCECCB84-F9BA-43D5-87BE-67443E8EF086}">
      <p15:sldGuideLst>
        <p15:guide id="1" orient="horz" pos="324">
          <p15:clr>
            <a:srgbClr val="FA7B17"/>
          </p15:clr>
        </p15:guide>
        <p15:guide id="2" orient="horz" pos="2915">
          <p15:clr>
            <a:srgbClr val="FA7B17"/>
          </p15:clr>
        </p15:guide>
        <p15:guide id="3" orient="horz" pos="3078">
          <p15:clr>
            <a:srgbClr val="FA7B17"/>
          </p15:clr>
        </p15:guide>
        <p15:guide id="4" orient="horz" pos="162">
          <p15:clr>
            <a:srgbClr val="FA7B17"/>
          </p15:clr>
        </p15:guide>
        <p15:guide id="5" pos="324">
          <p15:clr>
            <a:srgbClr val="FA7B17"/>
          </p15:clr>
        </p15:guide>
        <p15:guide id="6" pos="163">
          <p15:clr>
            <a:srgbClr val="FA7B17"/>
          </p15:clr>
        </p15:guide>
        <p15:guide id="7" pos="5436">
          <p15:clr>
            <a:srgbClr val="FA7B17"/>
          </p15:clr>
        </p15:guide>
        <p15:guide id="8" pos="5597">
          <p15:clr>
            <a:srgbClr val="FA7B17"/>
          </p15:clr>
        </p15:guide>
        <p15:guide id="9" pos="2555">
          <p15:clr>
            <a:srgbClr val="FA7B17"/>
          </p15:clr>
        </p15:guide>
        <p15:guide id="10" pos="2718">
          <p15:clr>
            <a:srgbClr val="FA7B17"/>
          </p15:clr>
        </p15:guide>
        <p15:guide id="11" pos="3042">
          <p15:clr>
            <a:srgbClr val="FA7B17"/>
          </p15:clr>
        </p15:guide>
        <p15:guide id="12" pos="3203">
          <p15:clr>
            <a:srgbClr val="FA7B17"/>
          </p15:clr>
        </p15:guide>
        <p15:guide id="13" orient="horz" pos="487">
          <p15:clr>
            <a:srgbClr val="FA7B17"/>
          </p15:clr>
        </p15:guide>
      </p15:sldGuideLst>
    </p:ext>
  </p:extLst>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rporate" type="blank">
  <p:cSld name="BLANK">
    <p:spTree>
      <p:nvGrpSpPr>
        <p:cNvPr id="159" name="Shape 159"/>
        <p:cNvGrpSpPr/>
        <p:nvPr/>
      </p:nvGrpSpPr>
      <p:grpSpPr>
        <a:xfrm>
          <a:off x="0" y="0"/>
          <a:ext cx="0" cy="0"/>
          <a:chOff x="0" y="0"/>
          <a:chExt cx="0" cy="0"/>
        </a:xfrm>
      </p:grpSpPr>
      <p:pic>
        <p:nvPicPr>
          <p:cNvPr id="160" name="Google Shape;160;p33"/>
          <p:cNvPicPr preferRelativeResize="0"/>
          <p:nvPr/>
        </p:nvPicPr>
        <p:blipFill>
          <a:blip r:embed="rId2">
            <a:alphaModFix/>
          </a:blip>
          <a:stretch>
            <a:fillRect/>
          </a:stretch>
        </p:blipFill>
        <p:spPr>
          <a:xfrm>
            <a:off x="6691377" y="162451"/>
            <a:ext cx="1129953" cy="217950"/>
          </a:xfrm>
          <a:prstGeom prst="rect">
            <a:avLst/>
          </a:prstGeom>
          <a:noFill/>
          <a:ln>
            <a:noFill/>
          </a:ln>
        </p:spPr>
      </p:pic>
      <p:sp>
        <p:nvSpPr>
          <p:cNvPr id="161" name="Google Shape;161;p33"/>
          <p:cNvSpPr txBox="1"/>
          <p:nvPr/>
        </p:nvSpPr>
        <p:spPr>
          <a:xfrm>
            <a:off x="143475" y="4838206"/>
            <a:ext cx="15399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800">
                <a:solidFill>
                  <a:srgbClr val="6B7376"/>
                </a:solidFill>
              </a:rPr>
              <a:t>©︎2022  MedUp inc.</a:t>
            </a:r>
            <a:endParaRPr sz="800">
              <a:solidFill>
                <a:srgbClr val="6B7376"/>
              </a:solidFill>
            </a:endParaRPr>
          </a:p>
        </p:txBody>
      </p:sp>
      <p:sp>
        <p:nvSpPr>
          <p:cNvPr id="162" name="Google Shape;162;p33"/>
          <p:cNvSpPr/>
          <p:nvPr/>
        </p:nvSpPr>
        <p:spPr>
          <a:xfrm>
            <a:off x="0" y="519163"/>
            <a:ext cx="9144000" cy="28500"/>
          </a:xfrm>
          <a:prstGeom prst="rect">
            <a:avLst/>
          </a:prstGeom>
          <a:solidFill>
            <a:schemeClr val="accent1"/>
          </a:solidFill>
          <a:ln>
            <a:noFill/>
          </a:ln>
        </p:spPr>
        <p:txBody>
          <a:bodyPr anchorCtr="0" anchor="ctr" bIns="79125" lIns="79125" spcFirstLastPara="1" rIns="79125" wrap="square" tIns="79125">
            <a:noAutofit/>
          </a:bodyPr>
          <a:lstStyle/>
          <a:p>
            <a:pPr indent="0" lvl="0" marL="0" rtl="0" algn="l">
              <a:spcBef>
                <a:spcPts val="0"/>
              </a:spcBef>
              <a:spcAft>
                <a:spcPts val="0"/>
              </a:spcAft>
              <a:buNone/>
            </a:pPr>
            <a:r>
              <a:t/>
            </a:r>
            <a:endParaRPr b="1" sz="1900">
              <a:solidFill>
                <a:srgbClr val="FFFFFF"/>
              </a:solidFill>
            </a:endParaRPr>
          </a:p>
        </p:txBody>
      </p:sp>
      <p:pic>
        <p:nvPicPr>
          <p:cNvPr id="163" name="Google Shape;163;p33"/>
          <p:cNvPicPr preferRelativeResize="0"/>
          <p:nvPr/>
        </p:nvPicPr>
        <p:blipFill>
          <a:blip r:embed="rId3">
            <a:alphaModFix/>
          </a:blip>
          <a:stretch>
            <a:fillRect/>
          </a:stretch>
        </p:blipFill>
        <p:spPr>
          <a:xfrm>
            <a:off x="7939525" y="117525"/>
            <a:ext cx="1073133" cy="307800"/>
          </a:xfrm>
          <a:prstGeom prst="rect">
            <a:avLst/>
          </a:prstGeom>
          <a:noFill/>
          <a:ln>
            <a:noFill/>
          </a:ln>
        </p:spPr>
      </p:pic>
      <p:sp>
        <p:nvSpPr>
          <p:cNvPr id="164" name="Google Shape;164;p33"/>
          <p:cNvSpPr txBox="1"/>
          <p:nvPr>
            <p:ph idx="12" type="sldNum"/>
          </p:nvPr>
        </p:nvSpPr>
        <p:spPr>
          <a:xfrm>
            <a:off x="8763484" y="4749901"/>
            <a:ext cx="548700" cy="393600"/>
          </a:xfrm>
          <a:prstGeom prst="rect">
            <a:avLst/>
          </a:prstGeom>
        </p:spPr>
        <p:txBody>
          <a:bodyPr anchorCtr="0" anchor="t" bIns="91425" lIns="91425" spcFirstLastPara="1" rIns="91425" wrap="square" tIns="91425">
            <a:noAutofit/>
          </a:bodyPr>
          <a:lstStyle>
            <a:lvl1pPr lvl="0">
              <a:buNone/>
              <a:defRPr sz="1000">
                <a:latin typeface="Zen Kaku Gothic New"/>
                <a:ea typeface="Zen Kaku Gothic New"/>
                <a:cs typeface="Zen Kaku Gothic New"/>
                <a:sym typeface="Zen Kaku Gothic New"/>
              </a:defRPr>
            </a:lvl1pPr>
            <a:lvl2pPr lvl="1">
              <a:buNone/>
              <a:defRPr sz="1000">
                <a:latin typeface="Zen Kaku Gothic New"/>
                <a:ea typeface="Zen Kaku Gothic New"/>
                <a:cs typeface="Zen Kaku Gothic New"/>
                <a:sym typeface="Zen Kaku Gothic New"/>
              </a:defRPr>
            </a:lvl2pPr>
            <a:lvl3pPr lvl="2">
              <a:buNone/>
              <a:defRPr sz="1000">
                <a:latin typeface="Zen Kaku Gothic New"/>
                <a:ea typeface="Zen Kaku Gothic New"/>
                <a:cs typeface="Zen Kaku Gothic New"/>
                <a:sym typeface="Zen Kaku Gothic New"/>
              </a:defRPr>
            </a:lvl3pPr>
            <a:lvl4pPr lvl="3">
              <a:buNone/>
              <a:defRPr sz="1000">
                <a:latin typeface="Zen Kaku Gothic New"/>
                <a:ea typeface="Zen Kaku Gothic New"/>
                <a:cs typeface="Zen Kaku Gothic New"/>
                <a:sym typeface="Zen Kaku Gothic New"/>
              </a:defRPr>
            </a:lvl4pPr>
            <a:lvl5pPr lvl="4">
              <a:buNone/>
              <a:defRPr sz="1000">
                <a:latin typeface="Zen Kaku Gothic New"/>
                <a:ea typeface="Zen Kaku Gothic New"/>
                <a:cs typeface="Zen Kaku Gothic New"/>
                <a:sym typeface="Zen Kaku Gothic New"/>
              </a:defRPr>
            </a:lvl5pPr>
            <a:lvl6pPr lvl="5">
              <a:buNone/>
              <a:defRPr sz="1000">
                <a:latin typeface="Zen Kaku Gothic New"/>
                <a:ea typeface="Zen Kaku Gothic New"/>
                <a:cs typeface="Zen Kaku Gothic New"/>
                <a:sym typeface="Zen Kaku Gothic New"/>
              </a:defRPr>
            </a:lvl6pPr>
            <a:lvl7pPr lvl="6">
              <a:buNone/>
              <a:defRPr sz="1000">
                <a:latin typeface="Zen Kaku Gothic New"/>
                <a:ea typeface="Zen Kaku Gothic New"/>
                <a:cs typeface="Zen Kaku Gothic New"/>
                <a:sym typeface="Zen Kaku Gothic New"/>
              </a:defRPr>
            </a:lvl7pPr>
            <a:lvl8pPr lvl="7">
              <a:buNone/>
              <a:defRPr sz="1000">
                <a:latin typeface="Zen Kaku Gothic New"/>
                <a:ea typeface="Zen Kaku Gothic New"/>
                <a:cs typeface="Zen Kaku Gothic New"/>
                <a:sym typeface="Zen Kaku Gothic New"/>
              </a:defRPr>
            </a:lvl8pPr>
            <a:lvl9pPr lvl="8">
              <a:buNone/>
              <a:defRPr sz="1000">
                <a:latin typeface="Zen Kaku Gothic New"/>
                <a:ea typeface="Zen Kaku Gothic New"/>
                <a:cs typeface="Zen Kaku Gothic New"/>
                <a:sym typeface="Zen Kaku Gothic New"/>
              </a:defRPr>
            </a:lvl9pPr>
          </a:lstStyle>
          <a:p>
            <a:pPr indent="0" lvl="0" marL="0" rtl="0" algn="l">
              <a:spcBef>
                <a:spcPts val="0"/>
              </a:spcBef>
              <a:spcAft>
                <a:spcPts val="0"/>
              </a:spcAft>
              <a:buNone/>
            </a:pPr>
            <a:fld id="{00000000-1234-1234-1234-123412341234}" type="slidenum">
              <a:rPr lang="ja"/>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fery_STYLE">
  <p:cSld name="DEFAULT">
    <p:bg>
      <p:bgPr>
        <a:solidFill>
          <a:schemeClr val="lt1"/>
        </a:solidFill>
      </p:bgPr>
    </p:bg>
    <p:spTree>
      <p:nvGrpSpPr>
        <p:cNvPr id="165" name="Shape 165"/>
        <p:cNvGrpSpPr/>
        <p:nvPr/>
      </p:nvGrpSpPr>
      <p:grpSpPr>
        <a:xfrm>
          <a:off x="0" y="0"/>
          <a:ext cx="0" cy="0"/>
          <a:chOff x="0" y="0"/>
          <a:chExt cx="0" cy="0"/>
        </a:xfrm>
      </p:grpSpPr>
      <p:sp>
        <p:nvSpPr>
          <p:cNvPr id="166" name="Google Shape;166;p34"/>
          <p:cNvSpPr txBox="1"/>
          <p:nvPr/>
        </p:nvSpPr>
        <p:spPr>
          <a:xfrm>
            <a:off x="143475" y="4838206"/>
            <a:ext cx="15399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800">
                <a:solidFill>
                  <a:srgbClr val="6B7376"/>
                </a:solidFill>
              </a:rPr>
              <a:t>©︎2022  medup inc.</a:t>
            </a:r>
            <a:endParaRPr sz="800">
              <a:solidFill>
                <a:srgbClr val="6B7376"/>
              </a:solidFill>
            </a:endParaRPr>
          </a:p>
        </p:txBody>
      </p:sp>
      <p:sp>
        <p:nvSpPr>
          <p:cNvPr id="167" name="Google Shape;167;p34"/>
          <p:cNvSpPr/>
          <p:nvPr/>
        </p:nvSpPr>
        <p:spPr>
          <a:xfrm>
            <a:off x="305704" y="147225"/>
            <a:ext cx="6052800" cy="30150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None/>
            </a:pPr>
            <a:r>
              <a:t/>
            </a:r>
            <a:endParaRPr b="0" i="0" sz="1500" u="none" cap="none" strike="noStrike">
              <a:solidFill>
                <a:schemeClr val="dk1"/>
              </a:solidFill>
              <a:latin typeface="Calibri"/>
              <a:ea typeface="Calibri"/>
              <a:cs typeface="Calibri"/>
              <a:sym typeface="Calibri"/>
            </a:endParaRPr>
          </a:p>
        </p:txBody>
      </p:sp>
      <p:pic>
        <p:nvPicPr>
          <p:cNvPr descr="preencoded.png" id="168" name="Google Shape;168;p34"/>
          <p:cNvPicPr preferRelativeResize="0"/>
          <p:nvPr/>
        </p:nvPicPr>
        <p:blipFill rotWithShape="1">
          <a:blip r:embed="rId2">
            <a:alphaModFix/>
          </a:blip>
          <a:srcRect b="0" l="0" r="0" t="0"/>
          <a:stretch/>
        </p:blipFill>
        <p:spPr>
          <a:xfrm>
            <a:off x="0" y="519113"/>
            <a:ext cx="9144000" cy="28575"/>
          </a:xfrm>
          <a:prstGeom prst="rect">
            <a:avLst/>
          </a:prstGeom>
          <a:noFill/>
          <a:ln>
            <a:noFill/>
          </a:ln>
        </p:spPr>
      </p:pic>
      <p:pic>
        <p:nvPicPr>
          <p:cNvPr descr="preencoded.png" id="169" name="Google Shape;169;p34"/>
          <p:cNvPicPr preferRelativeResize="0"/>
          <p:nvPr/>
        </p:nvPicPr>
        <p:blipFill rotWithShape="1">
          <a:blip r:embed="rId3">
            <a:alphaModFix/>
          </a:blip>
          <a:srcRect b="0" l="0" r="0" t="0"/>
          <a:stretch/>
        </p:blipFill>
        <p:spPr>
          <a:xfrm>
            <a:off x="7967663" y="171450"/>
            <a:ext cx="928688" cy="219075"/>
          </a:xfrm>
          <a:prstGeom prst="rect">
            <a:avLst/>
          </a:prstGeom>
          <a:noFill/>
          <a:ln>
            <a:noFill/>
          </a:ln>
        </p:spPr>
      </p:pic>
      <p:sp>
        <p:nvSpPr>
          <p:cNvPr id="170" name="Google Shape;170;p34"/>
          <p:cNvSpPr txBox="1"/>
          <p:nvPr>
            <p:ph idx="12" type="sldNum"/>
          </p:nvPr>
        </p:nvSpPr>
        <p:spPr>
          <a:xfrm>
            <a:off x="8763484" y="4749901"/>
            <a:ext cx="548700" cy="393600"/>
          </a:xfrm>
          <a:prstGeom prst="rect">
            <a:avLst/>
          </a:prstGeom>
        </p:spPr>
        <p:txBody>
          <a:bodyPr anchorCtr="0" anchor="t" bIns="91425" lIns="91425" spcFirstLastPara="1" rIns="91425" wrap="square" tIns="91425">
            <a:noAutofit/>
          </a:bodyPr>
          <a:lstStyle>
            <a:lvl1pPr lvl="0">
              <a:buNone/>
              <a:defRPr sz="1000">
                <a:latin typeface="Zen Kaku Gothic New"/>
                <a:ea typeface="Zen Kaku Gothic New"/>
                <a:cs typeface="Zen Kaku Gothic New"/>
                <a:sym typeface="Zen Kaku Gothic New"/>
              </a:defRPr>
            </a:lvl1pPr>
            <a:lvl2pPr lvl="1">
              <a:buNone/>
              <a:defRPr sz="1000">
                <a:latin typeface="Zen Kaku Gothic New"/>
                <a:ea typeface="Zen Kaku Gothic New"/>
                <a:cs typeface="Zen Kaku Gothic New"/>
                <a:sym typeface="Zen Kaku Gothic New"/>
              </a:defRPr>
            </a:lvl2pPr>
            <a:lvl3pPr lvl="2">
              <a:buNone/>
              <a:defRPr sz="1000">
                <a:latin typeface="Zen Kaku Gothic New"/>
                <a:ea typeface="Zen Kaku Gothic New"/>
                <a:cs typeface="Zen Kaku Gothic New"/>
                <a:sym typeface="Zen Kaku Gothic New"/>
              </a:defRPr>
            </a:lvl3pPr>
            <a:lvl4pPr lvl="3">
              <a:buNone/>
              <a:defRPr sz="1000">
                <a:latin typeface="Zen Kaku Gothic New"/>
                <a:ea typeface="Zen Kaku Gothic New"/>
                <a:cs typeface="Zen Kaku Gothic New"/>
                <a:sym typeface="Zen Kaku Gothic New"/>
              </a:defRPr>
            </a:lvl4pPr>
            <a:lvl5pPr lvl="4">
              <a:buNone/>
              <a:defRPr sz="1000">
                <a:latin typeface="Zen Kaku Gothic New"/>
                <a:ea typeface="Zen Kaku Gothic New"/>
                <a:cs typeface="Zen Kaku Gothic New"/>
                <a:sym typeface="Zen Kaku Gothic New"/>
              </a:defRPr>
            </a:lvl5pPr>
            <a:lvl6pPr lvl="5">
              <a:buNone/>
              <a:defRPr sz="1000">
                <a:latin typeface="Zen Kaku Gothic New"/>
                <a:ea typeface="Zen Kaku Gothic New"/>
                <a:cs typeface="Zen Kaku Gothic New"/>
                <a:sym typeface="Zen Kaku Gothic New"/>
              </a:defRPr>
            </a:lvl6pPr>
            <a:lvl7pPr lvl="6">
              <a:buNone/>
              <a:defRPr sz="1000">
                <a:latin typeface="Zen Kaku Gothic New"/>
                <a:ea typeface="Zen Kaku Gothic New"/>
                <a:cs typeface="Zen Kaku Gothic New"/>
                <a:sym typeface="Zen Kaku Gothic New"/>
              </a:defRPr>
            </a:lvl7pPr>
            <a:lvl8pPr lvl="7">
              <a:buNone/>
              <a:defRPr sz="1000">
                <a:latin typeface="Zen Kaku Gothic New"/>
                <a:ea typeface="Zen Kaku Gothic New"/>
                <a:cs typeface="Zen Kaku Gothic New"/>
                <a:sym typeface="Zen Kaku Gothic New"/>
              </a:defRPr>
            </a:lvl8pPr>
            <a:lvl9pPr lvl="8">
              <a:buNone/>
              <a:defRPr sz="1000">
                <a:latin typeface="Zen Kaku Gothic New"/>
                <a:ea typeface="Zen Kaku Gothic New"/>
                <a:cs typeface="Zen Kaku Gothic New"/>
                <a:sym typeface="Zen Kaku Gothic New"/>
              </a:defRPr>
            </a:lvl9pPr>
          </a:lstStyle>
          <a:p>
            <a:pPr indent="0" lvl="0" marL="0" rtl="0" algn="l">
              <a:spcBef>
                <a:spcPts val="0"/>
              </a:spcBef>
              <a:spcAft>
                <a:spcPts val="0"/>
              </a:spcAft>
              <a:buNone/>
            </a:pPr>
            <a:fld id="{00000000-1234-1234-1234-123412341234}" type="slidenum">
              <a:rPr lang="ja"/>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dup_colored">
  <p:cSld name="BLANK_1">
    <p:spTree>
      <p:nvGrpSpPr>
        <p:cNvPr id="171" name="Shape 171"/>
        <p:cNvGrpSpPr/>
        <p:nvPr/>
      </p:nvGrpSpPr>
      <p:grpSpPr>
        <a:xfrm>
          <a:off x="0" y="0"/>
          <a:ext cx="0" cy="0"/>
          <a:chOff x="0" y="0"/>
          <a:chExt cx="0" cy="0"/>
        </a:xfrm>
      </p:grpSpPr>
      <p:sp>
        <p:nvSpPr>
          <p:cNvPr id="172" name="Google Shape;172;p35"/>
          <p:cNvSpPr txBox="1"/>
          <p:nvPr/>
        </p:nvSpPr>
        <p:spPr>
          <a:xfrm>
            <a:off x="143475" y="4838206"/>
            <a:ext cx="15399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800">
                <a:solidFill>
                  <a:srgbClr val="6B7376"/>
                </a:solidFill>
              </a:rPr>
              <a:t>©︎2025  MedUp inc.</a:t>
            </a:r>
            <a:endParaRPr sz="800">
              <a:solidFill>
                <a:srgbClr val="6B7376"/>
              </a:solidFill>
            </a:endParaRPr>
          </a:p>
        </p:txBody>
      </p:sp>
      <p:sp>
        <p:nvSpPr>
          <p:cNvPr id="173" name="Google Shape;173;p35"/>
          <p:cNvSpPr txBox="1"/>
          <p:nvPr>
            <p:ph idx="12" type="sldNum"/>
          </p:nvPr>
        </p:nvSpPr>
        <p:spPr>
          <a:xfrm>
            <a:off x="8763484" y="4749901"/>
            <a:ext cx="548700" cy="393600"/>
          </a:xfrm>
          <a:prstGeom prst="rect">
            <a:avLst/>
          </a:prstGeom>
        </p:spPr>
        <p:txBody>
          <a:bodyPr anchorCtr="0" anchor="t" bIns="91425" lIns="91425" spcFirstLastPara="1" rIns="91425" wrap="square" tIns="91425">
            <a:noAutofit/>
          </a:bodyPr>
          <a:lstStyle>
            <a:lvl1pPr lvl="0">
              <a:buNone/>
              <a:defRPr sz="1000">
                <a:latin typeface="Zen Kaku Gothic New"/>
                <a:ea typeface="Zen Kaku Gothic New"/>
                <a:cs typeface="Zen Kaku Gothic New"/>
                <a:sym typeface="Zen Kaku Gothic New"/>
              </a:defRPr>
            </a:lvl1pPr>
            <a:lvl2pPr lvl="1">
              <a:buNone/>
              <a:defRPr sz="1000">
                <a:latin typeface="Zen Kaku Gothic New"/>
                <a:ea typeface="Zen Kaku Gothic New"/>
                <a:cs typeface="Zen Kaku Gothic New"/>
                <a:sym typeface="Zen Kaku Gothic New"/>
              </a:defRPr>
            </a:lvl2pPr>
            <a:lvl3pPr lvl="2">
              <a:buNone/>
              <a:defRPr sz="1000">
                <a:latin typeface="Zen Kaku Gothic New"/>
                <a:ea typeface="Zen Kaku Gothic New"/>
                <a:cs typeface="Zen Kaku Gothic New"/>
                <a:sym typeface="Zen Kaku Gothic New"/>
              </a:defRPr>
            </a:lvl3pPr>
            <a:lvl4pPr lvl="3">
              <a:buNone/>
              <a:defRPr sz="1000">
                <a:latin typeface="Zen Kaku Gothic New"/>
                <a:ea typeface="Zen Kaku Gothic New"/>
                <a:cs typeface="Zen Kaku Gothic New"/>
                <a:sym typeface="Zen Kaku Gothic New"/>
              </a:defRPr>
            </a:lvl4pPr>
            <a:lvl5pPr lvl="4">
              <a:buNone/>
              <a:defRPr sz="1000">
                <a:latin typeface="Zen Kaku Gothic New"/>
                <a:ea typeface="Zen Kaku Gothic New"/>
                <a:cs typeface="Zen Kaku Gothic New"/>
                <a:sym typeface="Zen Kaku Gothic New"/>
              </a:defRPr>
            </a:lvl5pPr>
            <a:lvl6pPr lvl="5">
              <a:buNone/>
              <a:defRPr sz="1000">
                <a:latin typeface="Zen Kaku Gothic New"/>
                <a:ea typeface="Zen Kaku Gothic New"/>
                <a:cs typeface="Zen Kaku Gothic New"/>
                <a:sym typeface="Zen Kaku Gothic New"/>
              </a:defRPr>
            </a:lvl6pPr>
            <a:lvl7pPr lvl="6">
              <a:buNone/>
              <a:defRPr sz="1000">
                <a:latin typeface="Zen Kaku Gothic New"/>
                <a:ea typeface="Zen Kaku Gothic New"/>
                <a:cs typeface="Zen Kaku Gothic New"/>
                <a:sym typeface="Zen Kaku Gothic New"/>
              </a:defRPr>
            </a:lvl7pPr>
            <a:lvl8pPr lvl="7">
              <a:buNone/>
              <a:defRPr sz="1000">
                <a:latin typeface="Zen Kaku Gothic New"/>
                <a:ea typeface="Zen Kaku Gothic New"/>
                <a:cs typeface="Zen Kaku Gothic New"/>
                <a:sym typeface="Zen Kaku Gothic New"/>
              </a:defRPr>
            </a:lvl8pPr>
            <a:lvl9pPr lvl="8">
              <a:buNone/>
              <a:defRPr sz="1000">
                <a:latin typeface="Zen Kaku Gothic New"/>
                <a:ea typeface="Zen Kaku Gothic New"/>
                <a:cs typeface="Zen Kaku Gothic New"/>
                <a:sym typeface="Zen Kaku Gothic New"/>
              </a:defRPr>
            </a:lvl9pPr>
          </a:lstStyle>
          <a:p>
            <a:pPr indent="0" lvl="0" marL="0" rtl="0" algn="l">
              <a:spcBef>
                <a:spcPts val="0"/>
              </a:spcBef>
              <a:spcAft>
                <a:spcPts val="0"/>
              </a:spcAft>
              <a:buNone/>
            </a:pPr>
            <a:fld id="{00000000-1234-1234-1234-123412341234}" type="slidenum">
              <a:rPr lang="ja"/>
              <a:t>‹#›</a:t>
            </a:fld>
            <a:endParaRPr/>
          </a:p>
        </p:txBody>
      </p:sp>
      <p:sp>
        <p:nvSpPr>
          <p:cNvPr id="174" name="Google Shape;174;p35"/>
          <p:cNvSpPr/>
          <p:nvPr/>
        </p:nvSpPr>
        <p:spPr>
          <a:xfrm>
            <a:off x="1850" y="519113"/>
            <a:ext cx="9144000" cy="28500"/>
          </a:xfrm>
          <a:prstGeom prst="rect">
            <a:avLst/>
          </a:prstGeom>
          <a:gradFill>
            <a:gsLst>
              <a:gs pos="0">
                <a:srgbClr val="005A4B"/>
              </a:gs>
              <a:gs pos="100000">
                <a:srgbClr val="00E196"/>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dup_colored 1">
  <p:cSld name="BLANK_1_1">
    <p:spTree>
      <p:nvGrpSpPr>
        <p:cNvPr id="175" name="Shape 175"/>
        <p:cNvGrpSpPr/>
        <p:nvPr/>
      </p:nvGrpSpPr>
      <p:grpSpPr>
        <a:xfrm>
          <a:off x="0" y="0"/>
          <a:ext cx="0" cy="0"/>
          <a:chOff x="0" y="0"/>
          <a:chExt cx="0" cy="0"/>
        </a:xfrm>
      </p:grpSpPr>
      <p:sp>
        <p:nvSpPr>
          <p:cNvPr id="176" name="Google Shape;176;p36"/>
          <p:cNvSpPr txBox="1"/>
          <p:nvPr>
            <p:ph idx="12" type="sldNum"/>
          </p:nvPr>
        </p:nvSpPr>
        <p:spPr>
          <a:xfrm>
            <a:off x="8763484" y="4749901"/>
            <a:ext cx="548700" cy="393600"/>
          </a:xfrm>
          <a:prstGeom prst="rect">
            <a:avLst/>
          </a:prstGeom>
        </p:spPr>
        <p:txBody>
          <a:bodyPr anchorCtr="0" anchor="t" bIns="91425" lIns="91425" spcFirstLastPara="1" rIns="91425" wrap="square" tIns="91425">
            <a:noAutofit/>
          </a:bodyPr>
          <a:lstStyle>
            <a:lvl1pPr lvl="0">
              <a:buNone/>
              <a:defRPr sz="1000">
                <a:latin typeface="Zen Kaku Gothic New"/>
                <a:ea typeface="Zen Kaku Gothic New"/>
                <a:cs typeface="Zen Kaku Gothic New"/>
                <a:sym typeface="Zen Kaku Gothic New"/>
              </a:defRPr>
            </a:lvl1pPr>
            <a:lvl2pPr lvl="1">
              <a:buNone/>
              <a:defRPr sz="1000">
                <a:latin typeface="Zen Kaku Gothic New"/>
                <a:ea typeface="Zen Kaku Gothic New"/>
                <a:cs typeface="Zen Kaku Gothic New"/>
                <a:sym typeface="Zen Kaku Gothic New"/>
              </a:defRPr>
            </a:lvl2pPr>
            <a:lvl3pPr lvl="2">
              <a:buNone/>
              <a:defRPr sz="1000">
                <a:latin typeface="Zen Kaku Gothic New"/>
                <a:ea typeface="Zen Kaku Gothic New"/>
                <a:cs typeface="Zen Kaku Gothic New"/>
                <a:sym typeface="Zen Kaku Gothic New"/>
              </a:defRPr>
            </a:lvl3pPr>
            <a:lvl4pPr lvl="3">
              <a:buNone/>
              <a:defRPr sz="1000">
                <a:latin typeface="Zen Kaku Gothic New"/>
                <a:ea typeface="Zen Kaku Gothic New"/>
                <a:cs typeface="Zen Kaku Gothic New"/>
                <a:sym typeface="Zen Kaku Gothic New"/>
              </a:defRPr>
            </a:lvl4pPr>
            <a:lvl5pPr lvl="4">
              <a:buNone/>
              <a:defRPr sz="1000">
                <a:latin typeface="Zen Kaku Gothic New"/>
                <a:ea typeface="Zen Kaku Gothic New"/>
                <a:cs typeface="Zen Kaku Gothic New"/>
                <a:sym typeface="Zen Kaku Gothic New"/>
              </a:defRPr>
            </a:lvl5pPr>
            <a:lvl6pPr lvl="5">
              <a:buNone/>
              <a:defRPr sz="1000">
                <a:latin typeface="Zen Kaku Gothic New"/>
                <a:ea typeface="Zen Kaku Gothic New"/>
                <a:cs typeface="Zen Kaku Gothic New"/>
                <a:sym typeface="Zen Kaku Gothic New"/>
              </a:defRPr>
            </a:lvl6pPr>
            <a:lvl7pPr lvl="6">
              <a:buNone/>
              <a:defRPr sz="1000">
                <a:latin typeface="Zen Kaku Gothic New"/>
                <a:ea typeface="Zen Kaku Gothic New"/>
                <a:cs typeface="Zen Kaku Gothic New"/>
                <a:sym typeface="Zen Kaku Gothic New"/>
              </a:defRPr>
            </a:lvl7pPr>
            <a:lvl8pPr lvl="7">
              <a:buNone/>
              <a:defRPr sz="1000">
                <a:latin typeface="Zen Kaku Gothic New"/>
                <a:ea typeface="Zen Kaku Gothic New"/>
                <a:cs typeface="Zen Kaku Gothic New"/>
                <a:sym typeface="Zen Kaku Gothic New"/>
              </a:defRPr>
            </a:lvl8pPr>
            <a:lvl9pPr lvl="8">
              <a:buNone/>
              <a:defRPr sz="1000">
                <a:latin typeface="Zen Kaku Gothic New"/>
                <a:ea typeface="Zen Kaku Gothic New"/>
                <a:cs typeface="Zen Kaku Gothic New"/>
                <a:sym typeface="Zen Kaku Gothic New"/>
              </a:defRPr>
            </a:lvl9pPr>
          </a:lstStyle>
          <a:p>
            <a:pPr indent="0" lvl="0" marL="0" rtl="0" algn="l">
              <a:spcBef>
                <a:spcPts val="0"/>
              </a:spcBef>
              <a:spcAft>
                <a:spcPts val="0"/>
              </a:spcAft>
              <a:buNone/>
            </a:pPr>
            <a:fld id="{00000000-1234-1234-1234-123412341234}" type="slidenum">
              <a:rPr lang="ja"/>
              <a:t>‹#›</a:t>
            </a:fld>
            <a:endParaRPr/>
          </a:p>
        </p:txBody>
      </p:sp>
      <p:sp>
        <p:nvSpPr>
          <p:cNvPr id="177" name="Google Shape;177;p36"/>
          <p:cNvSpPr txBox="1"/>
          <p:nvPr/>
        </p:nvSpPr>
        <p:spPr>
          <a:xfrm>
            <a:off x="143475" y="4838206"/>
            <a:ext cx="15399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800">
                <a:solidFill>
                  <a:srgbClr val="6B7376"/>
                </a:solidFill>
              </a:rPr>
              <a:t>©︎2025  MedUp inc.</a:t>
            </a:r>
            <a:endParaRPr sz="800">
              <a:solidFill>
                <a:srgbClr val="6B7376"/>
              </a:solidFill>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ne">
  <p:cSld name="2_タイトル スライド">
    <p:spTree>
      <p:nvGrpSpPr>
        <p:cNvPr id="178" name="Shape 178"/>
        <p:cNvGrpSpPr/>
        <p:nvPr/>
      </p:nvGrpSpPr>
      <p:grpSpPr>
        <a:xfrm>
          <a:off x="0" y="0"/>
          <a:ext cx="0" cy="0"/>
          <a:chOff x="0" y="0"/>
          <a:chExt cx="0" cy="0"/>
        </a:xfrm>
      </p:grpSpPr>
      <p:sp>
        <p:nvSpPr>
          <p:cNvPr id="179" name="Google Shape;179;p37"/>
          <p:cNvSpPr/>
          <p:nvPr/>
        </p:nvSpPr>
        <p:spPr>
          <a:xfrm>
            <a:off x="0" y="519163"/>
            <a:ext cx="9144000" cy="28500"/>
          </a:xfrm>
          <a:prstGeom prst="rect">
            <a:avLst/>
          </a:prstGeom>
          <a:solidFill>
            <a:schemeClr val="accent1"/>
          </a:solidFill>
          <a:ln>
            <a:noFill/>
          </a:ln>
        </p:spPr>
        <p:txBody>
          <a:bodyPr anchorCtr="0" anchor="ctr" bIns="79125" lIns="79125" spcFirstLastPara="1" rIns="79125" wrap="square" tIns="79125">
            <a:noAutofit/>
          </a:bodyPr>
          <a:lstStyle/>
          <a:p>
            <a:pPr indent="0" lvl="0" marL="0" rtl="0" algn="l">
              <a:spcBef>
                <a:spcPts val="0"/>
              </a:spcBef>
              <a:spcAft>
                <a:spcPts val="0"/>
              </a:spcAft>
              <a:buNone/>
            </a:pPr>
            <a:r>
              <a:t/>
            </a:r>
            <a:endParaRPr b="1" sz="1900">
              <a:solidFill>
                <a:srgbClr val="FFFFFF"/>
              </a:solidFill>
            </a:endParaRPr>
          </a:p>
        </p:txBody>
      </p:sp>
      <p:sp>
        <p:nvSpPr>
          <p:cNvPr id="180" name="Google Shape;180;p3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ja"/>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表紙_DeepGreen">
  <p:cSld name="TITLE_1">
    <p:bg>
      <p:bgPr>
        <a:solidFill>
          <a:schemeClr val="accent1"/>
        </a:solidFill>
      </p:bgPr>
    </p:bg>
    <p:spTree>
      <p:nvGrpSpPr>
        <p:cNvPr id="187" name="Shape 187"/>
        <p:cNvGrpSpPr/>
        <p:nvPr/>
      </p:nvGrpSpPr>
      <p:grpSpPr>
        <a:xfrm>
          <a:off x="0" y="0"/>
          <a:ext cx="0" cy="0"/>
          <a:chOff x="0" y="0"/>
          <a:chExt cx="0" cy="0"/>
        </a:xfrm>
      </p:grpSpPr>
      <p:pic>
        <p:nvPicPr>
          <p:cNvPr id="188" name="Google Shape;188;p39"/>
          <p:cNvPicPr preferRelativeResize="0"/>
          <p:nvPr/>
        </p:nvPicPr>
        <p:blipFill rotWithShape="1">
          <a:blip r:embed="rId2">
            <a:alphaModFix/>
          </a:blip>
          <a:srcRect b="8354" l="710" r="720" t="13283"/>
          <a:stretch/>
        </p:blipFill>
        <p:spPr>
          <a:xfrm>
            <a:off x="0" y="0"/>
            <a:ext cx="9144000" cy="5143500"/>
          </a:xfrm>
          <a:prstGeom prst="rect">
            <a:avLst/>
          </a:prstGeom>
          <a:noFill/>
          <a:ln>
            <a:noFill/>
          </a:ln>
        </p:spPr>
      </p:pic>
      <p:pic>
        <p:nvPicPr>
          <p:cNvPr id="189" name="Google Shape;189;p39"/>
          <p:cNvPicPr preferRelativeResize="0"/>
          <p:nvPr/>
        </p:nvPicPr>
        <p:blipFill>
          <a:blip r:embed="rId3">
            <a:alphaModFix/>
          </a:blip>
          <a:stretch>
            <a:fillRect/>
          </a:stretch>
        </p:blipFill>
        <p:spPr>
          <a:xfrm>
            <a:off x="3853493" y="4579100"/>
            <a:ext cx="1437015" cy="347750"/>
          </a:xfrm>
          <a:prstGeom prst="rect">
            <a:avLst/>
          </a:prstGeom>
          <a:noFill/>
          <a:ln>
            <a:noFill/>
          </a:ln>
        </p:spPr>
      </p:pic>
      <p:sp>
        <p:nvSpPr>
          <p:cNvPr id="190" name="Google Shape;190;p39" title="タイトル"/>
          <p:cNvSpPr txBox="1"/>
          <p:nvPr>
            <p:ph type="title"/>
          </p:nvPr>
        </p:nvSpPr>
        <p:spPr>
          <a:xfrm>
            <a:off x="200025" y="2128800"/>
            <a:ext cx="8743800" cy="538800"/>
          </a:xfrm>
          <a:prstGeom prst="rect">
            <a:avLst/>
          </a:prstGeom>
          <a:noFill/>
          <a:ln>
            <a:noFill/>
          </a:ln>
        </p:spPr>
        <p:txBody>
          <a:bodyPr anchorCtr="0" anchor="b" bIns="39550" lIns="79125" spcFirstLastPara="1" rIns="79125" wrap="square" tIns="39550">
            <a:noAutofit/>
          </a:bodyPr>
          <a:lstStyle>
            <a:lvl1pPr lvl="0" marR="0" algn="ctr">
              <a:lnSpc>
                <a:spcPct val="90000"/>
              </a:lnSpc>
              <a:spcBef>
                <a:spcPts val="0"/>
              </a:spcBef>
              <a:spcAft>
                <a:spcPts val="0"/>
              </a:spcAft>
              <a:buClr>
                <a:schemeClr val="lt1"/>
              </a:buClr>
              <a:buSzPts val="3200"/>
              <a:buNone/>
              <a:defRPr i="0" sz="3200" u="none" cap="none" strike="noStrike">
                <a:solidFill>
                  <a:schemeClr val="lt1"/>
                </a:solidFill>
              </a:defRPr>
            </a:lvl1pPr>
            <a:lvl2pPr lvl="1">
              <a:spcBef>
                <a:spcPts val="0"/>
              </a:spcBef>
              <a:spcAft>
                <a:spcPts val="0"/>
              </a:spcAft>
              <a:buSzPts val="1200"/>
              <a:buFont typeface="Noto Sans Thai"/>
              <a:buNone/>
              <a:defRPr b="1" sz="1600">
                <a:latin typeface="Noto Sans Thai"/>
                <a:ea typeface="Noto Sans Thai"/>
                <a:cs typeface="Noto Sans Thai"/>
                <a:sym typeface="Noto Sans Thai"/>
              </a:defRPr>
            </a:lvl2pPr>
            <a:lvl3pPr lvl="2">
              <a:spcBef>
                <a:spcPts val="0"/>
              </a:spcBef>
              <a:spcAft>
                <a:spcPts val="0"/>
              </a:spcAft>
              <a:buSzPts val="1200"/>
              <a:buFont typeface="Noto Sans Thai"/>
              <a:buNone/>
              <a:defRPr b="1" sz="1600">
                <a:latin typeface="Noto Sans Thai"/>
                <a:ea typeface="Noto Sans Thai"/>
                <a:cs typeface="Noto Sans Thai"/>
                <a:sym typeface="Noto Sans Thai"/>
              </a:defRPr>
            </a:lvl3pPr>
            <a:lvl4pPr lvl="3">
              <a:spcBef>
                <a:spcPts val="0"/>
              </a:spcBef>
              <a:spcAft>
                <a:spcPts val="0"/>
              </a:spcAft>
              <a:buSzPts val="1200"/>
              <a:buFont typeface="Noto Sans Thai"/>
              <a:buNone/>
              <a:defRPr b="1" sz="1600">
                <a:latin typeface="Noto Sans Thai"/>
                <a:ea typeface="Noto Sans Thai"/>
                <a:cs typeface="Noto Sans Thai"/>
                <a:sym typeface="Noto Sans Thai"/>
              </a:defRPr>
            </a:lvl4pPr>
            <a:lvl5pPr lvl="4">
              <a:spcBef>
                <a:spcPts val="0"/>
              </a:spcBef>
              <a:spcAft>
                <a:spcPts val="0"/>
              </a:spcAft>
              <a:buSzPts val="1200"/>
              <a:buFont typeface="Noto Sans Thai"/>
              <a:buNone/>
              <a:defRPr b="1" sz="1600">
                <a:latin typeface="Noto Sans Thai"/>
                <a:ea typeface="Noto Sans Thai"/>
                <a:cs typeface="Noto Sans Thai"/>
                <a:sym typeface="Noto Sans Thai"/>
              </a:defRPr>
            </a:lvl5pPr>
            <a:lvl6pPr lvl="5">
              <a:spcBef>
                <a:spcPts val="0"/>
              </a:spcBef>
              <a:spcAft>
                <a:spcPts val="0"/>
              </a:spcAft>
              <a:buSzPts val="1200"/>
              <a:buFont typeface="Noto Sans Thai"/>
              <a:buNone/>
              <a:defRPr b="1" sz="1600">
                <a:latin typeface="Noto Sans Thai"/>
                <a:ea typeface="Noto Sans Thai"/>
                <a:cs typeface="Noto Sans Thai"/>
                <a:sym typeface="Noto Sans Thai"/>
              </a:defRPr>
            </a:lvl6pPr>
            <a:lvl7pPr lvl="6">
              <a:spcBef>
                <a:spcPts val="0"/>
              </a:spcBef>
              <a:spcAft>
                <a:spcPts val="0"/>
              </a:spcAft>
              <a:buSzPts val="1200"/>
              <a:buFont typeface="Noto Sans Thai"/>
              <a:buNone/>
              <a:defRPr b="1" sz="1600">
                <a:latin typeface="Noto Sans Thai"/>
                <a:ea typeface="Noto Sans Thai"/>
                <a:cs typeface="Noto Sans Thai"/>
                <a:sym typeface="Noto Sans Thai"/>
              </a:defRPr>
            </a:lvl7pPr>
            <a:lvl8pPr lvl="7">
              <a:spcBef>
                <a:spcPts val="0"/>
              </a:spcBef>
              <a:spcAft>
                <a:spcPts val="0"/>
              </a:spcAft>
              <a:buSzPts val="1200"/>
              <a:buFont typeface="Noto Sans Thai"/>
              <a:buNone/>
              <a:defRPr b="1" sz="1600">
                <a:latin typeface="Noto Sans Thai"/>
                <a:ea typeface="Noto Sans Thai"/>
                <a:cs typeface="Noto Sans Thai"/>
                <a:sym typeface="Noto Sans Thai"/>
              </a:defRPr>
            </a:lvl8pPr>
            <a:lvl9pPr lvl="8">
              <a:spcBef>
                <a:spcPts val="0"/>
              </a:spcBef>
              <a:spcAft>
                <a:spcPts val="0"/>
              </a:spcAft>
              <a:buSzPts val="1200"/>
              <a:buFont typeface="Noto Sans Thai"/>
              <a:buNone/>
              <a:defRPr b="1" sz="1600">
                <a:latin typeface="Noto Sans Thai"/>
                <a:ea typeface="Noto Sans Thai"/>
                <a:cs typeface="Noto Sans Thai"/>
                <a:sym typeface="Noto Sans Thai"/>
              </a:defRPr>
            </a:lvl9pPr>
          </a:lstStyle>
          <a:p/>
        </p:txBody>
      </p:sp>
      <p:sp>
        <p:nvSpPr>
          <p:cNvPr id="191" name="Google Shape;191;p39" title="タイトル"/>
          <p:cNvSpPr txBox="1"/>
          <p:nvPr>
            <p:ph idx="2" type="title"/>
          </p:nvPr>
        </p:nvSpPr>
        <p:spPr>
          <a:xfrm>
            <a:off x="514350" y="2735100"/>
            <a:ext cx="8115300" cy="279600"/>
          </a:xfrm>
          <a:prstGeom prst="rect">
            <a:avLst/>
          </a:prstGeom>
          <a:noFill/>
          <a:ln>
            <a:noFill/>
          </a:ln>
        </p:spPr>
        <p:txBody>
          <a:bodyPr anchorCtr="0" anchor="t" bIns="39550" lIns="79125" spcFirstLastPara="1" rIns="79125" wrap="square" tIns="39550">
            <a:noAutofit/>
          </a:bodyPr>
          <a:lstStyle>
            <a:lvl1pPr lvl="0" marR="0" algn="ctr">
              <a:lnSpc>
                <a:spcPct val="90000"/>
              </a:lnSpc>
              <a:spcBef>
                <a:spcPts val="0"/>
              </a:spcBef>
              <a:spcAft>
                <a:spcPts val="0"/>
              </a:spcAft>
              <a:buClr>
                <a:schemeClr val="lt1"/>
              </a:buClr>
              <a:buSzPts val="1600"/>
              <a:buNone/>
              <a:defRPr i="0" sz="1600" u="none" cap="none" strike="noStrike">
                <a:solidFill>
                  <a:schemeClr val="lt1"/>
                </a:solidFill>
              </a:defRPr>
            </a:lvl1pPr>
            <a:lvl2pPr lvl="1">
              <a:spcBef>
                <a:spcPts val="0"/>
              </a:spcBef>
              <a:spcAft>
                <a:spcPts val="0"/>
              </a:spcAft>
              <a:buSzPts val="1600"/>
              <a:buFont typeface="Zen Kaku Gothic New"/>
              <a:buNone/>
              <a:defRPr>
                <a:latin typeface="Zen Kaku Gothic New"/>
                <a:ea typeface="Zen Kaku Gothic New"/>
                <a:cs typeface="Zen Kaku Gothic New"/>
                <a:sym typeface="Zen Kaku Gothic New"/>
              </a:defRPr>
            </a:lvl2pPr>
            <a:lvl3pPr lvl="2">
              <a:spcBef>
                <a:spcPts val="0"/>
              </a:spcBef>
              <a:spcAft>
                <a:spcPts val="0"/>
              </a:spcAft>
              <a:buSzPts val="1600"/>
              <a:buFont typeface="Zen Kaku Gothic New"/>
              <a:buNone/>
              <a:defRPr>
                <a:latin typeface="Zen Kaku Gothic New"/>
                <a:ea typeface="Zen Kaku Gothic New"/>
                <a:cs typeface="Zen Kaku Gothic New"/>
                <a:sym typeface="Zen Kaku Gothic New"/>
              </a:defRPr>
            </a:lvl3pPr>
            <a:lvl4pPr lvl="3">
              <a:spcBef>
                <a:spcPts val="0"/>
              </a:spcBef>
              <a:spcAft>
                <a:spcPts val="0"/>
              </a:spcAft>
              <a:buSzPts val="1600"/>
              <a:buFont typeface="Zen Kaku Gothic New"/>
              <a:buNone/>
              <a:defRPr>
                <a:latin typeface="Zen Kaku Gothic New"/>
                <a:ea typeface="Zen Kaku Gothic New"/>
                <a:cs typeface="Zen Kaku Gothic New"/>
                <a:sym typeface="Zen Kaku Gothic New"/>
              </a:defRPr>
            </a:lvl4pPr>
            <a:lvl5pPr lvl="4">
              <a:spcBef>
                <a:spcPts val="0"/>
              </a:spcBef>
              <a:spcAft>
                <a:spcPts val="0"/>
              </a:spcAft>
              <a:buSzPts val="1600"/>
              <a:buFont typeface="Zen Kaku Gothic New"/>
              <a:buNone/>
              <a:defRPr>
                <a:latin typeface="Zen Kaku Gothic New"/>
                <a:ea typeface="Zen Kaku Gothic New"/>
                <a:cs typeface="Zen Kaku Gothic New"/>
                <a:sym typeface="Zen Kaku Gothic New"/>
              </a:defRPr>
            </a:lvl5pPr>
            <a:lvl6pPr lvl="5">
              <a:spcBef>
                <a:spcPts val="0"/>
              </a:spcBef>
              <a:spcAft>
                <a:spcPts val="0"/>
              </a:spcAft>
              <a:buSzPts val="1600"/>
              <a:buFont typeface="Zen Kaku Gothic New"/>
              <a:buNone/>
              <a:defRPr>
                <a:latin typeface="Zen Kaku Gothic New"/>
                <a:ea typeface="Zen Kaku Gothic New"/>
                <a:cs typeface="Zen Kaku Gothic New"/>
                <a:sym typeface="Zen Kaku Gothic New"/>
              </a:defRPr>
            </a:lvl6pPr>
            <a:lvl7pPr lvl="6">
              <a:spcBef>
                <a:spcPts val="0"/>
              </a:spcBef>
              <a:spcAft>
                <a:spcPts val="0"/>
              </a:spcAft>
              <a:buSzPts val="1600"/>
              <a:buFont typeface="Zen Kaku Gothic New"/>
              <a:buNone/>
              <a:defRPr>
                <a:latin typeface="Zen Kaku Gothic New"/>
                <a:ea typeface="Zen Kaku Gothic New"/>
                <a:cs typeface="Zen Kaku Gothic New"/>
                <a:sym typeface="Zen Kaku Gothic New"/>
              </a:defRPr>
            </a:lvl7pPr>
            <a:lvl8pPr lvl="7">
              <a:spcBef>
                <a:spcPts val="0"/>
              </a:spcBef>
              <a:spcAft>
                <a:spcPts val="0"/>
              </a:spcAft>
              <a:buSzPts val="1600"/>
              <a:buFont typeface="Zen Kaku Gothic New"/>
              <a:buNone/>
              <a:defRPr>
                <a:latin typeface="Zen Kaku Gothic New"/>
                <a:ea typeface="Zen Kaku Gothic New"/>
                <a:cs typeface="Zen Kaku Gothic New"/>
                <a:sym typeface="Zen Kaku Gothic New"/>
              </a:defRPr>
            </a:lvl8pPr>
            <a:lvl9pPr lvl="8">
              <a:spcBef>
                <a:spcPts val="0"/>
              </a:spcBef>
              <a:spcAft>
                <a:spcPts val="0"/>
              </a:spcAft>
              <a:buSzPts val="1600"/>
              <a:buFont typeface="Zen Kaku Gothic New"/>
              <a:buNone/>
              <a:defRPr>
                <a:latin typeface="Zen Kaku Gothic New"/>
                <a:ea typeface="Zen Kaku Gothic New"/>
                <a:cs typeface="Zen Kaku Gothic New"/>
                <a:sym typeface="Zen Kaku Gothic New"/>
              </a:defRPr>
            </a:lvl9pPr>
          </a:lstStyle>
          <a:p/>
        </p:txBody>
      </p:sp>
      <p:sp>
        <p:nvSpPr>
          <p:cNvPr id="192" name="Google Shape;192;p39"/>
          <p:cNvSpPr txBox="1"/>
          <p:nvPr>
            <p:ph idx="12" type="sldNum"/>
          </p:nvPr>
        </p:nvSpPr>
        <p:spPr>
          <a:xfrm>
            <a:off x="8763484" y="4749901"/>
            <a:ext cx="548700" cy="393600"/>
          </a:xfrm>
          <a:prstGeom prst="rect">
            <a:avLst/>
          </a:prstGeom>
        </p:spPr>
        <p:txBody>
          <a:bodyPr anchorCtr="0" anchor="t" bIns="91425" lIns="91425" spcFirstLastPara="1" rIns="91425" wrap="square" tIns="91425">
            <a:noAutofit/>
          </a:bodyPr>
          <a:lstStyle>
            <a:lvl1pPr lvl="0">
              <a:buNone/>
              <a:defRPr sz="1000">
                <a:latin typeface="Zen Kaku Gothic New"/>
                <a:ea typeface="Zen Kaku Gothic New"/>
                <a:cs typeface="Zen Kaku Gothic New"/>
                <a:sym typeface="Zen Kaku Gothic New"/>
              </a:defRPr>
            </a:lvl1pPr>
            <a:lvl2pPr lvl="1">
              <a:buNone/>
              <a:defRPr sz="1000">
                <a:latin typeface="Zen Kaku Gothic New"/>
                <a:ea typeface="Zen Kaku Gothic New"/>
                <a:cs typeface="Zen Kaku Gothic New"/>
                <a:sym typeface="Zen Kaku Gothic New"/>
              </a:defRPr>
            </a:lvl2pPr>
            <a:lvl3pPr lvl="2">
              <a:buNone/>
              <a:defRPr sz="1000">
                <a:latin typeface="Zen Kaku Gothic New"/>
                <a:ea typeface="Zen Kaku Gothic New"/>
                <a:cs typeface="Zen Kaku Gothic New"/>
                <a:sym typeface="Zen Kaku Gothic New"/>
              </a:defRPr>
            </a:lvl3pPr>
            <a:lvl4pPr lvl="3">
              <a:buNone/>
              <a:defRPr sz="1000">
                <a:latin typeface="Zen Kaku Gothic New"/>
                <a:ea typeface="Zen Kaku Gothic New"/>
                <a:cs typeface="Zen Kaku Gothic New"/>
                <a:sym typeface="Zen Kaku Gothic New"/>
              </a:defRPr>
            </a:lvl4pPr>
            <a:lvl5pPr lvl="4">
              <a:buNone/>
              <a:defRPr sz="1000">
                <a:latin typeface="Zen Kaku Gothic New"/>
                <a:ea typeface="Zen Kaku Gothic New"/>
                <a:cs typeface="Zen Kaku Gothic New"/>
                <a:sym typeface="Zen Kaku Gothic New"/>
              </a:defRPr>
            </a:lvl5pPr>
            <a:lvl6pPr lvl="5">
              <a:buNone/>
              <a:defRPr sz="1000">
                <a:latin typeface="Zen Kaku Gothic New"/>
                <a:ea typeface="Zen Kaku Gothic New"/>
                <a:cs typeface="Zen Kaku Gothic New"/>
                <a:sym typeface="Zen Kaku Gothic New"/>
              </a:defRPr>
            </a:lvl6pPr>
            <a:lvl7pPr lvl="6">
              <a:buNone/>
              <a:defRPr sz="1000">
                <a:latin typeface="Zen Kaku Gothic New"/>
                <a:ea typeface="Zen Kaku Gothic New"/>
                <a:cs typeface="Zen Kaku Gothic New"/>
                <a:sym typeface="Zen Kaku Gothic New"/>
              </a:defRPr>
            </a:lvl7pPr>
            <a:lvl8pPr lvl="7">
              <a:buNone/>
              <a:defRPr sz="1000">
                <a:latin typeface="Zen Kaku Gothic New"/>
                <a:ea typeface="Zen Kaku Gothic New"/>
                <a:cs typeface="Zen Kaku Gothic New"/>
                <a:sym typeface="Zen Kaku Gothic New"/>
              </a:defRPr>
            </a:lvl8pPr>
            <a:lvl9pPr lvl="8">
              <a:buNone/>
              <a:defRPr sz="1000">
                <a:latin typeface="Zen Kaku Gothic New"/>
                <a:ea typeface="Zen Kaku Gothic New"/>
                <a:cs typeface="Zen Kaku Gothic New"/>
                <a:sym typeface="Zen Kaku Gothic New"/>
              </a:defRPr>
            </a:lvl9pPr>
          </a:lstStyle>
          <a:p>
            <a:pPr indent="0" lvl="0" marL="0" rtl="0" algn="l">
              <a:spcBef>
                <a:spcPts val="0"/>
              </a:spcBef>
              <a:spcAft>
                <a:spcPts val="0"/>
              </a:spcAft>
              <a:buNone/>
            </a:pPr>
            <a:fld id="{00000000-1234-1234-1234-123412341234}" type="slidenum">
              <a:rPr lang="ja"/>
              <a:t>‹#›</a:t>
            </a:fld>
            <a:endParaRPr/>
          </a:p>
        </p:txBody>
      </p:sp>
    </p:spTree>
  </p:cSld>
  <p:clrMapOvr>
    <a:masterClrMapping/>
  </p:clrMapOvr>
  <p:extLst>
    <p:ext uri="{DCECCB84-F9BA-43D5-87BE-67443E8EF086}">
      <p15:sldGuideLst>
        <p15:guide id="1" orient="horz" pos="324">
          <p15:clr>
            <a:srgbClr val="FA7B17"/>
          </p15:clr>
        </p15:guide>
        <p15:guide id="2" orient="horz" pos="2915">
          <p15:clr>
            <a:srgbClr val="FA7B17"/>
          </p15:clr>
        </p15:guide>
        <p15:guide id="3" orient="horz" pos="3078">
          <p15:clr>
            <a:srgbClr val="FA7B17"/>
          </p15:clr>
        </p15:guide>
        <p15:guide id="4" orient="horz" pos="162">
          <p15:clr>
            <a:srgbClr val="FA7B17"/>
          </p15:clr>
        </p15:guide>
        <p15:guide id="5" pos="324">
          <p15:clr>
            <a:srgbClr val="FA7B17"/>
          </p15:clr>
        </p15:guide>
        <p15:guide id="6" pos="163">
          <p15:clr>
            <a:srgbClr val="FA7B17"/>
          </p15:clr>
        </p15:guide>
        <p15:guide id="7" pos="5436">
          <p15:clr>
            <a:srgbClr val="FA7B17"/>
          </p15:clr>
        </p15:guide>
        <p15:guide id="8" pos="5597">
          <p15:clr>
            <a:srgbClr val="FA7B17"/>
          </p15:clr>
        </p15:guide>
        <p15:guide id="9" orient="horz" pos="487">
          <p15:clr>
            <a:srgbClr val="FA7B17"/>
          </p15:clr>
        </p15:guide>
      </p15:sldGuideLst>
    </p:ext>
  </p:extLst>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表紙 Light Green">
  <p:cSld name="TITLE_1_5">
    <p:bg>
      <p:bgPr>
        <a:solidFill>
          <a:schemeClr val="dk2"/>
        </a:solidFill>
      </p:bgPr>
    </p:bg>
    <p:spTree>
      <p:nvGrpSpPr>
        <p:cNvPr id="193" name="Shape 193"/>
        <p:cNvGrpSpPr/>
        <p:nvPr/>
      </p:nvGrpSpPr>
      <p:grpSpPr>
        <a:xfrm>
          <a:off x="0" y="0"/>
          <a:ext cx="0" cy="0"/>
          <a:chOff x="0" y="0"/>
          <a:chExt cx="0" cy="0"/>
        </a:xfrm>
      </p:grpSpPr>
      <p:pic>
        <p:nvPicPr>
          <p:cNvPr id="194" name="Google Shape;194;p40"/>
          <p:cNvPicPr preferRelativeResize="0"/>
          <p:nvPr/>
        </p:nvPicPr>
        <p:blipFill rotWithShape="1">
          <a:blip r:embed="rId2">
            <a:alphaModFix/>
          </a:blip>
          <a:srcRect b="8354" l="720" r="710" t="13283"/>
          <a:stretch/>
        </p:blipFill>
        <p:spPr>
          <a:xfrm>
            <a:off x="0" y="0"/>
            <a:ext cx="9144000" cy="5143500"/>
          </a:xfrm>
          <a:prstGeom prst="rect">
            <a:avLst/>
          </a:prstGeom>
          <a:noFill/>
          <a:ln>
            <a:noFill/>
          </a:ln>
        </p:spPr>
      </p:pic>
      <p:pic>
        <p:nvPicPr>
          <p:cNvPr id="195" name="Google Shape;195;p40"/>
          <p:cNvPicPr preferRelativeResize="0"/>
          <p:nvPr/>
        </p:nvPicPr>
        <p:blipFill>
          <a:blip r:embed="rId3">
            <a:alphaModFix/>
          </a:blip>
          <a:stretch>
            <a:fillRect/>
          </a:stretch>
        </p:blipFill>
        <p:spPr>
          <a:xfrm>
            <a:off x="3853493" y="4579100"/>
            <a:ext cx="1437015" cy="347750"/>
          </a:xfrm>
          <a:prstGeom prst="rect">
            <a:avLst/>
          </a:prstGeom>
          <a:noFill/>
          <a:ln>
            <a:noFill/>
          </a:ln>
        </p:spPr>
      </p:pic>
      <p:sp>
        <p:nvSpPr>
          <p:cNvPr id="196" name="Google Shape;196;p40" title="タイトル"/>
          <p:cNvSpPr txBox="1"/>
          <p:nvPr>
            <p:ph type="title"/>
          </p:nvPr>
        </p:nvSpPr>
        <p:spPr>
          <a:xfrm>
            <a:off x="200025" y="2128800"/>
            <a:ext cx="8743800" cy="538800"/>
          </a:xfrm>
          <a:prstGeom prst="rect">
            <a:avLst/>
          </a:prstGeom>
          <a:noFill/>
          <a:ln>
            <a:noFill/>
          </a:ln>
        </p:spPr>
        <p:txBody>
          <a:bodyPr anchorCtr="0" anchor="b" bIns="39550" lIns="79125" spcFirstLastPara="1" rIns="79125" wrap="square" tIns="39550">
            <a:noAutofit/>
          </a:bodyPr>
          <a:lstStyle>
            <a:lvl1pPr lvl="0" marR="0" algn="ctr">
              <a:lnSpc>
                <a:spcPct val="90000"/>
              </a:lnSpc>
              <a:spcBef>
                <a:spcPts val="0"/>
              </a:spcBef>
              <a:spcAft>
                <a:spcPts val="0"/>
              </a:spcAft>
              <a:buClr>
                <a:schemeClr val="dk1"/>
              </a:buClr>
              <a:buSzPts val="3200"/>
              <a:buNone/>
              <a:defRPr i="0" sz="3200" u="none" cap="none" strike="noStrike">
                <a:solidFill>
                  <a:schemeClr val="dk1"/>
                </a:solidFill>
              </a:defRPr>
            </a:lvl1pPr>
            <a:lvl2pPr lvl="1">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2pPr>
            <a:lvl3pPr lvl="2">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3pPr>
            <a:lvl4pPr lvl="3">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4pPr>
            <a:lvl5pPr lvl="4">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5pPr>
            <a:lvl6pPr lvl="5">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6pPr>
            <a:lvl7pPr lvl="6">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7pPr>
            <a:lvl8pPr lvl="7">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8pPr>
            <a:lvl9pPr lvl="8">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9pPr>
          </a:lstStyle>
          <a:p/>
        </p:txBody>
      </p:sp>
      <p:sp>
        <p:nvSpPr>
          <p:cNvPr id="197" name="Google Shape;197;p40" title="タイトル"/>
          <p:cNvSpPr txBox="1"/>
          <p:nvPr>
            <p:ph idx="2" type="title"/>
          </p:nvPr>
        </p:nvSpPr>
        <p:spPr>
          <a:xfrm>
            <a:off x="514350" y="2735100"/>
            <a:ext cx="8115300" cy="279600"/>
          </a:xfrm>
          <a:prstGeom prst="rect">
            <a:avLst/>
          </a:prstGeom>
          <a:noFill/>
          <a:ln>
            <a:noFill/>
          </a:ln>
        </p:spPr>
        <p:txBody>
          <a:bodyPr anchorCtr="0" anchor="t" bIns="39550" lIns="79125" spcFirstLastPara="1" rIns="79125" wrap="square" tIns="39550">
            <a:noAutofit/>
          </a:bodyPr>
          <a:lstStyle>
            <a:lvl1pPr lvl="0" marR="0" algn="ctr">
              <a:lnSpc>
                <a:spcPct val="90000"/>
              </a:lnSpc>
              <a:spcBef>
                <a:spcPts val="0"/>
              </a:spcBef>
              <a:spcAft>
                <a:spcPts val="0"/>
              </a:spcAft>
              <a:buClr>
                <a:schemeClr val="dk1"/>
              </a:buClr>
              <a:buSzPts val="1600"/>
              <a:buNone/>
              <a:defRPr i="0" sz="1600" u="none" cap="none" strike="noStrike">
                <a:solidFill>
                  <a:schemeClr val="dk1"/>
                </a:solidFill>
              </a:defRPr>
            </a:lvl1pPr>
            <a:lvl2pPr lvl="1">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2pPr>
            <a:lvl3pPr lvl="2">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3pPr>
            <a:lvl4pPr lvl="3">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4pPr>
            <a:lvl5pPr lvl="4">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5pPr>
            <a:lvl6pPr lvl="5">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6pPr>
            <a:lvl7pPr lvl="6">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7pPr>
            <a:lvl8pPr lvl="7">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8pPr>
            <a:lvl9pPr lvl="8">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9pPr>
          </a:lstStyle>
          <a:p/>
        </p:txBody>
      </p:sp>
      <p:sp>
        <p:nvSpPr>
          <p:cNvPr id="198" name="Google Shape;198;p40"/>
          <p:cNvSpPr txBox="1"/>
          <p:nvPr>
            <p:ph idx="12" type="sldNum"/>
          </p:nvPr>
        </p:nvSpPr>
        <p:spPr>
          <a:xfrm>
            <a:off x="8763484" y="4749901"/>
            <a:ext cx="548700" cy="393600"/>
          </a:xfrm>
          <a:prstGeom prst="rect">
            <a:avLst/>
          </a:prstGeom>
        </p:spPr>
        <p:txBody>
          <a:bodyPr anchorCtr="0" anchor="t" bIns="91425" lIns="91425" spcFirstLastPara="1" rIns="91425" wrap="square" tIns="91425">
            <a:noAutofit/>
          </a:bodyPr>
          <a:lstStyle>
            <a:lvl1pPr lvl="0">
              <a:buNone/>
              <a:defRPr sz="1000">
                <a:latin typeface="Zen Kaku Gothic New"/>
                <a:ea typeface="Zen Kaku Gothic New"/>
                <a:cs typeface="Zen Kaku Gothic New"/>
                <a:sym typeface="Zen Kaku Gothic New"/>
              </a:defRPr>
            </a:lvl1pPr>
            <a:lvl2pPr lvl="1">
              <a:buNone/>
              <a:defRPr sz="1000">
                <a:latin typeface="Zen Kaku Gothic New"/>
                <a:ea typeface="Zen Kaku Gothic New"/>
                <a:cs typeface="Zen Kaku Gothic New"/>
                <a:sym typeface="Zen Kaku Gothic New"/>
              </a:defRPr>
            </a:lvl2pPr>
            <a:lvl3pPr lvl="2">
              <a:buNone/>
              <a:defRPr sz="1000">
                <a:latin typeface="Zen Kaku Gothic New"/>
                <a:ea typeface="Zen Kaku Gothic New"/>
                <a:cs typeface="Zen Kaku Gothic New"/>
                <a:sym typeface="Zen Kaku Gothic New"/>
              </a:defRPr>
            </a:lvl3pPr>
            <a:lvl4pPr lvl="3">
              <a:buNone/>
              <a:defRPr sz="1000">
                <a:latin typeface="Zen Kaku Gothic New"/>
                <a:ea typeface="Zen Kaku Gothic New"/>
                <a:cs typeface="Zen Kaku Gothic New"/>
                <a:sym typeface="Zen Kaku Gothic New"/>
              </a:defRPr>
            </a:lvl4pPr>
            <a:lvl5pPr lvl="4">
              <a:buNone/>
              <a:defRPr sz="1000">
                <a:latin typeface="Zen Kaku Gothic New"/>
                <a:ea typeface="Zen Kaku Gothic New"/>
                <a:cs typeface="Zen Kaku Gothic New"/>
                <a:sym typeface="Zen Kaku Gothic New"/>
              </a:defRPr>
            </a:lvl5pPr>
            <a:lvl6pPr lvl="5">
              <a:buNone/>
              <a:defRPr sz="1000">
                <a:latin typeface="Zen Kaku Gothic New"/>
                <a:ea typeface="Zen Kaku Gothic New"/>
                <a:cs typeface="Zen Kaku Gothic New"/>
                <a:sym typeface="Zen Kaku Gothic New"/>
              </a:defRPr>
            </a:lvl6pPr>
            <a:lvl7pPr lvl="6">
              <a:buNone/>
              <a:defRPr sz="1000">
                <a:latin typeface="Zen Kaku Gothic New"/>
                <a:ea typeface="Zen Kaku Gothic New"/>
                <a:cs typeface="Zen Kaku Gothic New"/>
                <a:sym typeface="Zen Kaku Gothic New"/>
              </a:defRPr>
            </a:lvl7pPr>
            <a:lvl8pPr lvl="7">
              <a:buNone/>
              <a:defRPr sz="1000">
                <a:latin typeface="Zen Kaku Gothic New"/>
                <a:ea typeface="Zen Kaku Gothic New"/>
                <a:cs typeface="Zen Kaku Gothic New"/>
                <a:sym typeface="Zen Kaku Gothic New"/>
              </a:defRPr>
            </a:lvl8pPr>
            <a:lvl9pPr lvl="8">
              <a:buNone/>
              <a:defRPr sz="1000">
                <a:latin typeface="Zen Kaku Gothic New"/>
                <a:ea typeface="Zen Kaku Gothic New"/>
                <a:cs typeface="Zen Kaku Gothic New"/>
                <a:sym typeface="Zen Kaku Gothic New"/>
              </a:defRPr>
            </a:lvl9pPr>
          </a:lstStyle>
          <a:p>
            <a:pPr indent="0" lvl="0" marL="0" rtl="0" algn="l">
              <a:spcBef>
                <a:spcPts val="0"/>
              </a:spcBef>
              <a:spcAft>
                <a:spcPts val="0"/>
              </a:spcAft>
              <a:buNone/>
            </a:pPr>
            <a:fld id="{00000000-1234-1234-1234-123412341234}" type="slidenum">
              <a:rPr lang="ja"/>
              <a:t>‹#›</a:t>
            </a:fld>
            <a:endParaRPr/>
          </a:p>
        </p:txBody>
      </p:sp>
    </p:spTree>
  </p:cSld>
  <p:clrMapOvr>
    <a:masterClrMapping/>
  </p:clrMapOvr>
  <p:extLst>
    <p:ext uri="{DCECCB84-F9BA-43D5-87BE-67443E8EF086}">
      <p15:sldGuideLst>
        <p15:guide id="1" orient="horz" pos="324">
          <p15:clr>
            <a:srgbClr val="FA7B17"/>
          </p15:clr>
        </p15:guide>
        <p15:guide id="2" orient="horz" pos="2915">
          <p15:clr>
            <a:srgbClr val="FA7B17"/>
          </p15:clr>
        </p15:guide>
        <p15:guide id="3" orient="horz" pos="3078">
          <p15:clr>
            <a:srgbClr val="FA7B17"/>
          </p15:clr>
        </p15:guide>
        <p15:guide id="4" orient="horz" pos="162">
          <p15:clr>
            <a:srgbClr val="FA7B17"/>
          </p15:clr>
        </p15:guide>
        <p15:guide id="5" pos="324">
          <p15:clr>
            <a:srgbClr val="FA7B17"/>
          </p15:clr>
        </p15:guide>
        <p15:guide id="6" pos="163">
          <p15:clr>
            <a:srgbClr val="FA7B17"/>
          </p15:clr>
        </p15:guide>
        <p15:guide id="7" pos="5436">
          <p15:clr>
            <a:srgbClr val="FA7B17"/>
          </p15:clr>
        </p15:guide>
        <p15:guide id="8" pos="5597">
          <p15:clr>
            <a:srgbClr val="FA7B17"/>
          </p15:clr>
        </p15:guide>
        <p15:guide id="9" orient="horz" pos="487">
          <p15:clr>
            <a:srgbClr val="FA7B17"/>
          </p15:clr>
        </p15:guide>
      </p15:sldGuideLst>
    </p:ext>
  </p:extLst>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表紙 Light Green_ナンバリングあり">
  <p:cSld name="TITLE_1_5_1">
    <p:bg>
      <p:bgPr>
        <a:solidFill>
          <a:schemeClr val="dk2"/>
        </a:solidFill>
      </p:bgPr>
    </p:bg>
    <p:spTree>
      <p:nvGrpSpPr>
        <p:cNvPr id="199" name="Shape 199"/>
        <p:cNvGrpSpPr/>
        <p:nvPr/>
      </p:nvGrpSpPr>
      <p:grpSpPr>
        <a:xfrm>
          <a:off x="0" y="0"/>
          <a:ext cx="0" cy="0"/>
          <a:chOff x="0" y="0"/>
          <a:chExt cx="0" cy="0"/>
        </a:xfrm>
      </p:grpSpPr>
      <p:pic>
        <p:nvPicPr>
          <p:cNvPr id="200" name="Google Shape;200;p41"/>
          <p:cNvPicPr preferRelativeResize="0"/>
          <p:nvPr/>
        </p:nvPicPr>
        <p:blipFill rotWithShape="1">
          <a:blip r:embed="rId2">
            <a:alphaModFix/>
          </a:blip>
          <a:srcRect b="8354" l="720" r="710" t="13283"/>
          <a:stretch/>
        </p:blipFill>
        <p:spPr>
          <a:xfrm>
            <a:off x="0" y="0"/>
            <a:ext cx="9144000" cy="5143500"/>
          </a:xfrm>
          <a:prstGeom prst="rect">
            <a:avLst/>
          </a:prstGeom>
          <a:noFill/>
          <a:ln>
            <a:noFill/>
          </a:ln>
        </p:spPr>
      </p:pic>
      <p:pic>
        <p:nvPicPr>
          <p:cNvPr id="201" name="Google Shape;201;p41"/>
          <p:cNvPicPr preferRelativeResize="0"/>
          <p:nvPr/>
        </p:nvPicPr>
        <p:blipFill>
          <a:blip r:embed="rId3">
            <a:alphaModFix/>
          </a:blip>
          <a:stretch>
            <a:fillRect/>
          </a:stretch>
        </p:blipFill>
        <p:spPr>
          <a:xfrm>
            <a:off x="3853493" y="4579100"/>
            <a:ext cx="1437015" cy="347750"/>
          </a:xfrm>
          <a:prstGeom prst="rect">
            <a:avLst/>
          </a:prstGeom>
          <a:noFill/>
          <a:ln>
            <a:noFill/>
          </a:ln>
        </p:spPr>
      </p:pic>
      <p:sp>
        <p:nvSpPr>
          <p:cNvPr id="202" name="Google Shape;202;p41" title="タイトル"/>
          <p:cNvSpPr txBox="1"/>
          <p:nvPr>
            <p:ph type="title"/>
          </p:nvPr>
        </p:nvSpPr>
        <p:spPr>
          <a:xfrm>
            <a:off x="200025" y="2368575"/>
            <a:ext cx="8743800" cy="538800"/>
          </a:xfrm>
          <a:prstGeom prst="rect">
            <a:avLst/>
          </a:prstGeom>
          <a:noFill/>
          <a:ln>
            <a:noFill/>
          </a:ln>
        </p:spPr>
        <p:txBody>
          <a:bodyPr anchorCtr="0" anchor="b" bIns="39550" lIns="79125" spcFirstLastPara="1" rIns="79125" wrap="square" tIns="39550">
            <a:noAutofit/>
          </a:bodyPr>
          <a:lstStyle>
            <a:lvl1pPr lvl="0" marR="0" algn="ctr">
              <a:lnSpc>
                <a:spcPct val="90000"/>
              </a:lnSpc>
              <a:spcBef>
                <a:spcPts val="0"/>
              </a:spcBef>
              <a:spcAft>
                <a:spcPts val="0"/>
              </a:spcAft>
              <a:buClr>
                <a:schemeClr val="dk1"/>
              </a:buClr>
              <a:buSzPts val="3200"/>
              <a:buNone/>
              <a:defRPr i="0" sz="3200" u="none" cap="none" strike="noStrike">
                <a:solidFill>
                  <a:schemeClr val="dk1"/>
                </a:solidFill>
              </a:defRPr>
            </a:lvl1pPr>
            <a:lvl2pPr lvl="1">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2pPr>
            <a:lvl3pPr lvl="2">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3pPr>
            <a:lvl4pPr lvl="3">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4pPr>
            <a:lvl5pPr lvl="4">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5pPr>
            <a:lvl6pPr lvl="5">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6pPr>
            <a:lvl7pPr lvl="6">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7pPr>
            <a:lvl8pPr lvl="7">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8pPr>
            <a:lvl9pPr lvl="8">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9pPr>
          </a:lstStyle>
          <a:p/>
        </p:txBody>
      </p:sp>
      <p:sp>
        <p:nvSpPr>
          <p:cNvPr id="203" name="Google Shape;203;p41" title="タイトル"/>
          <p:cNvSpPr txBox="1"/>
          <p:nvPr>
            <p:ph idx="2" type="title"/>
          </p:nvPr>
        </p:nvSpPr>
        <p:spPr>
          <a:xfrm>
            <a:off x="514350" y="2974875"/>
            <a:ext cx="8115300" cy="279600"/>
          </a:xfrm>
          <a:prstGeom prst="rect">
            <a:avLst/>
          </a:prstGeom>
          <a:noFill/>
          <a:ln>
            <a:noFill/>
          </a:ln>
        </p:spPr>
        <p:txBody>
          <a:bodyPr anchorCtr="0" anchor="t" bIns="39550" lIns="79125" spcFirstLastPara="1" rIns="79125" wrap="square" tIns="39550">
            <a:noAutofit/>
          </a:bodyPr>
          <a:lstStyle>
            <a:lvl1pPr lvl="0" marR="0" algn="ctr">
              <a:lnSpc>
                <a:spcPct val="90000"/>
              </a:lnSpc>
              <a:spcBef>
                <a:spcPts val="0"/>
              </a:spcBef>
              <a:spcAft>
                <a:spcPts val="0"/>
              </a:spcAft>
              <a:buClr>
                <a:schemeClr val="dk1"/>
              </a:buClr>
              <a:buSzPts val="1600"/>
              <a:buNone/>
              <a:defRPr i="0" sz="1600" u="none" cap="none" strike="noStrike">
                <a:solidFill>
                  <a:schemeClr val="dk1"/>
                </a:solidFill>
              </a:defRPr>
            </a:lvl1pPr>
            <a:lvl2pPr lvl="1">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2pPr>
            <a:lvl3pPr lvl="2">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3pPr>
            <a:lvl4pPr lvl="3">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4pPr>
            <a:lvl5pPr lvl="4">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5pPr>
            <a:lvl6pPr lvl="5">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6pPr>
            <a:lvl7pPr lvl="6">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7pPr>
            <a:lvl8pPr lvl="7">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8pPr>
            <a:lvl9pPr lvl="8">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9pPr>
          </a:lstStyle>
          <a:p/>
        </p:txBody>
      </p:sp>
      <p:sp>
        <p:nvSpPr>
          <p:cNvPr id="204" name="Google Shape;204;p41" title="タイトル"/>
          <p:cNvSpPr txBox="1"/>
          <p:nvPr>
            <p:ph idx="3" type="title"/>
          </p:nvPr>
        </p:nvSpPr>
        <p:spPr>
          <a:xfrm>
            <a:off x="514350" y="1841400"/>
            <a:ext cx="8115300" cy="347700"/>
          </a:xfrm>
          <a:prstGeom prst="rect">
            <a:avLst/>
          </a:prstGeom>
          <a:noFill/>
          <a:ln>
            <a:noFill/>
          </a:ln>
        </p:spPr>
        <p:txBody>
          <a:bodyPr anchorCtr="0" anchor="t" bIns="39550" lIns="79125" spcFirstLastPara="1" rIns="79125" wrap="square" tIns="39550">
            <a:spAutoFit/>
          </a:bodyPr>
          <a:lstStyle>
            <a:lvl1pPr lvl="0" marR="0" algn="ctr">
              <a:lnSpc>
                <a:spcPct val="90000"/>
              </a:lnSpc>
              <a:spcBef>
                <a:spcPts val="0"/>
              </a:spcBef>
              <a:spcAft>
                <a:spcPts val="0"/>
              </a:spcAft>
              <a:buClr>
                <a:schemeClr val="dk1"/>
              </a:buClr>
              <a:buSzPts val="2400"/>
              <a:buNone/>
              <a:defRPr i="0" sz="2400" u="none" cap="none" strike="noStrike">
                <a:solidFill>
                  <a:schemeClr val="dk1"/>
                </a:solidFill>
              </a:defRPr>
            </a:lvl1pPr>
            <a:lvl2pPr lvl="1">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2pPr>
            <a:lvl3pPr lvl="2">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3pPr>
            <a:lvl4pPr lvl="3">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4pPr>
            <a:lvl5pPr lvl="4">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5pPr>
            <a:lvl6pPr lvl="5">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6pPr>
            <a:lvl7pPr lvl="6">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7pPr>
            <a:lvl8pPr lvl="7">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8pPr>
            <a:lvl9pPr lvl="8">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9pPr>
          </a:lstStyle>
          <a:p/>
        </p:txBody>
      </p:sp>
      <p:sp>
        <p:nvSpPr>
          <p:cNvPr id="205" name="Google Shape;205;p41"/>
          <p:cNvSpPr txBox="1"/>
          <p:nvPr>
            <p:ph idx="12" type="sldNum"/>
          </p:nvPr>
        </p:nvSpPr>
        <p:spPr>
          <a:xfrm>
            <a:off x="8763484" y="4749901"/>
            <a:ext cx="548700" cy="393600"/>
          </a:xfrm>
          <a:prstGeom prst="rect">
            <a:avLst/>
          </a:prstGeom>
        </p:spPr>
        <p:txBody>
          <a:bodyPr anchorCtr="0" anchor="t" bIns="91425" lIns="91425" spcFirstLastPara="1" rIns="91425" wrap="square" tIns="91425">
            <a:noAutofit/>
          </a:bodyPr>
          <a:lstStyle>
            <a:lvl1pPr lvl="0">
              <a:buNone/>
              <a:defRPr sz="1000">
                <a:latin typeface="Zen Kaku Gothic New"/>
                <a:ea typeface="Zen Kaku Gothic New"/>
                <a:cs typeface="Zen Kaku Gothic New"/>
                <a:sym typeface="Zen Kaku Gothic New"/>
              </a:defRPr>
            </a:lvl1pPr>
            <a:lvl2pPr lvl="1">
              <a:buNone/>
              <a:defRPr sz="1000">
                <a:latin typeface="Zen Kaku Gothic New"/>
                <a:ea typeface="Zen Kaku Gothic New"/>
                <a:cs typeface="Zen Kaku Gothic New"/>
                <a:sym typeface="Zen Kaku Gothic New"/>
              </a:defRPr>
            </a:lvl2pPr>
            <a:lvl3pPr lvl="2">
              <a:buNone/>
              <a:defRPr sz="1000">
                <a:latin typeface="Zen Kaku Gothic New"/>
                <a:ea typeface="Zen Kaku Gothic New"/>
                <a:cs typeface="Zen Kaku Gothic New"/>
                <a:sym typeface="Zen Kaku Gothic New"/>
              </a:defRPr>
            </a:lvl3pPr>
            <a:lvl4pPr lvl="3">
              <a:buNone/>
              <a:defRPr sz="1000">
                <a:latin typeface="Zen Kaku Gothic New"/>
                <a:ea typeface="Zen Kaku Gothic New"/>
                <a:cs typeface="Zen Kaku Gothic New"/>
                <a:sym typeface="Zen Kaku Gothic New"/>
              </a:defRPr>
            </a:lvl4pPr>
            <a:lvl5pPr lvl="4">
              <a:buNone/>
              <a:defRPr sz="1000">
                <a:latin typeface="Zen Kaku Gothic New"/>
                <a:ea typeface="Zen Kaku Gothic New"/>
                <a:cs typeface="Zen Kaku Gothic New"/>
                <a:sym typeface="Zen Kaku Gothic New"/>
              </a:defRPr>
            </a:lvl5pPr>
            <a:lvl6pPr lvl="5">
              <a:buNone/>
              <a:defRPr sz="1000">
                <a:latin typeface="Zen Kaku Gothic New"/>
                <a:ea typeface="Zen Kaku Gothic New"/>
                <a:cs typeface="Zen Kaku Gothic New"/>
                <a:sym typeface="Zen Kaku Gothic New"/>
              </a:defRPr>
            </a:lvl6pPr>
            <a:lvl7pPr lvl="6">
              <a:buNone/>
              <a:defRPr sz="1000">
                <a:latin typeface="Zen Kaku Gothic New"/>
                <a:ea typeface="Zen Kaku Gothic New"/>
                <a:cs typeface="Zen Kaku Gothic New"/>
                <a:sym typeface="Zen Kaku Gothic New"/>
              </a:defRPr>
            </a:lvl7pPr>
            <a:lvl8pPr lvl="7">
              <a:buNone/>
              <a:defRPr sz="1000">
                <a:latin typeface="Zen Kaku Gothic New"/>
                <a:ea typeface="Zen Kaku Gothic New"/>
                <a:cs typeface="Zen Kaku Gothic New"/>
                <a:sym typeface="Zen Kaku Gothic New"/>
              </a:defRPr>
            </a:lvl8pPr>
            <a:lvl9pPr lvl="8">
              <a:buNone/>
              <a:defRPr sz="1000">
                <a:latin typeface="Zen Kaku Gothic New"/>
                <a:ea typeface="Zen Kaku Gothic New"/>
                <a:cs typeface="Zen Kaku Gothic New"/>
                <a:sym typeface="Zen Kaku Gothic New"/>
              </a:defRPr>
            </a:lvl9pPr>
          </a:lstStyle>
          <a:p>
            <a:pPr indent="0" lvl="0" marL="0" rtl="0" algn="l">
              <a:spcBef>
                <a:spcPts val="0"/>
              </a:spcBef>
              <a:spcAft>
                <a:spcPts val="0"/>
              </a:spcAft>
              <a:buNone/>
            </a:pPr>
            <a:fld id="{00000000-1234-1234-1234-123412341234}" type="slidenum">
              <a:rPr lang="ja"/>
              <a:t>‹#›</a:t>
            </a:fld>
            <a:endParaRPr/>
          </a:p>
        </p:txBody>
      </p:sp>
    </p:spTree>
  </p:cSld>
  <p:clrMapOvr>
    <a:masterClrMapping/>
  </p:clrMapOvr>
  <p:extLst>
    <p:ext uri="{DCECCB84-F9BA-43D5-87BE-67443E8EF086}">
      <p15:sldGuideLst>
        <p15:guide id="1" orient="horz" pos="324">
          <p15:clr>
            <a:srgbClr val="FA7B17"/>
          </p15:clr>
        </p15:guide>
        <p15:guide id="2" orient="horz" pos="2915">
          <p15:clr>
            <a:srgbClr val="FA7B17"/>
          </p15:clr>
        </p15:guide>
        <p15:guide id="3" orient="horz" pos="3078">
          <p15:clr>
            <a:srgbClr val="FA7B17"/>
          </p15:clr>
        </p15:guide>
        <p15:guide id="4" orient="horz" pos="162">
          <p15:clr>
            <a:srgbClr val="FA7B17"/>
          </p15:clr>
        </p15:guide>
        <p15:guide id="5" pos="324">
          <p15:clr>
            <a:srgbClr val="FA7B17"/>
          </p15:clr>
        </p15:guide>
        <p15:guide id="6" pos="163">
          <p15:clr>
            <a:srgbClr val="FA7B17"/>
          </p15:clr>
        </p15:guide>
        <p15:guide id="7" pos="5436">
          <p15:clr>
            <a:srgbClr val="FA7B17"/>
          </p15:clr>
        </p15:guide>
        <p15:guide id="8" pos="5597">
          <p15:clr>
            <a:srgbClr val="FA7B17"/>
          </p15:clr>
        </p15:guide>
        <p15:guide id="9" orient="horz" pos="487">
          <p15:clr>
            <a:srgbClr val="FA7B17"/>
          </p15:clr>
        </p15:guide>
      </p15:sldGuideLst>
    </p:ext>
  </p:extLst>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中表紙_DeepGreen">
  <p:cSld name="TITLE_1_3">
    <p:bg>
      <p:bgPr>
        <a:solidFill>
          <a:schemeClr val="lt2"/>
        </a:solidFill>
      </p:bgPr>
    </p:bg>
    <p:spTree>
      <p:nvGrpSpPr>
        <p:cNvPr id="206" name="Shape 206"/>
        <p:cNvGrpSpPr/>
        <p:nvPr/>
      </p:nvGrpSpPr>
      <p:grpSpPr>
        <a:xfrm>
          <a:off x="0" y="0"/>
          <a:ext cx="0" cy="0"/>
          <a:chOff x="0" y="0"/>
          <a:chExt cx="0" cy="0"/>
        </a:xfrm>
      </p:grpSpPr>
      <p:sp>
        <p:nvSpPr>
          <p:cNvPr id="207" name="Google Shape;207;p42" title="タイトル"/>
          <p:cNvSpPr txBox="1"/>
          <p:nvPr>
            <p:ph type="title"/>
          </p:nvPr>
        </p:nvSpPr>
        <p:spPr>
          <a:xfrm>
            <a:off x="200025" y="2368575"/>
            <a:ext cx="8743800" cy="538800"/>
          </a:xfrm>
          <a:prstGeom prst="rect">
            <a:avLst/>
          </a:prstGeom>
          <a:noFill/>
          <a:ln>
            <a:noFill/>
          </a:ln>
        </p:spPr>
        <p:txBody>
          <a:bodyPr anchorCtr="0" anchor="b" bIns="39550" lIns="79125" spcFirstLastPara="1" rIns="79125" wrap="square" tIns="39550">
            <a:noAutofit/>
          </a:bodyPr>
          <a:lstStyle>
            <a:lvl1pPr lvl="0" marR="0">
              <a:lnSpc>
                <a:spcPct val="90000"/>
              </a:lnSpc>
              <a:spcBef>
                <a:spcPts val="0"/>
              </a:spcBef>
              <a:spcAft>
                <a:spcPts val="0"/>
              </a:spcAft>
              <a:buClr>
                <a:schemeClr val="lt1"/>
              </a:buClr>
              <a:buSzPts val="3200"/>
              <a:buNone/>
              <a:defRPr i="0" sz="3200" u="none" cap="none" strike="noStrike">
                <a:solidFill>
                  <a:schemeClr val="lt1"/>
                </a:solidFill>
              </a:defRPr>
            </a:lvl1pPr>
            <a:lvl2pPr lvl="1">
              <a:spcBef>
                <a:spcPts val="0"/>
              </a:spcBef>
              <a:spcAft>
                <a:spcPts val="0"/>
              </a:spcAft>
              <a:buClr>
                <a:schemeClr val="lt1"/>
              </a:buClr>
              <a:buSzPts val="1200"/>
              <a:buFont typeface="Zen Kaku Gothic New"/>
              <a:buNone/>
              <a:defRPr sz="1600">
                <a:solidFill>
                  <a:schemeClr val="lt1"/>
                </a:solidFill>
                <a:latin typeface="Zen Kaku Gothic New"/>
                <a:ea typeface="Zen Kaku Gothic New"/>
                <a:cs typeface="Zen Kaku Gothic New"/>
                <a:sym typeface="Zen Kaku Gothic New"/>
              </a:defRPr>
            </a:lvl2pPr>
            <a:lvl3pPr lvl="2">
              <a:spcBef>
                <a:spcPts val="0"/>
              </a:spcBef>
              <a:spcAft>
                <a:spcPts val="0"/>
              </a:spcAft>
              <a:buClr>
                <a:schemeClr val="lt1"/>
              </a:buClr>
              <a:buSzPts val="1200"/>
              <a:buFont typeface="Zen Kaku Gothic New"/>
              <a:buNone/>
              <a:defRPr sz="1600">
                <a:solidFill>
                  <a:schemeClr val="lt1"/>
                </a:solidFill>
                <a:latin typeface="Zen Kaku Gothic New"/>
                <a:ea typeface="Zen Kaku Gothic New"/>
                <a:cs typeface="Zen Kaku Gothic New"/>
                <a:sym typeface="Zen Kaku Gothic New"/>
              </a:defRPr>
            </a:lvl3pPr>
            <a:lvl4pPr lvl="3">
              <a:spcBef>
                <a:spcPts val="0"/>
              </a:spcBef>
              <a:spcAft>
                <a:spcPts val="0"/>
              </a:spcAft>
              <a:buClr>
                <a:schemeClr val="lt1"/>
              </a:buClr>
              <a:buSzPts val="1200"/>
              <a:buFont typeface="Zen Kaku Gothic New"/>
              <a:buNone/>
              <a:defRPr sz="1600">
                <a:solidFill>
                  <a:schemeClr val="lt1"/>
                </a:solidFill>
                <a:latin typeface="Zen Kaku Gothic New"/>
                <a:ea typeface="Zen Kaku Gothic New"/>
                <a:cs typeface="Zen Kaku Gothic New"/>
                <a:sym typeface="Zen Kaku Gothic New"/>
              </a:defRPr>
            </a:lvl4pPr>
            <a:lvl5pPr lvl="4">
              <a:spcBef>
                <a:spcPts val="0"/>
              </a:spcBef>
              <a:spcAft>
                <a:spcPts val="0"/>
              </a:spcAft>
              <a:buClr>
                <a:schemeClr val="lt1"/>
              </a:buClr>
              <a:buSzPts val="1200"/>
              <a:buFont typeface="Zen Kaku Gothic New"/>
              <a:buNone/>
              <a:defRPr sz="1600">
                <a:solidFill>
                  <a:schemeClr val="lt1"/>
                </a:solidFill>
                <a:latin typeface="Zen Kaku Gothic New"/>
                <a:ea typeface="Zen Kaku Gothic New"/>
                <a:cs typeface="Zen Kaku Gothic New"/>
                <a:sym typeface="Zen Kaku Gothic New"/>
              </a:defRPr>
            </a:lvl5pPr>
            <a:lvl6pPr lvl="5">
              <a:spcBef>
                <a:spcPts val="0"/>
              </a:spcBef>
              <a:spcAft>
                <a:spcPts val="0"/>
              </a:spcAft>
              <a:buClr>
                <a:schemeClr val="lt1"/>
              </a:buClr>
              <a:buSzPts val="1200"/>
              <a:buFont typeface="Zen Kaku Gothic New"/>
              <a:buNone/>
              <a:defRPr sz="1600">
                <a:solidFill>
                  <a:schemeClr val="lt1"/>
                </a:solidFill>
                <a:latin typeface="Zen Kaku Gothic New"/>
                <a:ea typeface="Zen Kaku Gothic New"/>
                <a:cs typeface="Zen Kaku Gothic New"/>
                <a:sym typeface="Zen Kaku Gothic New"/>
              </a:defRPr>
            </a:lvl6pPr>
            <a:lvl7pPr lvl="6">
              <a:spcBef>
                <a:spcPts val="0"/>
              </a:spcBef>
              <a:spcAft>
                <a:spcPts val="0"/>
              </a:spcAft>
              <a:buClr>
                <a:schemeClr val="lt1"/>
              </a:buClr>
              <a:buSzPts val="1200"/>
              <a:buFont typeface="Zen Kaku Gothic New"/>
              <a:buNone/>
              <a:defRPr sz="1600">
                <a:solidFill>
                  <a:schemeClr val="lt1"/>
                </a:solidFill>
                <a:latin typeface="Zen Kaku Gothic New"/>
                <a:ea typeface="Zen Kaku Gothic New"/>
                <a:cs typeface="Zen Kaku Gothic New"/>
                <a:sym typeface="Zen Kaku Gothic New"/>
              </a:defRPr>
            </a:lvl7pPr>
            <a:lvl8pPr lvl="7">
              <a:spcBef>
                <a:spcPts val="0"/>
              </a:spcBef>
              <a:spcAft>
                <a:spcPts val="0"/>
              </a:spcAft>
              <a:buClr>
                <a:schemeClr val="lt1"/>
              </a:buClr>
              <a:buSzPts val="1200"/>
              <a:buFont typeface="Zen Kaku Gothic New"/>
              <a:buNone/>
              <a:defRPr sz="1600">
                <a:solidFill>
                  <a:schemeClr val="lt1"/>
                </a:solidFill>
                <a:latin typeface="Zen Kaku Gothic New"/>
                <a:ea typeface="Zen Kaku Gothic New"/>
                <a:cs typeface="Zen Kaku Gothic New"/>
                <a:sym typeface="Zen Kaku Gothic New"/>
              </a:defRPr>
            </a:lvl8pPr>
            <a:lvl9pPr lvl="8">
              <a:spcBef>
                <a:spcPts val="0"/>
              </a:spcBef>
              <a:spcAft>
                <a:spcPts val="0"/>
              </a:spcAft>
              <a:buClr>
                <a:schemeClr val="lt1"/>
              </a:buClr>
              <a:buSzPts val="1200"/>
              <a:buFont typeface="Zen Kaku Gothic New"/>
              <a:buNone/>
              <a:defRPr sz="1600">
                <a:solidFill>
                  <a:schemeClr val="lt1"/>
                </a:solidFill>
                <a:latin typeface="Zen Kaku Gothic New"/>
                <a:ea typeface="Zen Kaku Gothic New"/>
                <a:cs typeface="Zen Kaku Gothic New"/>
                <a:sym typeface="Zen Kaku Gothic New"/>
              </a:defRPr>
            </a:lvl9pPr>
          </a:lstStyle>
          <a:p/>
        </p:txBody>
      </p:sp>
      <p:sp>
        <p:nvSpPr>
          <p:cNvPr id="208" name="Google Shape;208;p42" title="タイトル"/>
          <p:cNvSpPr txBox="1"/>
          <p:nvPr>
            <p:ph idx="2" type="title"/>
          </p:nvPr>
        </p:nvSpPr>
        <p:spPr>
          <a:xfrm>
            <a:off x="200025" y="2974875"/>
            <a:ext cx="8115300" cy="279600"/>
          </a:xfrm>
          <a:prstGeom prst="rect">
            <a:avLst/>
          </a:prstGeom>
          <a:noFill/>
          <a:ln>
            <a:noFill/>
          </a:ln>
        </p:spPr>
        <p:txBody>
          <a:bodyPr anchorCtr="0" anchor="t" bIns="39550" lIns="79125" spcFirstLastPara="1" rIns="79125" wrap="square" tIns="39550">
            <a:noAutofit/>
          </a:bodyPr>
          <a:lstStyle>
            <a:lvl1pPr lvl="0" marR="0">
              <a:lnSpc>
                <a:spcPct val="90000"/>
              </a:lnSpc>
              <a:spcBef>
                <a:spcPts val="0"/>
              </a:spcBef>
              <a:spcAft>
                <a:spcPts val="0"/>
              </a:spcAft>
              <a:buClr>
                <a:schemeClr val="lt1"/>
              </a:buClr>
              <a:buSzPts val="1600"/>
              <a:buNone/>
              <a:defRPr i="0" sz="1600" u="none" cap="none" strike="noStrike">
                <a:solidFill>
                  <a:schemeClr val="lt1"/>
                </a:solidFill>
              </a:defRPr>
            </a:lvl1pPr>
            <a:lvl2pPr lvl="1">
              <a:spcBef>
                <a:spcPts val="0"/>
              </a:spcBef>
              <a:spcAft>
                <a:spcPts val="0"/>
              </a:spcAft>
              <a:buClr>
                <a:schemeClr val="lt1"/>
              </a:buClr>
              <a:buSzPts val="1600"/>
              <a:buFont typeface="Zen Kaku Gothic New"/>
              <a:buNone/>
              <a:defRPr>
                <a:solidFill>
                  <a:schemeClr val="lt1"/>
                </a:solidFill>
                <a:latin typeface="Zen Kaku Gothic New"/>
                <a:ea typeface="Zen Kaku Gothic New"/>
                <a:cs typeface="Zen Kaku Gothic New"/>
                <a:sym typeface="Zen Kaku Gothic New"/>
              </a:defRPr>
            </a:lvl2pPr>
            <a:lvl3pPr lvl="2">
              <a:spcBef>
                <a:spcPts val="0"/>
              </a:spcBef>
              <a:spcAft>
                <a:spcPts val="0"/>
              </a:spcAft>
              <a:buClr>
                <a:schemeClr val="lt1"/>
              </a:buClr>
              <a:buSzPts val="1600"/>
              <a:buFont typeface="Zen Kaku Gothic New"/>
              <a:buNone/>
              <a:defRPr>
                <a:solidFill>
                  <a:schemeClr val="lt1"/>
                </a:solidFill>
                <a:latin typeface="Zen Kaku Gothic New"/>
                <a:ea typeface="Zen Kaku Gothic New"/>
                <a:cs typeface="Zen Kaku Gothic New"/>
                <a:sym typeface="Zen Kaku Gothic New"/>
              </a:defRPr>
            </a:lvl3pPr>
            <a:lvl4pPr lvl="3">
              <a:spcBef>
                <a:spcPts val="0"/>
              </a:spcBef>
              <a:spcAft>
                <a:spcPts val="0"/>
              </a:spcAft>
              <a:buClr>
                <a:schemeClr val="lt1"/>
              </a:buClr>
              <a:buSzPts val="1600"/>
              <a:buFont typeface="Zen Kaku Gothic New"/>
              <a:buNone/>
              <a:defRPr>
                <a:solidFill>
                  <a:schemeClr val="lt1"/>
                </a:solidFill>
                <a:latin typeface="Zen Kaku Gothic New"/>
                <a:ea typeface="Zen Kaku Gothic New"/>
                <a:cs typeface="Zen Kaku Gothic New"/>
                <a:sym typeface="Zen Kaku Gothic New"/>
              </a:defRPr>
            </a:lvl4pPr>
            <a:lvl5pPr lvl="4">
              <a:spcBef>
                <a:spcPts val="0"/>
              </a:spcBef>
              <a:spcAft>
                <a:spcPts val="0"/>
              </a:spcAft>
              <a:buClr>
                <a:schemeClr val="lt1"/>
              </a:buClr>
              <a:buSzPts val="1600"/>
              <a:buFont typeface="Zen Kaku Gothic New"/>
              <a:buNone/>
              <a:defRPr>
                <a:solidFill>
                  <a:schemeClr val="lt1"/>
                </a:solidFill>
                <a:latin typeface="Zen Kaku Gothic New"/>
                <a:ea typeface="Zen Kaku Gothic New"/>
                <a:cs typeface="Zen Kaku Gothic New"/>
                <a:sym typeface="Zen Kaku Gothic New"/>
              </a:defRPr>
            </a:lvl5pPr>
            <a:lvl6pPr lvl="5">
              <a:spcBef>
                <a:spcPts val="0"/>
              </a:spcBef>
              <a:spcAft>
                <a:spcPts val="0"/>
              </a:spcAft>
              <a:buClr>
                <a:schemeClr val="lt1"/>
              </a:buClr>
              <a:buSzPts val="1600"/>
              <a:buFont typeface="Zen Kaku Gothic New"/>
              <a:buNone/>
              <a:defRPr>
                <a:solidFill>
                  <a:schemeClr val="lt1"/>
                </a:solidFill>
                <a:latin typeface="Zen Kaku Gothic New"/>
                <a:ea typeface="Zen Kaku Gothic New"/>
                <a:cs typeface="Zen Kaku Gothic New"/>
                <a:sym typeface="Zen Kaku Gothic New"/>
              </a:defRPr>
            </a:lvl6pPr>
            <a:lvl7pPr lvl="6">
              <a:spcBef>
                <a:spcPts val="0"/>
              </a:spcBef>
              <a:spcAft>
                <a:spcPts val="0"/>
              </a:spcAft>
              <a:buClr>
                <a:schemeClr val="lt1"/>
              </a:buClr>
              <a:buSzPts val="1600"/>
              <a:buFont typeface="Zen Kaku Gothic New"/>
              <a:buNone/>
              <a:defRPr>
                <a:solidFill>
                  <a:schemeClr val="lt1"/>
                </a:solidFill>
                <a:latin typeface="Zen Kaku Gothic New"/>
                <a:ea typeface="Zen Kaku Gothic New"/>
                <a:cs typeface="Zen Kaku Gothic New"/>
                <a:sym typeface="Zen Kaku Gothic New"/>
              </a:defRPr>
            </a:lvl7pPr>
            <a:lvl8pPr lvl="7">
              <a:spcBef>
                <a:spcPts val="0"/>
              </a:spcBef>
              <a:spcAft>
                <a:spcPts val="0"/>
              </a:spcAft>
              <a:buClr>
                <a:schemeClr val="lt1"/>
              </a:buClr>
              <a:buSzPts val="1600"/>
              <a:buFont typeface="Zen Kaku Gothic New"/>
              <a:buNone/>
              <a:defRPr>
                <a:solidFill>
                  <a:schemeClr val="lt1"/>
                </a:solidFill>
                <a:latin typeface="Zen Kaku Gothic New"/>
                <a:ea typeface="Zen Kaku Gothic New"/>
                <a:cs typeface="Zen Kaku Gothic New"/>
                <a:sym typeface="Zen Kaku Gothic New"/>
              </a:defRPr>
            </a:lvl8pPr>
            <a:lvl9pPr lvl="8">
              <a:spcBef>
                <a:spcPts val="0"/>
              </a:spcBef>
              <a:spcAft>
                <a:spcPts val="0"/>
              </a:spcAft>
              <a:buClr>
                <a:schemeClr val="lt1"/>
              </a:buClr>
              <a:buSzPts val="1600"/>
              <a:buFont typeface="Zen Kaku Gothic New"/>
              <a:buNone/>
              <a:defRPr>
                <a:solidFill>
                  <a:schemeClr val="lt1"/>
                </a:solidFill>
                <a:latin typeface="Zen Kaku Gothic New"/>
                <a:ea typeface="Zen Kaku Gothic New"/>
                <a:cs typeface="Zen Kaku Gothic New"/>
                <a:sym typeface="Zen Kaku Gothic New"/>
              </a:defRPr>
            </a:lvl9pPr>
          </a:lstStyle>
          <a:p/>
        </p:txBody>
      </p:sp>
      <p:sp>
        <p:nvSpPr>
          <p:cNvPr id="209" name="Google Shape;209;p42" title="タイトル"/>
          <p:cNvSpPr txBox="1"/>
          <p:nvPr>
            <p:ph idx="3" type="title"/>
          </p:nvPr>
        </p:nvSpPr>
        <p:spPr>
          <a:xfrm>
            <a:off x="200025" y="1841400"/>
            <a:ext cx="8115300" cy="347700"/>
          </a:xfrm>
          <a:prstGeom prst="rect">
            <a:avLst/>
          </a:prstGeom>
          <a:noFill/>
          <a:ln>
            <a:noFill/>
          </a:ln>
        </p:spPr>
        <p:txBody>
          <a:bodyPr anchorCtr="0" anchor="t" bIns="39550" lIns="79125" spcFirstLastPara="1" rIns="79125" wrap="square" tIns="39550">
            <a:spAutoFit/>
          </a:bodyPr>
          <a:lstStyle>
            <a:lvl1pPr lvl="0" marR="0">
              <a:lnSpc>
                <a:spcPct val="90000"/>
              </a:lnSpc>
              <a:spcBef>
                <a:spcPts val="0"/>
              </a:spcBef>
              <a:spcAft>
                <a:spcPts val="0"/>
              </a:spcAft>
              <a:buClr>
                <a:schemeClr val="lt1"/>
              </a:buClr>
              <a:buSzPts val="2400"/>
              <a:buNone/>
              <a:defRPr i="0" sz="2400" u="none" cap="none" strike="noStrike">
                <a:solidFill>
                  <a:schemeClr val="lt1"/>
                </a:solidFill>
              </a:defRPr>
            </a:lvl1pPr>
            <a:lvl2pPr lvl="1">
              <a:spcBef>
                <a:spcPts val="0"/>
              </a:spcBef>
              <a:spcAft>
                <a:spcPts val="0"/>
              </a:spcAft>
              <a:buClr>
                <a:schemeClr val="lt1"/>
              </a:buClr>
              <a:buSzPts val="2400"/>
              <a:buFont typeface="Zen Kaku Gothic New"/>
              <a:buNone/>
              <a:defRPr sz="2400">
                <a:solidFill>
                  <a:schemeClr val="lt1"/>
                </a:solidFill>
                <a:latin typeface="Zen Kaku Gothic New"/>
                <a:ea typeface="Zen Kaku Gothic New"/>
                <a:cs typeface="Zen Kaku Gothic New"/>
                <a:sym typeface="Zen Kaku Gothic New"/>
              </a:defRPr>
            </a:lvl2pPr>
            <a:lvl3pPr lvl="2">
              <a:spcBef>
                <a:spcPts val="0"/>
              </a:spcBef>
              <a:spcAft>
                <a:spcPts val="0"/>
              </a:spcAft>
              <a:buClr>
                <a:schemeClr val="lt1"/>
              </a:buClr>
              <a:buSzPts val="2400"/>
              <a:buFont typeface="Zen Kaku Gothic New"/>
              <a:buNone/>
              <a:defRPr sz="2400">
                <a:solidFill>
                  <a:schemeClr val="lt1"/>
                </a:solidFill>
                <a:latin typeface="Zen Kaku Gothic New"/>
                <a:ea typeface="Zen Kaku Gothic New"/>
                <a:cs typeface="Zen Kaku Gothic New"/>
                <a:sym typeface="Zen Kaku Gothic New"/>
              </a:defRPr>
            </a:lvl3pPr>
            <a:lvl4pPr lvl="3">
              <a:spcBef>
                <a:spcPts val="0"/>
              </a:spcBef>
              <a:spcAft>
                <a:spcPts val="0"/>
              </a:spcAft>
              <a:buClr>
                <a:schemeClr val="lt1"/>
              </a:buClr>
              <a:buSzPts val="2400"/>
              <a:buFont typeface="Zen Kaku Gothic New"/>
              <a:buNone/>
              <a:defRPr sz="2400">
                <a:solidFill>
                  <a:schemeClr val="lt1"/>
                </a:solidFill>
                <a:latin typeface="Zen Kaku Gothic New"/>
                <a:ea typeface="Zen Kaku Gothic New"/>
                <a:cs typeface="Zen Kaku Gothic New"/>
                <a:sym typeface="Zen Kaku Gothic New"/>
              </a:defRPr>
            </a:lvl4pPr>
            <a:lvl5pPr lvl="4">
              <a:spcBef>
                <a:spcPts val="0"/>
              </a:spcBef>
              <a:spcAft>
                <a:spcPts val="0"/>
              </a:spcAft>
              <a:buClr>
                <a:schemeClr val="lt1"/>
              </a:buClr>
              <a:buSzPts val="2400"/>
              <a:buFont typeface="Zen Kaku Gothic New"/>
              <a:buNone/>
              <a:defRPr sz="2400">
                <a:solidFill>
                  <a:schemeClr val="lt1"/>
                </a:solidFill>
                <a:latin typeface="Zen Kaku Gothic New"/>
                <a:ea typeface="Zen Kaku Gothic New"/>
                <a:cs typeface="Zen Kaku Gothic New"/>
                <a:sym typeface="Zen Kaku Gothic New"/>
              </a:defRPr>
            </a:lvl5pPr>
            <a:lvl6pPr lvl="5">
              <a:spcBef>
                <a:spcPts val="0"/>
              </a:spcBef>
              <a:spcAft>
                <a:spcPts val="0"/>
              </a:spcAft>
              <a:buClr>
                <a:schemeClr val="lt1"/>
              </a:buClr>
              <a:buSzPts val="2400"/>
              <a:buFont typeface="Zen Kaku Gothic New"/>
              <a:buNone/>
              <a:defRPr sz="2400">
                <a:solidFill>
                  <a:schemeClr val="lt1"/>
                </a:solidFill>
                <a:latin typeface="Zen Kaku Gothic New"/>
                <a:ea typeface="Zen Kaku Gothic New"/>
                <a:cs typeface="Zen Kaku Gothic New"/>
                <a:sym typeface="Zen Kaku Gothic New"/>
              </a:defRPr>
            </a:lvl6pPr>
            <a:lvl7pPr lvl="6">
              <a:spcBef>
                <a:spcPts val="0"/>
              </a:spcBef>
              <a:spcAft>
                <a:spcPts val="0"/>
              </a:spcAft>
              <a:buClr>
                <a:schemeClr val="lt1"/>
              </a:buClr>
              <a:buSzPts val="2400"/>
              <a:buFont typeface="Zen Kaku Gothic New"/>
              <a:buNone/>
              <a:defRPr sz="2400">
                <a:solidFill>
                  <a:schemeClr val="lt1"/>
                </a:solidFill>
                <a:latin typeface="Zen Kaku Gothic New"/>
                <a:ea typeface="Zen Kaku Gothic New"/>
                <a:cs typeface="Zen Kaku Gothic New"/>
                <a:sym typeface="Zen Kaku Gothic New"/>
              </a:defRPr>
            </a:lvl7pPr>
            <a:lvl8pPr lvl="7">
              <a:spcBef>
                <a:spcPts val="0"/>
              </a:spcBef>
              <a:spcAft>
                <a:spcPts val="0"/>
              </a:spcAft>
              <a:buClr>
                <a:schemeClr val="lt1"/>
              </a:buClr>
              <a:buSzPts val="2400"/>
              <a:buFont typeface="Zen Kaku Gothic New"/>
              <a:buNone/>
              <a:defRPr sz="2400">
                <a:solidFill>
                  <a:schemeClr val="lt1"/>
                </a:solidFill>
                <a:latin typeface="Zen Kaku Gothic New"/>
                <a:ea typeface="Zen Kaku Gothic New"/>
                <a:cs typeface="Zen Kaku Gothic New"/>
                <a:sym typeface="Zen Kaku Gothic New"/>
              </a:defRPr>
            </a:lvl8pPr>
            <a:lvl9pPr lvl="8">
              <a:spcBef>
                <a:spcPts val="0"/>
              </a:spcBef>
              <a:spcAft>
                <a:spcPts val="0"/>
              </a:spcAft>
              <a:buClr>
                <a:schemeClr val="lt1"/>
              </a:buClr>
              <a:buSzPts val="2400"/>
              <a:buFont typeface="Zen Kaku Gothic New"/>
              <a:buNone/>
              <a:defRPr sz="2400">
                <a:solidFill>
                  <a:schemeClr val="lt1"/>
                </a:solidFill>
                <a:latin typeface="Zen Kaku Gothic New"/>
                <a:ea typeface="Zen Kaku Gothic New"/>
                <a:cs typeface="Zen Kaku Gothic New"/>
                <a:sym typeface="Zen Kaku Gothic New"/>
              </a:defRPr>
            </a:lvl9pPr>
          </a:lstStyle>
          <a:p/>
        </p:txBody>
      </p:sp>
      <p:pic>
        <p:nvPicPr>
          <p:cNvPr id="210" name="Google Shape;210;p42"/>
          <p:cNvPicPr preferRelativeResize="0"/>
          <p:nvPr/>
        </p:nvPicPr>
        <p:blipFill>
          <a:blip r:embed="rId2">
            <a:alphaModFix/>
          </a:blip>
          <a:stretch>
            <a:fillRect/>
          </a:stretch>
        </p:blipFill>
        <p:spPr>
          <a:xfrm>
            <a:off x="176217" y="221025"/>
            <a:ext cx="1437015" cy="347750"/>
          </a:xfrm>
          <a:prstGeom prst="rect">
            <a:avLst/>
          </a:prstGeom>
          <a:noFill/>
          <a:ln>
            <a:noFill/>
          </a:ln>
        </p:spPr>
      </p:pic>
      <p:sp>
        <p:nvSpPr>
          <p:cNvPr id="211" name="Google Shape;211;p42"/>
          <p:cNvSpPr txBox="1"/>
          <p:nvPr>
            <p:ph idx="12" type="sldNum"/>
          </p:nvPr>
        </p:nvSpPr>
        <p:spPr>
          <a:xfrm>
            <a:off x="8763484" y="4749901"/>
            <a:ext cx="548700" cy="393600"/>
          </a:xfrm>
          <a:prstGeom prst="rect">
            <a:avLst/>
          </a:prstGeom>
        </p:spPr>
        <p:txBody>
          <a:bodyPr anchorCtr="0" anchor="t" bIns="91425" lIns="91425" spcFirstLastPara="1" rIns="91425" wrap="square" tIns="91425">
            <a:noAutofit/>
          </a:bodyPr>
          <a:lstStyle>
            <a:lvl1pPr lvl="0">
              <a:buNone/>
              <a:defRPr sz="1000">
                <a:latin typeface="Zen Kaku Gothic New"/>
                <a:ea typeface="Zen Kaku Gothic New"/>
                <a:cs typeface="Zen Kaku Gothic New"/>
                <a:sym typeface="Zen Kaku Gothic New"/>
              </a:defRPr>
            </a:lvl1pPr>
            <a:lvl2pPr lvl="1">
              <a:buNone/>
              <a:defRPr sz="1000">
                <a:latin typeface="Zen Kaku Gothic New"/>
                <a:ea typeface="Zen Kaku Gothic New"/>
                <a:cs typeface="Zen Kaku Gothic New"/>
                <a:sym typeface="Zen Kaku Gothic New"/>
              </a:defRPr>
            </a:lvl2pPr>
            <a:lvl3pPr lvl="2">
              <a:buNone/>
              <a:defRPr sz="1000">
                <a:latin typeface="Zen Kaku Gothic New"/>
                <a:ea typeface="Zen Kaku Gothic New"/>
                <a:cs typeface="Zen Kaku Gothic New"/>
                <a:sym typeface="Zen Kaku Gothic New"/>
              </a:defRPr>
            </a:lvl3pPr>
            <a:lvl4pPr lvl="3">
              <a:buNone/>
              <a:defRPr sz="1000">
                <a:latin typeface="Zen Kaku Gothic New"/>
                <a:ea typeface="Zen Kaku Gothic New"/>
                <a:cs typeface="Zen Kaku Gothic New"/>
                <a:sym typeface="Zen Kaku Gothic New"/>
              </a:defRPr>
            </a:lvl4pPr>
            <a:lvl5pPr lvl="4">
              <a:buNone/>
              <a:defRPr sz="1000">
                <a:latin typeface="Zen Kaku Gothic New"/>
                <a:ea typeface="Zen Kaku Gothic New"/>
                <a:cs typeface="Zen Kaku Gothic New"/>
                <a:sym typeface="Zen Kaku Gothic New"/>
              </a:defRPr>
            </a:lvl5pPr>
            <a:lvl6pPr lvl="5">
              <a:buNone/>
              <a:defRPr sz="1000">
                <a:latin typeface="Zen Kaku Gothic New"/>
                <a:ea typeface="Zen Kaku Gothic New"/>
                <a:cs typeface="Zen Kaku Gothic New"/>
                <a:sym typeface="Zen Kaku Gothic New"/>
              </a:defRPr>
            </a:lvl6pPr>
            <a:lvl7pPr lvl="6">
              <a:buNone/>
              <a:defRPr sz="1000">
                <a:latin typeface="Zen Kaku Gothic New"/>
                <a:ea typeface="Zen Kaku Gothic New"/>
                <a:cs typeface="Zen Kaku Gothic New"/>
                <a:sym typeface="Zen Kaku Gothic New"/>
              </a:defRPr>
            </a:lvl7pPr>
            <a:lvl8pPr lvl="7">
              <a:buNone/>
              <a:defRPr sz="1000">
                <a:latin typeface="Zen Kaku Gothic New"/>
                <a:ea typeface="Zen Kaku Gothic New"/>
                <a:cs typeface="Zen Kaku Gothic New"/>
                <a:sym typeface="Zen Kaku Gothic New"/>
              </a:defRPr>
            </a:lvl8pPr>
            <a:lvl9pPr lvl="8">
              <a:buNone/>
              <a:defRPr sz="1000">
                <a:latin typeface="Zen Kaku Gothic New"/>
                <a:ea typeface="Zen Kaku Gothic New"/>
                <a:cs typeface="Zen Kaku Gothic New"/>
                <a:sym typeface="Zen Kaku Gothic New"/>
              </a:defRPr>
            </a:lvl9pPr>
          </a:lstStyle>
          <a:p>
            <a:pPr indent="0" lvl="0" marL="0" rtl="0" algn="l">
              <a:spcBef>
                <a:spcPts val="0"/>
              </a:spcBef>
              <a:spcAft>
                <a:spcPts val="0"/>
              </a:spcAft>
              <a:buNone/>
            </a:pPr>
            <a:fld id="{00000000-1234-1234-1234-123412341234}" type="slidenum">
              <a:rPr lang="ja"/>
              <a:t>‹#›</a:t>
            </a:fld>
            <a:endParaRPr/>
          </a:p>
        </p:txBody>
      </p:sp>
    </p:spTree>
  </p:cSld>
  <p:clrMapOvr>
    <a:masterClrMapping/>
  </p:clrMapOvr>
  <p:extLst>
    <p:ext uri="{DCECCB84-F9BA-43D5-87BE-67443E8EF086}">
      <p15:sldGuideLst>
        <p15:guide id="1" orient="horz" pos="324">
          <p15:clr>
            <a:srgbClr val="FA7B17"/>
          </p15:clr>
        </p15:guide>
        <p15:guide id="2" orient="horz" pos="2915">
          <p15:clr>
            <a:srgbClr val="FA7B17"/>
          </p15:clr>
        </p15:guide>
        <p15:guide id="3" orient="horz" pos="3078">
          <p15:clr>
            <a:srgbClr val="FA7B17"/>
          </p15:clr>
        </p15:guide>
        <p15:guide id="4" orient="horz" pos="162">
          <p15:clr>
            <a:srgbClr val="FA7B17"/>
          </p15:clr>
        </p15:guide>
        <p15:guide id="5" pos="324">
          <p15:clr>
            <a:srgbClr val="FA7B17"/>
          </p15:clr>
        </p15:guide>
        <p15:guide id="6" pos="163">
          <p15:clr>
            <a:srgbClr val="FA7B17"/>
          </p15:clr>
        </p15:guide>
        <p15:guide id="7" pos="5436">
          <p15:clr>
            <a:srgbClr val="FA7B17"/>
          </p15:clr>
        </p15:guide>
        <p15:guide id="8" pos="5597">
          <p15:clr>
            <a:srgbClr val="FA7B17"/>
          </p15:clr>
        </p15:guide>
        <p15:guide id="9" orient="horz" pos="487">
          <p15:clr>
            <a:srgbClr val="FA7B17"/>
          </p15:clr>
        </p15:guide>
      </p15:sldGuideLst>
    </p:ext>
  </p:extLst>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中表紙_Light Green">
  <p:cSld name="TITLE_1_3_2">
    <p:bg>
      <p:bgPr>
        <a:solidFill>
          <a:schemeClr val="dk2"/>
        </a:solidFill>
      </p:bgPr>
    </p:bg>
    <p:spTree>
      <p:nvGrpSpPr>
        <p:cNvPr id="212" name="Shape 212"/>
        <p:cNvGrpSpPr/>
        <p:nvPr/>
      </p:nvGrpSpPr>
      <p:grpSpPr>
        <a:xfrm>
          <a:off x="0" y="0"/>
          <a:ext cx="0" cy="0"/>
          <a:chOff x="0" y="0"/>
          <a:chExt cx="0" cy="0"/>
        </a:xfrm>
      </p:grpSpPr>
      <p:sp>
        <p:nvSpPr>
          <p:cNvPr id="213" name="Google Shape;213;p43" title="タイトル"/>
          <p:cNvSpPr txBox="1"/>
          <p:nvPr>
            <p:ph type="title"/>
          </p:nvPr>
        </p:nvSpPr>
        <p:spPr>
          <a:xfrm>
            <a:off x="200025" y="2368575"/>
            <a:ext cx="8743800" cy="538800"/>
          </a:xfrm>
          <a:prstGeom prst="rect">
            <a:avLst/>
          </a:prstGeom>
          <a:noFill/>
          <a:ln>
            <a:noFill/>
          </a:ln>
        </p:spPr>
        <p:txBody>
          <a:bodyPr anchorCtr="0" anchor="b" bIns="39550" lIns="79125" spcFirstLastPara="1" rIns="79125" wrap="square" tIns="39550">
            <a:noAutofit/>
          </a:bodyPr>
          <a:lstStyle>
            <a:lvl1pPr lvl="0" marR="0">
              <a:lnSpc>
                <a:spcPct val="90000"/>
              </a:lnSpc>
              <a:spcBef>
                <a:spcPts val="0"/>
              </a:spcBef>
              <a:spcAft>
                <a:spcPts val="0"/>
              </a:spcAft>
              <a:buClr>
                <a:schemeClr val="dk1"/>
              </a:buClr>
              <a:buSzPts val="3200"/>
              <a:buNone/>
              <a:defRPr i="0" sz="3200" u="none" cap="none" strike="noStrike">
                <a:solidFill>
                  <a:schemeClr val="dk1"/>
                </a:solidFill>
              </a:defRPr>
            </a:lvl1pPr>
            <a:lvl2pPr lvl="1">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2pPr>
            <a:lvl3pPr lvl="2">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3pPr>
            <a:lvl4pPr lvl="3">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4pPr>
            <a:lvl5pPr lvl="4">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5pPr>
            <a:lvl6pPr lvl="5">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6pPr>
            <a:lvl7pPr lvl="6">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7pPr>
            <a:lvl8pPr lvl="7">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8pPr>
            <a:lvl9pPr lvl="8">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9pPr>
          </a:lstStyle>
          <a:p/>
        </p:txBody>
      </p:sp>
      <p:sp>
        <p:nvSpPr>
          <p:cNvPr id="214" name="Google Shape;214;p43" title="タイトル"/>
          <p:cNvSpPr txBox="1"/>
          <p:nvPr>
            <p:ph idx="2" type="title"/>
          </p:nvPr>
        </p:nvSpPr>
        <p:spPr>
          <a:xfrm>
            <a:off x="200025" y="2974875"/>
            <a:ext cx="8115300" cy="279600"/>
          </a:xfrm>
          <a:prstGeom prst="rect">
            <a:avLst/>
          </a:prstGeom>
          <a:noFill/>
          <a:ln>
            <a:noFill/>
          </a:ln>
        </p:spPr>
        <p:txBody>
          <a:bodyPr anchorCtr="0" anchor="t" bIns="39550" lIns="79125" spcFirstLastPara="1" rIns="79125" wrap="square" tIns="39550">
            <a:noAutofit/>
          </a:bodyPr>
          <a:lstStyle>
            <a:lvl1pPr lvl="0" marR="0">
              <a:lnSpc>
                <a:spcPct val="90000"/>
              </a:lnSpc>
              <a:spcBef>
                <a:spcPts val="0"/>
              </a:spcBef>
              <a:spcAft>
                <a:spcPts val="0"/>
              </a:spcAft>
              <a:buClr>
                <a:schemeClr val="dk1"/>
              </a:buClr>
              <a:buSzPts val="1600"/>
              <a:buNone/>
              <a:defRPr i="0" sz="1600" u="none" cap="none" strike="noStrike">
                <a:solidFill>
                  <a:schemeClr val="dk1"/>
                </a:solidFill>
              </a:defRPr>
            </a:lvl1pPr>
            <a:lvl2pPr lvl="1">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2pPr>
            <a:lvl3pPr lvl="2">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3pPr>
            <a:lvl4pPr lvl="3">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4pPr>
            <a:lvl5pPr lvl="4">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5pPr>
            <a:lvl6pPr lvl="5">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6pPr>
            <a:lvl7pPr lvl="6">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7pPr>
            <a:lvl8pPr lvl="7">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8pPr>
            <a:lvl9pPr lvl="8">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9pPr>
          </a:lstStyle>
          <a:p/>
        </p:txBody>
      </p:sp>
      <p:sp>
        <p:nvSpPr>
          <p:cNvPr id="215" name="Google Shape;215;p43" title="タイトル"/>
          <p:cNvSpPr txBox="1"/>
          <p:nvPr>
            <p:ph idx="3" type="title"/>
          </p:nvPr>
        </p:nvSpPr>
        <p:spPr>
          <a:xfrm>
            <a:off x="200025" y="1841400"/>
            <a:ext cx="8115300" cy="347700"/>
          </a:xfrm>
          <a:prstGeom prst="rect">
            <a:avLst/>
          </a:prstGeom>
          <a:noFill/>
          <a:ln>
            <a:noFill/>
          </a:ln>
        </p:spPr>
        <p:txBody>
          <a:bodyPr anchorCtr="0" anchor="t" bIns="39550" lIns="79125" spcFirstLastPara="1" rIns="79125" wrap="square" tIns="39550">
            <a:spAutoFit/>
          </a:bodyPr>
          <a:lstStyle>
            <a:lvl1pPr lvl="0" marR="0">
              <a:lnSpc>
                <a:spcPct val="90000"/>
              </a:lnSpc>
              <a:spcBef>
                <a:spcPts val="0"/>
              </a:spcBef>
              <a:spcAft>
                <a:spcPts val="0"/>
              </a:spcAft>
              <a:buClr>
                <a:schemeClr val="dk1"/>
              </a:buClr>
              <a:buSzPts val="2400"/>
              <a:buNone/>
              <a:defRPr i="0" sz="2400" u="none" cap="none" strike="noStrike">
                <a:solidFill>
                  <a:schemeClr val="dk1"/>
                </a:solidFill>
              </a:defRPr>
            </a:lvl1pPr>
            <a:lvl2pPr lvl="1">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2pPr>
            <a:lvl3pPr lvl="2">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3pPr>
            <a:lvl4pPr lvl="3">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4pPr>
            <a:lvl5pPr lvl="4">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5pPr>
            <a:lvl6pPr lvl="5">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6pPr>
            <a:lvl7pPr lvl="6">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7pPr>
            <a:lvl8pPr lvl="7">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8pPr>
            <a:lvl9pPr lvl="8">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9pPr>
          </a:lstStyle>
          <a:p/>
        </p:txBody>
      </p:sp>
      <p:pic>
        <p:nvPicPr>
          <p:cNvPr id="216" name="Google Shape;216;p43"/>
          <p:cNvPicPr preferRelativeResize="0"/>
          <p:nvPr/>
        </p:nvPicPr>
        <p:blipFill>
          <a:blip r:embed="rId2">
            <a:alphaModFix/>
          </a:blip>
          <a:stretch>
            <a:fillRect/>
          </a:stretch>
        </p:blipFill>
        <p:spPr>
          <a:xfrm>
            <a:off x="176218" y="221025"/>
            <a:ext cx="1437015" cy="347750"/>
          </a:xfrm>
          <a:prstGeom prst="rect">
            <a:avLst/>
          </a:prstGeom>
          <a:noFill/>
          <a:ln>
            <a:noFill/>
          </a:ln>
        </p:spPr>
      </p:pic>
      <p:sp>
        <p:nvSpPr>
          <p:cNvPr id="217" name="Google Shape;217;p43"/>
          <p:cNvSpPr txBox="1"/>
          <p:nvPr>
            <p:ph idx="12" type="sldNum"/>
          </p:nvPr>
        </p:nvSpPr>
        <p:spPr>
          <a:xfrm>
            <a:off x="8763484" y="4749901"/>
            <a:ext cx="548700" cy="393600"/>
          </a:xfrm>
          <a:prstGeom prst="rect">
            <a:avLst/>
          </a:prstGeom>
        </p:spPr>
        <p:txBody>
          <a:bodyPr anchorCtr="0" anchor="t" bIns="91425" lIns="91425" spcFirstLastPara="1" rIns="91425" wrap="square" tIns="91425">
            <a:noAutofit/>
          </a:bodyPr>
          <a:lstStyle>
            <a:lvl1pPr lvl="0">
              <a:buNone/>
              <a:defRPr sz="1000">
                <a:latin typeface="Zen Kaku Gothic New"/>
                <a:ea typeface="Zen Kaku Gothic New"/>
                <a:cs typeface="Zen Kaku Gothic New"/>
                <a:sym typeface="Zen Kaku Gothic New"/>
              </a:defRPr>
            </a:lvl1pPr>
            <a:lvl2pPr lvl="1">
              <a:buNone/>
              <a:defRPr sz="1000">
                <a:latin typeface="Zen Kaku Gothic New"/>
                <a:ea typeface="Zen Kaku Gothic New"/>
                <a:cs typeface="Zen Kaku Gothic New"/>
                <a:sym typeface="Zen Kaku Gothic New"/>
              </a:defRPr>
            </a:lvl2pPr>
            <a:lvl3pPr lvl="2">
              <a:buNone/>
              <a:defRPr sz="1000">
                <a:latin typeface="Zen Kaku Gothic New"/>
                <a:ea typeface="Zen Kaku Gothic New"/>
                <a:cs typeface="Zen Kaku Gothic New"/>
                <a:sym typeface="Zen Kaku Gothic New"/>
              </a:defRPr>
            </a:lvl3pPr>
            <a:lvl4pPr lvl="3">
              <a:buNone/>
              <a:defRPr sz="1000">
                <a:latin typeface="Zen Kaku Gothic New"/>
                <a:ea typeface="Zen Kaku Gothic New"/>
                <a:cs typeface="Zen Kaku Gothic New"/>
                <a:sym typeface="Zen Kaku Gothic New"/>
              </a:defRPr>
            </a:lvl4pPr>
            <a:lvl5pPr lvl="4">
              <a:buNone/>
              <a:defRPr sz="1000">
                <a:latin typeface="Zen Kaku Gothic New"/>
                <a:ea typeface="Zen Kaku Gothic New"/>
                <a:cs typeface="Zen Kaku Gothic New"/>
                <a:sym typeface="Zen Kaku Gothic New"/>
              </a:defRPr>
            </a:lvl5pPr>
            <a:lvl6pPr lvl="5">
              <a:buNone/>
              <a:defRPr sz="1000">
                <a:latin typeface="Zen Kaku Gothic New"/>
                <a:ea typeface="Zen Kaku Gothic New"/>
                <a:cs typeface="Zen Kaku Gothic New"/>
                <a:sym typeface="Zen Kaku Gothic New"/>
              </a:defRPr>
            </a:lvl6pPr>
            <a:lvl7pPr lvl="6">
              <a:buNone/>
              <a:defRPr sz="1000">
                <a:latin typeface="Zen Kaku Gothic New"/>
                <a:ea typeface="Zen Kaku Gothic New"/>
                <a:cs typeface="Zen Kaku Gothic New"/>
                <a:sym typeface="Zen Kaku Gothic New"/>
              </a:defRPr>
            </a:lvl7pPr>
            <a:lvl8pPr lvl="7">
              <a:buNone/>
              <a:defRPr sz="1000">
                <a:latin typeface="Zen Kaku Gothic New"/>
                <a:ea typeface="Zen Kaku Gothic New"/>
                <a:cs typeface="Zen Kaku Gothic New"/>
                <a:sym typeface="Zen Kaku Gothic New"/>
              </a:defRPr>
            </a:lvl8pPr>
            <a:lvl9pPr lvl="8">
              <a:buNone/>
              <a:defRPr sz="1000">
                <a:latin typeface="Zen Kaku Gothic New"/>
                <a:ea typeface="Zen Kaku Gothic New"/>
                <a:cs typeface="Zen Kaku Gothic New"/>
                <a:sym typeface="Zen Kaku Gothic New"/>
              </a:defRPr>
            </a:lvl9pPr>
          </a:lstStyle>
          <a:p>
            <a:pPr indent="0" lvl="0" marL="0" rtl="0" algn="l">
              <a:spcBef>
                <a:spcPts val="0"/>
              </a:spcBef>
              <a:spcAft>
                <a:spcPts val="0"/>
              </a:spcAft>
              <a:buNone/>
            </a:pPr>
            <a:fld id="{00000000-1234-1234-1234-123412341234}" type="slidenum">
              <a:rPr lang="ja"/>
              <a:t>‹#›</a:t>
            </a:fld>
            <a:endParaRPr/>
          </a:p>
        </p:txBody>
      </p:sp>
    </p:spTree>
  </p:cSld>
  <p:clrMapOvr>
    <a:masterClrMapping/>
  </p:clrMapOvr>
  <p:extLst>
    <p:ext uri="{DCECCB84-F9BA-43D5-87BE-67443E8EF086}">
      <p15:sldGuideLst>
        <p15:guide id="1" orient="horz" pos="324">
          <p15:clr>
            <a:srgbClr val="FA7B17"/>
          </p15:clr>
        </p15:guide>
        <p15:guide id="2" orient="horz" pos="2915">
          <p15:clr>
            <a:srgbClr val="FA7B17"/>
          </p15:clr>
        </p15:guide>
        <p15:guide id="3" orient="horz" pos="3078">
          <p15:clr>
            <a:srgbClr val="FA7B17"/>
          </p15:clr>
        </p15:guide>
        <p15:guide id="4" orient="horz" pos="162">
          <p15:clr>
            <a:srgbClr val="FA7B17"/>
          </p15:clr>
        </p15:guide>
        <p15:guide id="5" pos="324">
          <p15:clr>
            <a:srgbClr val="FA7B17"/>
          </p15:clr>
        </p15:guide>
        <p15:guide id="6" pos="163">
          <p15:clr>
            <a:srgbClr val="FA7B17"/>
          </p15:clr>
        </p15:guide>
        <p15:guide id="7" pos="5436">
          <p15:clr>
            <a:srgbClr val="FA7B17"/>
          </p15:clr>
        </p15:guide>
        <p15:guide id="8" pos="5597">
          <p15:clr>
            <a:srgbClr val="FA7B17"/>
          </p15:clr>
        </p15:guide>
        <p15:guide id="9" orient="horz" pos="487">
          <p15:clr>
            <a:srgbClr val="FA7B17"/>
          </p15:clr>
        </p15:guide>
      </p15:sldGuideLst>
    </p:ext>
  </p:extLst>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中表紙_White">
  <p:cSld name="TITLE_1_3_2_1">
    <p:bg>
      <p:bgPr>
        <a:solidFill>
          <a:schemeClr val="lt1"/>
        </a:solidFill>
      </p:bgPr>
    </p:bg>
    <p:spTree>
      <p:nvGrpSpPr>
        <p:cNvPr id="218" name="Shape 218"/>
        <p:cNvGrpSpPr/>
        <p:nvPr/>
      </p:nvGrpSpPr>
      <p:grpSpPr>
        <a:xfrm>
          <a:off x="0" y="0"/>
          <a:ext cx="0" cy="0"/>
          <a:chOff x="0" y="0"/>
          <a:chExt cx="0" cy="0"/>
        </a:xfrm>
      </p:grpSpPr>
      <p:sp>
        <p:nvSpPr>
          <p:cNvPr id="219" name="Google Shape;219;p44" title="タイトル"/>
          <p:cNvSpPr txBox="1"/>
          <p:nvPr>
            <p:ph type="title"/>
          </p:nvPr>
        </p:nvSpPr>
        <p:spPr>
          <a:xfrm>
            <a:off x="200025" y="2368575"/>
            <a:ext cx="8743800" cy="538800"/>
          </a:xfrm>
          <a:prstGeom prst="rect">
            <a:avLst/>
          </a:prstGeom>
          <a:noFill/>
          <a:ln>
            <a:noFill/>
          </a:ln>
        </p:spPr>
        <p:txBody>
          <a:bodyPr anchorCtr="0" anchor="b" bIns="39550" lIns="79125" spcFirstLastPara="1" rIns="79125" wrap="square" tIns="39550">
            <a:noAutofit/>
          </a:bodyPr>
          <a:lstStyle>
            <a:lvl1pPr lvl="0" marR="0">
              <a:lnSpc>
                <a:spcPct val="90000"/>
              </a:lnSpc>
              <a:spcBef>
                <a:spcPts val="0"/>
              </a:spcBef>
              <a:spcAft>
                <a:spcPts val="0"/>
              </a:spcAft>
              <a:buClr>
                <a:schemeClr val="dk1"/>
              </a:buClr>
              <a:buSzPts val="3200"/>
              <a:buNone/>
              <a:defRPr i="0" sz="3200" u="none" cap="none" strike="noStrike">
                <a:solidFill>
                  <a:schemeClr val="dk1"/>
                </a:solidFill>
              </a:defRPr>
            </a:lvl1pPr>
            <a:lvl2pPr lvl="1">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2pPr>
            <a:lvl3pPr lvl="2">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3pPr>
            <a:lvl4pPr lvl="3">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4pPr>
            <a:lvl5pPr lvl="4">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5pPr>
            <a:lvl6pPr lvl="5">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6pPr>
            <a:lvl7pPr lvl="6">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7pPr>
            <a:lvl8pPr lvl="7">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8pPr>
            <a:lvl9pPr lvl="8">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9pPr>
          </a:lstStyle>
          <a:p/>
        </p:txBody>
      </p:sp>
      <p:sp>
        <p:nvSpPr>
          <p:cNvPr id="220" name="Google Shape;220;p44" title="タイトル"/>
          <p:cNvSpPr txBox="1"/>
          <p:nvPr>
            <p:ph idx="2" type="title"/>
          </p:nvPr>
        </p:nvSpPr>
        <p:spPr>
          <a:xfrm>
            <a:off x="200025" y="2974875"/>
            <a:ext cx="8115300" cy="279600"/>
          </a:xfrm>
          <a:prstGeom prst="rect">
            <a:avLst/>
          </a:prstGeom>
          <a:noFill/>
          <a:ln>
            <a:noFill/>
          </a:ln>
        </p:spPr>
        <p:txBody>
          <a:bodyPr anchorCtr="0" anchor="t" bIns="39550" lIns="79125" spcFirstLastPara="1" rIns="79125" wrap="square" tIns="39550">
            <a:noAutofit/>
          </a:bodyPr>
          <a:lstStyle>
            <a:lvl1pPr lvl="0" marR="0">
              <a:lnSpc>
                <a:spcPct val="90000"/>
              </a:lnSpc>
              <a:spcBef>
                <a:spcPts val="0"/>
              </a:spcBef>
              <a:spcAft>
                <a:spcPts val="0"/>
              </a:spcAft>
              <a:buClr>
                <a:schemeClr val="dk1"/>
              </a:buClr>
              <a:buSzPts val="1600"/>
              <a:buNone/>
              <a:defRPr i="0" sz="1600" u="none" cap="none" strike="noStrike">
                <a:solidFill>
                  <a:schemeClr val="dk1"/>
                </a:solidFill>
              </a:defRPr>
            </a:lvl1pPr>
            <a:lvl2pPr lvl="1">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2pPr>
            <a:lvl3pPr lvl="2">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3pPr>
            <a:lvl4pPr lvl="3">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4pPr>
            <a:lvl5pPr lvl="4">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5pPr>
            <a:lvl6pPr lvl="5">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6pPr>
            <a:lvl7pPr lvl="6">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7pPr>
            <a:lvl8pPr lvl="7">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8pPr>
            <a:lvl9pPr lvl="8">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9pPr>
          </a:lstStyle>
          <a:p/>
        </p:txBody>
      </p:sp>
      <p:sp>
        <p:nvSpPr>
          <p:cNvPr id="221" name="Google Shape;221;p44" title="タイトル"/>
          <p:cNvSpPr txBox="1"/>
          <p:nvPr>
            <p:ph idx="3" type="title"/>
          </p:nvPr>
        </p:nvSpPr>
        <p:spPr>
          <a:xfrm>
            <a:off x="200025" y="1841400"/>
            <a:ext cx="8115300" cy="347700"/>
          </a:xfrm>
          <a:prstGeom prst="rect">
            <a:avLst/>
          </a:prstGeom>
          <a:noFill/>
          <a:ln>
            <a:noFill/>
          </a:ln>
        </p:spPr>
        <p:txBody>
          <a:bodyPr anchorCtr="0" anchor="t" bIns="39550" lIns="79125" spcFirstLastPara="1" rIns="79125" wrap="square" tIns="39550">
            <a:spAutoFit/>
          </a:bodyPr>
          <a:lstStyle>
            <a:lvl1pPr lvl="0" marR="0">
              <a:lnSpc>
                <a:spcPct val="90000"/>
              </a:lnSpc>
              <a:spcBef>
                <a:spcPts val="0"/>
              </a:spcBef>
              <a:spcAft>
                <a:spcPts val="0"/>
              </a:spcAft>
              <a:buClr>
                <a:schemeClr val="dk1"/>
              </a:buClr>
              <a:buSzPts val="2400"/>
              <a:buNone/>
              <a:defRPr i="0" sz="2400" u="none" cap="none" strike="noStrike">
                <a:solidFill>
                  <a:schemeClr val="dk1"/>
                </a:solidFill>
              </a:defRPr>
            </a:lvl1pPr>
            <a:lvl2pPr lvl="1">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2pPr>
            <a:lvl3pPr lvl="2">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3pPr>
            <a:lvl4pPr lvl="3">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4pPr>
            <a:lvl5pPr lvl="4">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5pPr>
            <a:lvl6pPr lvl="5">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6pPr>
            <a:lvl7pPr lvl="6">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7pPr>
            <a:lvl8pPr lvl="7">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8pPr>
            <a:lvl9pPr lvl="8">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9pPr>
          </a:lstStyle>
          <a:p/>
        </p:txBody>
      </p:sp>
      <p:pic>
        <p:nvPicPr>
          <p:cNvPr id="222" name="Google Shape;222;p44"/>
          <p:cNvPicPr preferRelativeResize="0"/>
          <p:nvPr/>
        </p:nvPicPr>
        <p:blipFill>
          <a:blip r:embed="rId2">
            <a:alphaModFix/>
          </a:blip>
          <a:stretch>
            <a:fillRect/>
          </a:stretch>
        </p:blipFill>
        <p:spPr>
          <a:xfrm>
            <a:off x="176218" y="221025"/>
            <a:ext cx="1437015" cy="347750"/>
          </a:xfrm>
          <a:prstGeom prst="rect">
            <a:avLst/>
          </a:prstGeom>
          <a:noFill/>
          <a:ln>
            <a:noFill/>
          </a:ln>
        </p:spPr>
      </p:pic>
      <p:sp>
        <p:nvSpPr>
          <p:cNvPr id="223" name="Google Shape;223;p44"/>
          <p:cNvSpPr txBox="1"/>
          <p:nvPr>
            <p:ph idx="12" type="sldNum"/>
          </p:nvPr>
        </p:nvSpPr>
        <p:spPr>
          <a:xfrm>
            <a:off x="8763484" y="4749901"/>
            <a:ext cx="548700" cy="393600"/>
          </a:xfrm>
          <a:prstGeom prst="rect">
            <a:avLst/>
          </a:prstGeom>
        </p:spPr>
        <p:txBody>
          <a:bodyPr anchorCtr="0" anchor="t" bIns="91425" lIns="91425" spcFirstLastPara="1" rIns="91425" wrap="square" tIns="91425">
            <a:noAutofit/>
          </a:bodyPr>
          <a:lstStyle>
            <a:lvl1pPr lvl="0">
              <a:buNone/>
              <a:defRPr sz="1000">
                <a:latin typeface="Zen Kaku Gothic New"/>
                <a:ea typeface="Zen Kaku Gothic New"/>
                <a:cs typeface="Zen Kaku Gothic New"/>
                <a:sym typeface="Zen Kaku Gothic New"/>
              </a:defRPr>
            </a:lvl1pPr>
            <a:lvl2pPr lvl="1">
              <a:buNone/>
              <a:defRPr sz="1000">
                <a:latin typeface="Zen Kaku Gothic New"/>
                <a:ea typeface="Zen Kaku Gothic New"/>
                <a:cs typeface="Zen Kaku Gothic New"/>
                <a:sym typeface="Zen Kaku Gothic New"/>
              </a:defRPr>
            </a:lvl2pPr>
            <a:lvl3pPr lvl="2">
              <a:buNone/>
              <a:defRPr sz="1000">
                <a:latin typeface="Zen Kaku Gothic New"/>
                <a:ea typeface="Zen Kaku Gothic New"/>
                <a:cs typeface="Zen Kaku Gothic New"/>
                <a:sym typeface="Zen Kaku Gothic New"/>
              </a:defRPr>
            </a:lvl3pPr>
            <a:lvl4pPr lvl="3">
              <a:buNone/>
              <a:defRPr sz="1000">
                <a:latin typeface="Zen Kaku Gothic New"/>
                <a:ea typeface="Zen Kaku Gothic New"/>
                <a:cs typeface="Zen Kaku Gothic New"/>
                <a:sym typeface="Zen Kaku Gothic New"/>
              </a:defRPr>
            </a:lvl4pPr>
            <a:lvl5pPr lvl="4">
              <a:buNone/>
              <a:defRPr sz="1000">
                <a:latin typeface="Zen Kaku Gothic New"/>
                <a:ea typeface="Zen Kaku Gothic New"/>
                <a:cs typeface="Zen Kaku Gothic New"/>
                <a:sym typeface="Zen Kaku Gothic New"/>
              </a:defRPr>
            </a:lvl5pPr>
            <a:lvl6pPr lvl="5">
              <a:buNone/>
              <a:defRPr sz="1000">
                <a:latin typeface="Zen Kaku Gothic New"/>
                <a:ea typeface="Zen Kaku Gothic New"/>
                <a:cs typeface="Zen Kaku Gothic New"/>
                <a:sym typeface="Zen Kaku Gothic New"/>
              </a:defRPr>
            </a:lvl6pPr>
            <a:lvl7pPr lvl="6">
              <a:buNone/>
              <a:defRPr sz="1000">
                <a:latin typeface="Zen Kaku Gothic New"/>
                <a:ea typeface="Zen Kaku Gothic New"/>
                <a:cs typeface="Zen Kaku Gothic New"/>
                <a:sym typeface="Zen Kaku Gothic New"/>
              </a:defRPr>
            </a:lvl7pPr>
            <a:lvl8pPr lvl="7">
              <a:buNone/>
              <a:defRPr sz="1000">
                <a:latin typeface="Zen Kaku Gothic New"/>
                <a:ea typeface="Zen Kaku Gothic New"/>
                <a:cs typeface="Zen Kaku Gothic New"/>
                <a:sym typeface="Zen Kaku Gothic New"/>
              </a:defRPr>
            </a:lvl8pPr>
            <a:lvl9pPr lvl="8">
              <a:buNone/>
              <a:defRPr sz="1000">
                <a:latin typeface="Zen Kaku Gothic New"/>
                <a:ea typeface="Zen Kaku Gothic New"/>
                <a:cs typeface="Zen Kaku Gothic New"/>
                <a:sym typeface="Zen Kaku Gothic New"/>
              </a:defRPr>
            </a:lvl9pPr>
          </a:lstStyle>
          <a:p>
            <a:pPr indent="0" lvl="0" marL="0" rtl="0" algn="l">
              <a:spcBef>
                <a:spcPts val="0"/>
              </a:spcBef>
              <a:spcAft>
                <a:spcPts val="0"/>
              </a:spcAft>
              <a:buNone/>
            </a:pPr>
            <a:fld id="{00000000-1234-1234-1234-123412341234}" type="slidenum">
              <a:rPr lang="ja"/>
              <a:t>‹#›</a:t>
            </a:fld>
            <a:endParaRPr/>
          </a:p>
        </p:txBody>
      </p:sp>
    </p:spTree>
  </p:cSld>
  <p:clrMapOvr>
    <a:masterClrMapping/>
  </p:clrMapOvr>
  <p:extLst>
    <p:ext uri="{DCECCB84-F9BA-43D5-87BE-67443E8EF086}">
      <p15:sldGuideLst>
        <p15:guide id="1" orient="horz" pos="324">
          <p15:clr>
            <a:srgbClr val="FA7B17"/>
          </p15:clr>
        </p15:guide>
        <p15:guide id="2" orient="horz" pos="2915">
          <p15:clr>
            <a:srgbClr val="FA7B17"/>
          </p15:clr>
        </p15:guide>
        <p15:guide id="3" orient="horz" pos="3078">
          <p15:clr>
            <a:srgbClr val="FA7B17"/>
          </p15:clr>
        </p15:guide>
        <p15:guide id="4" orient="horz" pos="162">
          <p15:clr>
            <a:srgbClr val="FA7B17"/>
          </p15:clr>
        </p15:guide>
        <p15:guide id="5" pos="324">
          <p15:clr>
            <a:srgbClr val="FA7B17"/>
          </p15:clr>
        </p15:guide>
        <p15:guide id="6" pos="163">
          <p15:clr>
            <a:srgbClr val="FA7B17"/>
          </p15:clr>
        </p15:guide>
        <p15:guide id="7" pos="5436">
          <p15:clr>
            <a:srgbClr val="FA7B17"/>
          </p15:clr>
        </p15:guide>
        <p15:guide id="8" pos="5597">
          <p15:clr>
            <a:srgbClr val="FA7B17"/>
          </p15:clr>
        </p15:guide>
        <p15:guide id="9" orient="horz" pos="487">
          <p15:clr>
            <a:srgbClr val="FA7B17"/>
          </p15:clr>
        </p15:guide>
      </p15:sldGuideLst>
    </p:ext>
  </p:extLst>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ガイドのみ 1">
  <p:cSld name="TITLE_1_3_1_2">
    <p:bg>
      <p:bgPr>
        <a:solidFill>
          <a:schemeClr val="lt1"/>
        </a:solidFill>
      </p:bgPr>
    </p:bg>
    <p:spTree>
      <p:nvGrpSpPr>
        <p:cNvPr id="224" name="Shape 224"/>
        <p:cNvGrpSpPr/>
        <p:nvPr/>
      </p:nvGrpSpPr>
      <p:grpSpPr>
        <a:xfrm>
          <a:off x="0" y="0"/>
          <a:ext cx="0" cy="0"/>
          <a:chOff x="0" y="0"/>
          <a:chExt cx="0" cy="0"/>
        </a:xfrm>
      </p:grpSpPr>
      <p:sp>
        <p:nvSpPr>
          <p:cNvPr id="225" name="Google Shape;225;p45"/>
          <p:cNvSpPr txBox="1"/>
          <p:nvPr>
            <p:ph idx="12" type="sldNum"/>
          </p:nvPr>
        </p:nvSpPr>
        <p:spPr>
          <a:xfrm>
            <a:off x="8763484" y="4749901"/>
            <a:ext cx="548700" cy="393600"/>
          </a:xfrm>
          <a:prstGeom prst="rect">
            <a:avLst/>
          </a:prstGeom>
        </p:spPr>
        <p:txBody>
          <a:bodyPr anchorCtr="0" anchor="t" bIns="91425" lIns="91425" spcFirstLastPara="1" rIns="91425" wrap="square" tIns="91425">
            <a:noAutofit/>
          </a:bodyPr>
          <a:lstStyle>
            <a:lvl1pPr lvl="0">
              <a:buNone/>
              <a:defRPr sz="1000">
                <a:latin typeface="Zen Kaku Gothic New"/>
                <a:ea typeface="Zen Kaku Gothic New"/>
                <a:cs typeface="Zen Kaku Gothic New"/>
                <a:sym typeface="Zen Kaku Gothic New"/>
              </a:defRPr>
            </a:lvl1pPr>
            <a:lvl2pPr lvl="1">
              <a:buNone/>
              <a:defRPr sz="1000">
                <a:latin typeface="Zen Kaku Gothic New"/>
                <a:ea typeface="Zen Kaku Gothic New"/>
                <a:cs typeface="Zen Kaku Gothic New"/>
                <a:sym typeface="Zen Kaku Gothic New"/>
              </a:defRPr>
            </a:lvl2pPr>
            <a:lvl3pPr lvl="2">
              <a:buNone/>
              <a:defRPr sz="1000">
                <a:latin typeface="Zen Kaku Gothic New"/>
                <a:ea typeface="Zen Kaku Gothic New"/>
                <a:cs typeface="Zen Kaku Gothic New"/>
                <a:sym typeface="Zen Kaku Gothic New"/>
              </a:defRPr>
            </a:lvl3pPr>
            <a:lvl4pPr lvl="3">
              <a:buNone/>
              <a:defRPr sz="1000">
                <a:latin typeface="Zen Kaku Gothic New"/>
                <a:ea typeface="Zen Kaku Gothic New"/>
                <a:cs typeface="Zen Kaku Gothic New"/>
                <a:sym typeface="Zen Kaku Gothic New"/>
              </a:defRPr>
            </a:lvl4pPr>
            <a:lvl5pPr lvl="4">
              <a:buNone/>
              <a:defRPr sz="1000">
                <a:latin typeface="Zen Kaku Gothic New"/>
                <a:ea typeface="Zen Kaku Gothic New"/>
                <a:cs typeface="Zen Kaku Gothic New"/>
                <a:sym typeface="Zen Kaku Gothic New"/>
              </a:defRPr>
            </a:lvl5pPr>
            <a:lvl6pPr lvl="5">
              <a:buNone/>
              <a:defRPr sz="1000">
                <a:latin typeface="Zen Kaku Gothic New"/>
                <a:ea typeface="Zen Kaku Gothic New"/>
                <a:cs typeface="Zen Kaku Gothic New"/>
                <a:sym typeface="Zen Kaku Gothic New"/>
              </a:defRPr>
            </a:lvl6pPr>
            <a:lvl7pPr lvl="6">
              <a:buNone/>
              <a:defRPr sz="1000">
                <a:latin typeface="Zen Kaku Gothic New"/>
                <a:ea typeface="Zen Kaku Gothic New"/>
                <a:cs typeface="Zen Kaku Gothic New"/>
                <a:sym typeface="Zen Kaku Gothic New"/>
              </a:defRPr>
            </a:lvl7pPr>
            <a:lvl8pPr lvl="7">
              <a:buNone/>
              <a:defRPr sz="1000">
                <a:latin typeface="Zen Kaku Gothic New"/>
                <a:ea typeface="Zen Kaku Gothic New"/>
                <a:cs typeface="Zen Kaku Gothic New"/>
                <a:sym typeface="Zen Kaku Gothic New"/>
              </a:defRPr>
            </a:lvl8pPr>
            <a:lvl9pPr lvl="8">
              <a:buNone/>
              <a:defRPr sz="1000">
                <a:latin typeface="Zen Kaku Gothic New"/>
                <a:ea typeface="Zen Kaku Gothic New"/>
                <a:cs typeface="Zen Kaku Gothic New"/>
                <a:sym typeface="Zen Kaku Gothic New"/>
              </a:defRPr>
            </a:lvl9pPr>
          </a:lstStyle>
          <a:p>
            <a:pPr indent="0" lvl="0" marL="0" rtl="0" algn="l">
              <a:spcBef>
                <a:spcPts val="0"/>
              </a:spcBef>
              <a:spcAft>
                <a:spcPts val="0"/>
              </a:spcAft>
              <a:buNone/>
            </a:pPr>
            <a:fld id="{00000000-1234-1234-1234-123412341234}" type="slidenum">
              <a:rPr lang="ja"/>
              <a:t>‹#›</a:t>
            </a:fld>
            <a:endParaRPr/>
          </a:p>
        </p:txBody>
      </p:sp>
    </p:spTree>
  </p:cSld>
  <p:clrMapOvr>
    <a:masterClrMapping/>
  </p:clrMapOvr>
  <p:extLst>
    <p:ext uri="{DCECCB84-F9BA-43D5-87BE-67443E8EF086}">
      <p15:sldGuideLst>
        <p15:guide id="1" orient="horz" pos="324">
          <p15:clr>
            <a:srgbClr val="FA7B17"/>
          </p15:clr>
        </p15:guide>
        <p15:guide id="2" orient="horz" pos="2915">
          <p15:clr>
            <a:srgbClr val="FA7B17"/>
          </p15:clr>
        </p15:guide>
        <p15:guide id="3" orient="horz" pos="3078">
          <p15:clr>
            <a:srgbClr val="FA7B17"/>
          </p15:clr>
        </p15:guide>
        <p15:guide id="4" orient="horz" pos="162">
          <p15:clr>
            <a:srgbClr val="FA7B17"/>
          </p15:clr>
        </p15:guide>
        <p15:guide id="5" pos="324">
          <p15:clr>
            <a:srgbClr val="FA7B17"/>
          </p15:clr>
        </p15:guide>
        <p15:guide id="6" pos="163">
          <p15:clr>
            <a:srgbClr val="FA7B17"/>
          </p15:clr>
        </p15:guide>
        <p15:guide id="7" pos="5436">
          <p15:clr>
            <a:srgbClr val="FA7B17"/>
          </p15:clr>
        </p15:guide>
        <p15:guide id="8" pos="5597">
          <p15:clr>
            <a:srgbClr val="FA7B17"/>
          </p15:clr>
        </p15:guide>
        <p15:guide id="9" orient="horz" pos="487">
          <p15:clr>
            <a:srgbClr val="FA7B17"/>
          </p15:clr>
        </p15:guide>
      </p15:sldGuideLst>
    </p:ext>
  </p:extLst>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fery_STYLE">
  <p:cSld name="DEFAULT">
    <p:bg>
      <p:bgPr>
        <a:solidFill>
          <a:schemeClr val="lt1"/>
        </a:solidFill>
      </p:bgPr>
    </p:bg>
    <p:spTree>
      <p:nvGrpSpPr>
        <p:cNvPr id="226" name="Shape 226"/>
        <p:cNvGrpSpPr/>
        <p:nvPr/>
      </p:nvGrpSpPr>
      <p:grpSpPr>
        <a:xfrm>
          <a:off x="0" y="0"/>
          <a:ext cx="0" cy="0"/>
          <a:chOff x="0" y="0"/>
          <a:chExt cx="0" cy="0"/>
        </a:xfrm>
      </p:grpSpPr>
      <p:sp>
        <p:nvSpPr>
          <p:cNvPr id="227" name="Google Shape;227;p46"/>
          <p:cNvSpPr txBox="1"/>
          <p:nvPr>
            <p:ph idx="12" type="sldNum"/>
          </p:nvPr>
        </p:nvSpPr>
        <p:spPr>
          <a:xfrm>
            <a:off x="8677174" y="4870894"/>
            <a:ext cx="372900" cy="242400"/>
          </a:xfrm>
          <a:prstGeom prst="rect">
            <a:avLst/>
          </a:prstGeom>
        </p:spPr>
        <p:txBody>
          <a:bodyPr anchorCtr="0" anchor="t" bIns="91425" lIns="91425" spcFirstLastPara="1" rIns="91425" wrap="square" tIns="91425">
            <a:noAutofit/>
          </a:bodyPr>
          <a:lstStyle>
            <a:lvl1pPr lvl="0">
              <a:lnSpc>
                <a:spcPct val="90000"/>
              </a:lnSpc>
              <a:buSzPts val="358"/>
              <a:buNone/>
              <a:defRPr sz="823"/>
            </a:lvl1pPr>
            <a:lvl2pPr lvl="1">
              <a:lnSpc>
                <a:spcPct val="90000"/>
              </a:lnSpc>
              <a:buSzPts val="358"/>
              <a:buNone/>
              <a:defRPr sz="823"/>
            </a:lvl2pPr>
            <a:lvl3pPr lvl="2">
              <a:lnSpc>
                <a:spcPct val="90000"/>
              </a:lnSpc>
              <a:buSzPts val="358"/>
              <a:buNone/>
              <a:defRPr sz="823"/>
            </a:lvl3pPr>
            <a:lvl4pPr lvl="3">
              <a:lnSpc>
                <a:spcPct val="90000"/>
              </a:lnSpc>
              <a:buSzPts val="358"/>
              <a:buNone/>
              <a:defRPr sz="823"/>
            </a:lvl4pPr>
            <a:lvl5pPr lvl="4">
              <a:lnSpc>
                <a:spcPct val="90000"/>
              </a:lnSpc>
              <a:buSzPts val="358"/>
              <a:buNone/>
              <a:defRPr sz="823"/>
            </a:lvl5pPr>
            <a:lvl6pPr lvl="5">
              <a:lnSpc>
                <a:spcPct val="90000"/>
              </a:lnSpc>
              <a:buSzPts val="358"/>
              <a:buNone/>
              <a:defRPr sz="823"/>
            </a:lvl6pPr>
            <a:lvl7pPr lvl="6">
              <a:lnSpc>
                <a:spcPct val="90000"/>
              </a:lnSpc>
              <a:buSzPts val="358"/>
              <a:buNone/>
              <a:defRPr sz="823"/>
            </a:lvl7pPr>
            <a:lvl8pPr lvl="7">
              <a:lnSpc>
                <a:spcPct val="90000"/>
              </a:lnSpc>
              <a:buSzPts val="358"/>
              <a:buNone/>
              <a:defRPr sz="823"/>
            </a:lvl8pPr>
            <a:lvl9pPr lvl="8">
              <a:lnSpc>
                <a:spcPct val="90000"/>
              </a:lnSpc>
              <a:buSzPts val="358"/>
              <a:buNone/>
              <a:defRPr sz="823"/>
            </a:lvl9pPr>
          </a:lstStyle>
          <a:p>
            <a:pPr indent="0" lvl="0" marL="0" rtl="0" algn="l">
              <a:spcBef>
                <a:spcPts val="0"/>
              </a:spcBef>
              <a:spcAft>
                <a:spcPts val="0"/>
              </a:spcAft>
              <a:buNone/>
            </a:pPr>
            <a:fld id="{00000000-1234-1234-1234-123412341234}" type="slidenum">
              <a:rPr lang="ja"/>
              <a:t>‹#›</a:t>
            </a:fld>
            <a:endParaRPr>
              <a:solidFill>
                <a:schemeClr val="accent3"/>
              </a:solidFill>
            </a:endParaRPr>
          </a:p>
        </p:txBody>
      </p:sp>
      <p:sp>
        <p:nvSpPr>
          <p:cNvPr id="228" name="Google Shape;228;p46"/>
          <p:cNvSpPr txBox="1"/>
          <p:nvPr/>
        </p:nvSpPr>
        <p:spPr>
          <a:xfrm>
            <a:off x="143475" y="4838206"/>
            <a:ext cx="15399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800">
                <a:solidFill>
                  <a:srgbClr val="6B7376"/>
                </a:solidFill>
              </a:rPr>
              <a:t>©︎2022  medup inc.</a:t>
            </a:r>
            <a:endParaRPr sz="800">
              <a:solidFill>
                <a:srgbClr val="6B7376"/>
              </a:solidFill>
            </a:endParaRPr>
          </a:p>
        </p:txBody>
      </p:sp>
      <p:sp>
        <p:nvSpPr>
          <p:cNvPr id="229" name="Google Shape;229;p46"/>
          <p:cNvSpPr/>
          <p:nvPr/>
        </p:nvSpPr>
        <p:spPr>
          <a:xfrm>
            <a:off x="305704" y="147225"/>
            <a:ext cx="6052800" cy="30150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None/>
            </a:pPr>
            <a:r>
              <a:t/>
            </a:r>
            <a:endParaRPr b="0" i="0" sz="1500" u="none" cap="none" strike="noStrike">
              <a:solidFill>
                <a:schemeClr val="dk1"/>
              </a:solidFill>
              <a:latin typeface="Calibri"/>
              <a:ea typeface="Calibri"/>
              <a:cs typeface="Calibri"/>
              <a:sym typeface="Calibri"/>
            </a:endParaRPr>
          </a:p>
        </p:txBody>
      </p:sp>
      <p:pic>
        <p:nvPicPr>
          <p:cNvPr descr="preencoded.png" id="230" name="Google Shape;230;p46"/>
          <p:cNvPicPr preferRelativeResize="0"/>
          <p:nvPr/>
        </p:nvPicPr>
        <p:blipFill rotWithShape="1">
          <a:blip r:embed="rId2">
            <a:alphaModFix/>
          </a:blip>
          <a:srcRect b="0" l="0" r="0" t="0"/>
          <a:stretch/>
        </p:blipFill>
        <p:spPr>
          <a:xfrm>
            <a:off x="0" y="519113"/>
            <a:ext cx="9144000" cy="28575"/>
          </a:xfrm>
          <a:prstGeom prst="rect">
            <a:avLst/>
          </a:prstGeom>
          <a:noFill/>
          <a:ln>
            <a:noFill/>
          </a:ln>
        </p:spPr>
      </p:pic>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表紙_DeepGreen">
  <p:cSld name="TITLE_1">
    <p:bg>
      <p:bgPr>
        <a:solidFill>
          <a:schemeClr val="accent1"/>
        </a:solidFill>
      </p:bgPr>
    </p:bg>
    <p:spTree>
      <p:nvGrpSpPr>
        <p:cNvPr id="235" name="Shape 235"/>
        <p:cNvGrpSpPr/>
        <p:nvPr/>
      </p:nvGrpSpPr>
      <p:grpSpPr>
        <a:xfrm>
          <a:off x="0" y="0"/>
          <a:ext cx="0" cy="0"/>
          <a:chOff x="0" y="0"/>
          <a:chExt cx="0" cy="0"/>
        </a:xfrm>
      </p:grpSpPr>
      <p:pic>
        <p:nvPicPr>
          <p:cNvPr id="236" name="Google Shape;236;p48"/>
          <p:cNvPicPr preferRelativeResize="0"/>
          <p:nvPr/>
        </p:nvPicPr>
        <p:blipFill rotWithShape="1">
          <a:blip r:embed="rId2">
            <a:alphaModFix/>
          </a:blip>
          <a:srcRect b="8354" l="710" r="720" t="13283"/>
          <a:stretch/>
        </p:blipFill>
        <p:spPr>
          <a:xfrm>
            <a:off x="0" y="0"/>
            <a:ext cx="9144000" cy="5143500"/>
          </a:xfrm>
          <a:prstGeom prst="rect">
            <a:avLst/>
          </a:prstGeom>
          <a:noFill/>
          <a:ln>
            <a:noFill/>
          </a:ln>
        </p:spPr>
      </p:pic>
      <p:pic>
        <p:nvPicPr>
          <p:cNvPr id="237" name="Google Shape;237;p48"/>
          <p:cNvPicPr preferRelativeResize="0"/>
          <p:nvPr/>
        </p:nvPicPr>
        <p:blipFill>
          <a:blip r:embed="rId3">
            <a:alphaModFix/>
          </a:blip>
          <a:stretch>
            <a:fillRect/>
          </a:stretch>
        </p:blipFill>
        <p:spPr>
          <a:xfrm>
            <a:off x="3853493" y="4579100"/>
            <a:ext cx="1437015" cy="347750"/>
          </a:xfrm>
          <a:prstGeom prst="rect">
            <a:avLst/>
          </a:prstGeom>
          <a:noFill/>
          <a:ln>
            <a:noFill/>
          </a:ln>
        </p:spPr>
      </p:pic>
      <p:sp>
        <p:nvSpPr>
          <p:cNvPr id="238" name="Google Shape;238;p48" title="タイトル"/>
          <p:cNvSpPr txBox="1"/>
          <p:nvPr>
            <p:ph type="title"/>
          </p:nvPr>
        </p:nvSpPr>
        <p:spPr>
          <a:xfrm>
            <a:off x="200025" y="2128800"/>
            <a:ext cx="8743800" cy="538800"/>
          </a:xfrm>
          <a:prstGeom prst="rect">
            <a:avLst/>
          </a:prstGeom>
          <a:noFill/>
          <a:ln>
            <a:noFill/>
          </a:ln>
        </p:spPr>
        <p:txBody>
          <a:bodyPr anchorCtr="0" anchor="b" bIns="39550" lIns="79125" spcFirstLastPara="1" rIns="79125" wrap="square" tIns="39550">
            <a:noAutofit/>
          </a:bodyPr>
          <a:lstStyle>
            <a:lvl1pPr lvl="0" marR="0" algn="ctr">
              <a:lnSpc>
                <a:spcPct val="90000"/>
              </a:lnSpc>
              <a:spcBef>
                <a:spcPts val="0"/>
              </a:spcBef>
              <a:spcAft>
                <a:spcPts val="0"/>
              </a:spcAft>
              <a:buClr>
                <a:schemeClr val="lt1"/>
              </a:buClr>
              <a:buSzPts val="3200"/>
              <a:buNone/>
              <a:defRPr i="0" sz="3200" u="none" cap="none" strike="noStrike">
                <a:solidFill>
                  <a:schemeClr val="lt1"/>
                </a:solidFill>
              </a:defRPr>
            </a:lvl1pPr>
            <a:lvl2pPr lvl="1">
              <a:spcBef>
                <a:spcPts val="0"/>
              </a:spcBef>
              <a:spcAft>
                <a:spcPts val="0"/>
              </a:spcAft>
              <a:buSzPts val="1200"/>
              <a:buNone/>
              <a:defRPr b="1" sz="1600"/>
            </a:lvl2pPr>
            <a:lvl3pPr lvl="2">
              <a:spcBef>
                <a:spcPts val="0"/>
              </a:spcBef>
              <a:spcAft>
                <a:spcPts val="0"/>
              </a:spcAft>
              <a:buSzPts val="1200"/>
              <a:buNone/>
              <a:defRPr b="1" sz="1600"/>
            </a:lvl3pPr>
            <a:lvl4pPr lvl="3">
              <a:spcBef>
                <a:spcPts val="0"/>
              </a:spcBef>
              <a:spcAft>
                <a:spcPts val="0"/>
              </a:spcAft>
              <a:buSzPts val="1200"/>
              <a:buNone/>
              <a:defRPr b="1" sz="1600"/>
            </a:lvl4pPr>
            <a:lvl5pPr lvl="4">
              <a:spcBef>
                <a:spcPts val="0"/>
              </a:spcBef>
              <a:spcAft>
                <a:spcPts val="0"/>
              </a:spcAft>
              <a:buSzPts val="1200"/>
              <a:buNone/>
              <a:defRPr b="1" sz="1600"/>
            </a:lvl5pPr>
            <a:lvl6pPr lvl="5">
              <a:spcBef>
                <a:spcPts val="0"/>
              </a:spcBef>
              <a:spcAft>
                <a:spcPts val="0"/>
              </a:spcAft>
              <a:buSzPts val="1200"/>
              <a:buNone/>
              <a:defRPr b="1" sz="1600"/>
            </a:lvl6pPr>
            <a:lvl7pPr lvl="6">
              <a:spcBef>
                <a:spcPts val="0"/>
              </a:spcBef>
              <a:spcAft>
                <a:spcPts val="0"/>
              </a:spcAft>
              <a:buSzPts val="1200"/>
              <a:buNone/>
              <a:defRPr b="1" sz="1600"/>
            </a:lvl7pPr>
            <a:lvl8pPr lvl="7">
              <a:spcBef>
                <a:spcPts val="0"/>
              </a:spcBef>
              <a:spcAft>
                <a:spcPts val="0"/>
              </a:spcAft>
              <a:buSzPts val="1200"/>
              <a:buNone/>
              <a:defRPr b="1" sz="1600"/>
            </a:lvl8pPr>
            <a:lvl9pPr lvl="8">
              <a:spcBef>
                <a:spcPts val="0"/>
              </a:spcBef>
              <a:spcAft>
                <a:spcPts val="0"/>
              </a:spcAft>
              <a:buSzPts val="1200"/>
              <a:buNone/>
              <a:defRPr b="1" sz="1600"/>
            </a:lvl9pPr>
          </a:lstStyle>
          <a:p/>
        </p:txBody>
      </p:sp>
      <p:sp>
        <p:nvSpPr>
          <p:cNvPr id="239" name="Google Shape;239;p48" title="タイトル"/>
          <p:cNvSpPr txBox="1"/>
          <p:nvPr>
            <p:ph idx="2" type="title"/>
          </p:nvPr>
        </p:nvSpPr>
        <p:spPr>
          <a:xfrm>
            <a:off x="514350" y="2735100"/>
            <a:ext cx="8115300" cy="279600"/>
          </a:xfrm>
          <a:prstGeom prst="rect">
            <a:avLst/>
          </a:prstGeom>
          <a:noFill/>
          <a:ln>
            <a:noFill/>
          </a:ln>
        </p:spPr>
        <p:txBody>
          <a:bodyPr anchorCtr="0" anchor="t" bIns="39550" lIns="79125" spcFirstLastPara="1" rIns="79125" wrap="square" tIns="39550">
            <a:noAutofit/>
          </a:bodyPr>
          <a:lstStyle>
            <a:lvl1pPr lvl="0" marR="0" algn="ctr">
              <a:lnSpc>
                <a:spcPct val="90000"/>
              </a:lnSpc>
              <a:spcBef>
                <a:spcPts val="0"/>
              </a:spcBef>
              <a:spcAft>
                <a:spcPts val="0"/>
              </a:spcAft>
              <a:buClr>
                <a:schemeClr val="lt1"/>
              </a:buClr>
              <a:buSzPts val="1600"/>
              <a:buNone/>
              <a:defRPr i="0" sz="1600" u="none" cap="none" strike="noStrike">
                <a:solidFill>
                  <a:schemeClr val="lt1"/>
                </a:solidFill>
              </a:defRPr>
            </a:lvl1pPr>
            <a:lvl2pPr lvl="1">
              <a:spcBef>
                <a:spcPts val="0"/>
              </a:spcBef>
              <a:spcAft>
                <a:spcPts val="0"/>
              </a:spcAft>
              <a:buSzPts val="1600"/>
              <a:buNone/>
              <a:defRPr/>
            </a:lvl2pPr>
            <a:lvl3pPr lvl="2">
              <a:spcBef>
                <a:spcPts val="0"/>
              </a:spcBef>
              <a:spcAft>
                <a:spcPts val="0"/>
              </a:spcAft>
              <a:buSzPts val="1600"/>
              <a:buNone/>
              <a:defRPr/>
            </a:lvl3pPr>
            <a:lvl4pPr lvl="3">
              <a:spcBef>
                <a:spcPts val="0"/>
              </a:spcBef>
              <a:spcAft>
                <a:spcPts val="0"/>
              </a:spcAft>
              <a:buSzPts val="1600"/>
              <a:buNone/>
              <a:defRPr/>
            </a:lvl4pPr>
            <a:lvl5pPr lvl="4">
              <a:spcBef>
                <a:spcPts val="0"/>
              </a:spcBef>
              <a:spcAft>
                <a:spcPts val="0"/>
              </a:spcAft>
              <a:buSzPts val="1600"/>
              <a:buNone/>
              <a:defRPr/>
            </a:lvl5pPr>
            <a:lvl6pPr lvl="5">
              <a:spcBef>
                <a:spcPts val="0"/>
              </a:spcBef>
              <a:spcAft>
                <a:spcPts val="0"/>
              </a:spcAft>
              <a:buSzPts val="1600"/>
              <a:buNone/>
              <a:defRPr/>
            </a:lvl6pPr>
            <a:lvl7pPr lvl="6">
              <a:spcBef>
                <a:spcPts val="0"/>
              </a:spcBef>
              <a:spcAft>
                <a:spcPts val="0"/>
              </a:spcAft>
              <a:buSzPts val="1600"/>
              <a:buNone/>
              <a:defRPr/>
            </a:lvl7pPr>
            <a:lvl8pPr lvl="7">
              <a:spcBef>
                <a:spcPts val="0"/>
              </a:spcBef>
              <a:spcAft>
                <a:spcPts val="0"/>
              </a:spcAft>
              <a:buSzPts val="1600"/>
              <a:buNone/>
              <a:defRPr/>
            </a:lvl8pPr>
            <a:lvl9pPr lvl="8">
              <a:spcBef>
                <a:spcPts val="0"/>
              </a:spcBef>
              <a:spcAft>
                <a:spcPts val="0"/>
              </a:spcAft>
              <a:buSzPts val="1600"/>
              <a:buNone/>
              <a:defRPr/>
            </a:lvl9pPr>
          </a:lstStyle>
          <a:p/>
        </p:txBody>
      </p:sp>
      <p:sp>
        <p:nvSpPr>
          <p:cNvPr id="240" name="Google Shape;240;p48"/>
          <p:cNvSpPr txBox="1"/>
          <p:nvPr>
            <p:ph idx="12" type="sldNum"/>
          </p:nvPr>
        </p:nvSpPr>
        <p:spPr>
          <a:xfrm>
            <a:off x="8763484" y="4749901"/>
            <a:ext cx="548700" cy="393600"/>
          </a:xfrm>
          <a:prstGeom prst="rect">
            <a:avLst/>
          </a:prstGeom>
        </p:spPr>
        <p:txBody>
          <a:bodyPr anchorCtr="0" anchor="t" bIns="91425" lIns="91425" spcFirstLastPara="1" rIns="91425" wrap="square" tIns="91425">
            <a:noAutofit/>
          </a:bodyPr>
          <a:lstStyle>
            <a:lvl1pPr lvl="0">
              <a:buNone/>
              <a:defRPr sz="1000">
                <a:latin typeface="Zen Kaku Gothic New"/>
                <a:ea typeface="Zen Kaku Gothic New"/>
                <a:cs typeface="Zen Kaku Gothic New"/>
                <a:sym typeface="Zen Kaku Gothic New"/>
              </a:defRPr>
            </a:lvl1pPr>
            <a:lvl2pPr lvl="1">
              <a:buNone/>
              <a:defRPr sz="1000">
                <a:latin typeface="Zen Kaku Gothic New"/>
                <a:ea typeface="Zen Kaku Gothic New"/>
                <a:cs typeface="Zen Kaku Gothic New"/>
                <a:sym typeface="Zen Kaku Gothic New"/>
              </a:defRPr>
            </a:lvl2pPr>
            <a:lvl3pPr lvl="2">
              <a:buNone/>
              <a:defRPr sz="1000">
                <a:latin typeface="Zen Kaku Gothic New"/>
                <a:ea typeface="Zen Kaku Gothic New"/>
                <a:cs typeface="Zen Kaku Gothic New"/>
                <a:sym typeface="Zen Kaku Gothic New"/>
              </a:defRPr>
            </a:lvl3pPr>
            <a:lvl4pPr lvl="3">
              <a:buNone/>
              <a:defRPr sz="1000">
                <a:latin typeface="Zen Kaku Gothic New"/>
                <a:ea typeface="Zen Kaku Gothic New"/>
                <a:cs typeface="Zen Kaku Gothic New"/>
                <a:sym typeface="Zen Kaku Gothic New"/>
              </a:defRPr>
            </a:lvl4pPr>
            <a:lvl5pPr lvl="4">
              <a:buNone/>
              <a:defRPr sz="1000">
                <a:latin typeface="Zen Kaku Gothic New"/>
                <a:ea typeface="Zen Kaku Gothic New"/>
                <a:cs typeface="Zen Kaku Gothic New"/>
                <a:sym typeface="Zen Kaku Gothic New"/>
              </a:defRPr>
            </a:lvl5pPr>
            <a:lvl6pPr lvl="5">
              <a:buNone/>
              <a:defRPr sz="1000">
                <a:latin typeface="Zen Kaku Gothic New"/>
                <a:ea typeface="Zen Kaku Gothic New"/>
                <a:cs typeface="Zen Kaku Gothic New"/>
                <a:sym typeface="Zen Kaku Gothic New"/>
              </a:defRPr>
            </a:lvl6pPr>
            <a:lvl7pPr lvl="6">
              <a:buNone/>
              <a:defRPr sz="1000">
                <a:latin typeface="Zen Kaku Gothic New"/>
                <a:ea typeface="Zen Kaku Gothic New"/>
                <a:cs typeface="Zen Kaku Gothic New"/>
                <a:sym typeface="Zen Kaku Gothic New"/>
              </a:defRPr>
            </a:lvl7pPr>
            <a:lvl8pPr lvl="7">
              <a:buNone/>
              <a:defRPr sz="1000">
                <a:latin typeface="Zen Kaku Gothic New"/>
                <a:ea typeface="Zen Kaku Gothic New"/>
                <a:cs typeface="Zen Kaku Gothic New"/>
                <a:sym typeface="Zen Kaku Gothic New"/>
              </a:defRPr>
            </a:lvl8pPr>
            <a:lvl9pPr lvl="8">
              <a:buNone/>
              <a:defRPr sz="1000">
                <a:latin typeface="Zen Kaku Gothic New"/>
                <a:ea typeface="Zen Kaku Gothic New"/>
                <a:cs typeface="Zen Kaku Gothic New"/>
                <a:sym typeface="Zen Kaku Gothic New"/>
              </a:defRPr>
            </a:lvl9pPr>
          </a:lstStyle>
          <a:p>
            <a:pPr indent="0" lvl="0" marL="0" rtl="0" algn="l">
              <a:spcBef>
                <a:spcPts val="0"/>
              </a:spcBef>
              <a:spcAft>
                <a:spcPts val="0"/>
              </a:spcAft>
              <a:buNone/>
            </a:pPr>
            <a:fld id="{00000000-1234-1234-1234-123412341234}" type="slidenum">
              <a:rPr lang="ja"/>
              <a:t>‹#›</a:t>
            </a:fld>
            <a:endParaRPr/>
          </a:p>
        </p:txBody>
      </p:sp>
    </p:spTree>
  </p:cSld>
  <p:clrMapOvr>
    <a:masterClrMapping/>
  </p:clrMapOvr>
  <p:extLst>
    <p:ext uri="{DCECCB84-F9BA-43D5-87BE-67443E8EF086}">
      <p15:sldGuideLst>
        <p15:guide id="1" orient="horz" pos="324">
          <p15:clr>
            <a:srgbClr val="FA7B17"/>
          </p15:clr>
        </p15:guide>
        <p15:guide id="2" orient="horz" pos="2915">
          <p15:clr>
            <a:srgbClr val="FA7B17"/>
          </p15:clr>
        </p15:guide>
        <p15:guide id="3" orient="horz" pos="3078">
          <p15:clr>
            <a:srgbClr val="FA7B17"/>
          </p15:clr>
        </p15:guide>
        <p15:guide id="4" orient="horz" pos="162">
          <p15:clr>
            <a:srgbClr val="FA7B17"/>
          </p15:clr>
        </p15:guide>
        <p15:guide id="5" pos="324">
          <p15:clr>
            <a:srgbClr val="FA7B17"/>
          </p15:clr>
        </p15:guide>
        <p15:guide id="6" pos="163">
          <p15:clr>
            <a:srgbClr val="FA7B17"/>
          </p15:clr>
        </p15:guide>
        <p15:guide id="7" pos="5436">
          <p15:clr>
            <a:srgbClr val="FA7B17"/>
          </p15:clr>
        </p15:guide>
        <p15:guide id="8" pos="5597">
          <p15:clr>
            <a:srgbClr val="FA7B17"/>
          </p15:clr>
        </p15:guide>
        <p15:guide id="9" orient="horz" pos="487">
          <p15:clr>
            <a:srgbClr val="FA7B17"/>
          </p15:clr>
        </p15:guide>
      </p15:sldGuideLst>
    </p:ext>
  </p:extLst>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dup_colored">
  <p:cSld name="BLANK_1">
    <p:spTree>
      <p:nvGrpSpPr>
        <p:cNvPr id="241" name="Shape 241"/>
        <p:cNvGrpSpPr/>
        <p:nvPr/>
      </p:nvGrpSpPr>
      <p:grpSpPr>
        <a:xfrm>
          <a:off x="0" y="0"/>
          <a:ext cx="0" cy="0"/>
          <a:chOff x="0" y="0"/>
          <a:chExt cx="0" cy="0"/>
        </a:xfrm>
      </p:grpSpPr>
      <p:sp>
        <p:nvSpPr>
          <p:cNvPr id="242" name="Google Shape;242;p49"/>
          <p:cNvSpPr/>
          <p:nvPr/>
        </p:nvSpPr>
        <p:spPr>
          <a:xfrm>
            <a:off x="1850" y="519113"/>
            <a:ext cx="9144000" cy="28500"/>
          </a:xfrm>
          <a:prstGeom prst="rect">
            <a:avLst/>
          </a:prstGeom>
          <a:gradFill>
            <a:gsLst>
              <a:gs pos="0">
                <a:schemeClr val="accent2"/>
              </a:gs>
              <a:gs pos="100000">
                <a:schemeClr val="accen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49"/>
          <p:cNvSpPr txBox="1"/>
          <p:nvPr/>
        </p:nvSpPr>
        <p:spPr>
          <a:xfrm>
            <a:off x="143475" y="4838206"/>
            <a:ext cx="15399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800">
                <a:solidFill>
                  <a:srgbClr val="6B7376"/>
                </a:solidFill>
              </a:rPr>
              <a:t>©︎2026  medup inc.</a:t>
            </a:r>
            <a:endParaRPr sz="800">
              <a:solidFill>
                <a:srgbClr val="6B7376"/>
              </a:solidFill>
            </a:endParaRPr>
          </a:p>
        </p:txBody>
      </p:sp>
      <p:sp>
        <p:nvSpPr>
          <p:cNvPr id="244" name="Google Shape;244;p49"/>
          <p:cNvSpPr txBox="1"/>
          <p:nvPr>
            <p:ph idx="12" type="sldNum"/>
          </p:nvPr>
        </p:nvSpPr>
        <p:spPr>
          <a:xfrm>
            <a:off x="8763484" y="4749901"/>
            <a:ext cx="548700" cy="393600"/>
          </a:xfrm>
          <a:prstGeom prst="rect">
            <a:avLst/>
          </a:prstGeom>
        </p:spPr>
        <p:txBody>
          <a:bodyPr anchorCtr="0" anchor="t" bIns="91425" lIns="91425" spcFirstLastPara="1" rIns="91425" wrap="square" tIns="91425">
            <a:noAutofit/>
          </a:bodyPr>
          <a:lstStyle>
            <a:lvl1pPr lvl="0">
              <a:buNone/>
              <a:defRPr sz="1000">
                <a:latin typeface="Zen Kaku Gothic New"/>
                <a:ea typeface="Zen Kaku Gothic New"/>
                <a:cs typeface="Zen Kaku Gothic New"/>
                <a:sym typeface="Zen Kaku Gothic New"/>
              </a:defRPr>
            </a:lvl1pPr>
            <a:lvl2pPr lvl="1">
              <a:buNone/>
              <a:defRPr sz="1000">
                <a:latin typeface="Zen Kaku Gothic New"/>
                <a:ea typeface="Zen Kaku Gothic New"/>
                <a:cs typeface="Zen Kaku Gothic New"/>
                <a:sym typeface="Zen Kaku Gothic New"/>
              </a:defRPr>
            </a:lvl2pPr>
            <a:lvl3pPr lvl="2">
              <a:buNone/>
              <a:defRPr sz="1000">
                <a:latin typeface="Zen Kaku Gothic New"/>
                <a:ea typeface="Zen Kaku Gothic New"/>
                <a:cs typeface="Zen Kaku Gothic New"/>
                <a:sym typeface="Zen Kaku Gothic New"/>
              </a:defRPr>
            </a:lvl3pPr>
            <a:lvl4pPr lvl="3">
              <a:buNone/>
              <a:defRPr sz="1000">
                <a:latin typeface="Zen Kaku Gothic New"/>
                <a:ea typeface="Zen Kaku Gothic New"/>
                <a:cs typeface="Zen Kaku Gothic New"/>
                <a:sym typeface="Zen Kaku Gothic New"/>
              </a:defRPr>
            </a:lvl4pPr>
            <a:lvl5pPr lvl="4">
              <a:buNone/>
              <a:defRPr sz="1000">
                <a:latin typeface="Zen Kaku Gothic New"/>
                <a:ea typeface="Zen Kaku Gothic New"/>
                <a:cs typeface="Zen Kaku Gothic New"/>
                <a:sym typeface="Zen Kaku Gothic New"/>
              </a:defRPr>
            </a:lvl5pPr>
            <a:lvl6pPr lvl="5">
              <a:buNone/>
              <a:defRPr sz="1000">
                <a:latin typeface="Zen Kaku Gothic New"/>
                <a:ea typeface="Zen Kaku Gothic New"/>
                <a:cs typeface="Zen Kaku Gothic New"/>
                <a:sym typeface="Zen Kaku Gothic New"/>
              </a:defRPr>
            </a:lvl6pPr>
            <a:lvl7pPr lvl="6">
              <a:buNone/>
              <a:defRPr sz="1000">
                <a:latin typeface="Zen Kaku Gothic New"/>
                <a:ea typeface="Zen Kaku Gothic New"/>
                <a:cs typeface="Zen Kaku Gothic New"/>
                <a:sym typeface="Zen Kaku Gothic New"/>
              </a:defRPr>
            </a:lvl7pPr>
            <a:lvl8pPr lvl="7">
              <a:buNone/>
              <a:defRPr sz="1000">
                <a:latin typeface="Zen Kaku Gothic New"/>
                <a:ea typeface="Zen Kaku Gothic New"/>
                <a:cs typeface="Zen Kaku Gothic New"/>
                <a:sym typeface="Zen Kaku Gothic New"/>
              </a:defRPr>
            </a:lvl8pPr>
            <a:lvl9pPr lvl="8">
              <a:buNone/>
              <a:defRPr sz="1000">
                <a:latin typeface="Zen Kaku Gothic New"/>
                <a:ea typeface="Zen Kaku Gothic New"/>
                <a:cs typeface="Zen Kaku Gothic New"/>
                <a:sym typeface="Zen Kaku Gothic New"/>
              </a:defRPr>
            </a:lvl9pPr>
          </a:lstStyle>
          <a:p>
            <a:pPr indent="0" lvl="0" marL="0" rtl="0" algn="l">
              <a:spcBef>
                <a:spcPts val="0"/>
              </a:spcBef>
              <a:spcAft>
                <a:spcPts val="0"/>
              </a:spcAft>
              <a:buNone/>
            </a:pPr>
            <a:fld id="{00000000-1234-1234-1234-123412341234}" type="slidenum">
              <a:rPr lang="ja"/>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dup_colored 1">
  <p:cSld name="BLANK_1_1">
    <p:spTree>
      <p:nvGrpSpPr>
        <p:cNvPr id="245" name="Shape 245"/>
        <p:cNvGrpSpPr/>
        <p:nvPr/>
      </p:nvGrpSpPr>
      <p:grpSpPr>
        <a:xfrm>
          <a:off x="0" y="0"/>
          <a:ext cx="0" cy="0"/>
          <a:chOff x="0" y="0"/>
          <a:chExt cx="0" cy="0"/>
        </a:xfrm>
      </p:grpSpPr>
      <p:sp>
        <p:nvSpPr>
          <p:cNvPr id="246" name="Google Shape;246;p50"/>
          <p:cNvSpPr txBox="1"/>
          <p:nvPr/>
        </p:nvSpPr>
        <p:spPr>
          <a:xfrm>
            <a:off x="143475" y="4838206"/>
            <a:ext cx="15399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800">
                <a:solidFill>
                  <a:srgbClr val="6B7376"/>
                </a:solidFill>
              </a:rPr>
              <a:t>©︎2022  medup inc.</a:t>
            </a:r>
            <a:endParaRPr sz="800">
              <a:solidFill>
                <a:srgbClr val="6B7376"/>
              </a:solidFill>
            </a:endParaRPr>
          </a:p>
        </p:txBody>
      </p:sp>
      <p:sp>
        <p:nvSpPr>
          <p:cNvPr id="247" name="Google Shape;247;p50"/>
          <p:cNvSpPr txBox="1"/>
          <p:nvPr>
            <p:ph idx="12" type="sldNum"/>
          </p:nvPr>
        </p:nvSpPr>
        <p:spPr>
          <a:xfrm>
            <a:off x="8763484" y="4749901"/>
            <a:ext cx="548700" cy="393600"/>
          </a:xfrm>
          <a:prstGeom prst="rect">
            <a:avLst/>
          </a:prstGeom>
        </p:spPr>
        <p:txBody>
          <a:bodyPr anchorCtr="0" anchor="t" bIns="91425" lIns="91425" spcFirstLastPara="1" rIns="91425" wrap="square" tIns="91425">
            <a:noAutofit/>
          </a:bodyPr>
          <a:lstStyle>
            <a:lvl1pPr lvl="0">
              <a:buNone/>
              <a:defRPr sz="1000">
                <a:latin typeface="Zen Kaku Gothic New"/>
                <a:ea typeface="Zen Kaku Gothic New"/>
                <a:cs typeface="Zen Kaku Gothic New"/>
                <a:sym typeface="Zen Kaku Gothic New"/>
              </a:defRPr>
            </a:lvl1pPr>
            <a:lvl2pPr lvl="1">
              <a:buNone/>
              <a:defRPr sz="1000">
                <a:latin typeface="Zen Kaku Gothic New"/>
                <a:ea typeface="Zen Kaku Gothic New"/>
                <a:cs typeface="Zen Kaku Gothic New"/>
                <a:sym typeface="Zen Kaku Gothic New"/>
              </a:defRPr>
            </a:lvl2pPr>
            <a:lvl3pPr lvl="2">
              <a:buNone/>
              <a:defRPr sz="1000">
                <a:latin typeface="Zen Kaku Gothic New"/>
                <a:ea typeface="Zen Kaku Gothic New"/>
                <a:cs typeface="Zen Kaku Gothic New"/>
                <a:sym typeface="Zen Kaku Gothic New"/>
              </a:defRPr>
            </a:lvl3pPr>
            <a:lvl4pPr lvl="3">
              <a:buNone/>
              <a:defRPr sz="1000">
                <a:latin typeface="Zen Kaku Gothic New"/>
                <a:ea typeface="Zen Kaku Gothic New"/>
                <a:cs typeface="Zen Kaku Gothic New"/>
                <a:sym typeface="Zen Kaku Gothic New"/>
              </a:defRPr>
            </a:lvl4pPr>
            <a:lvl5pPr lvl="4">
              <a:buNone/>
              <a:defRPr sz="1000">
                <a:latin typeface="Zen Kaku Gothic New"/>
                <a:ea typeface="Zen Kaku Gothic New"/>
                <a:cs typeface="Zen Kaku Gothic New"/>
                <a:sym typeface="Zen Kaku Gothic New"/>
              </a:defRPr>
            </a:lvl5pPr>
            <a:lvl6pPr lvl="5">
              <a:buNone/>
              <a:defRPr sz="1000">
                <a:latin typeface="Zen Kaku Gothic New"/>
                <a:ea typeface="Zen Kaku Gothic New"/>
                <a:cs typeface="Zen Kaku Gothic New"/>
                <a:sym typeface="Zen Kaku Gothic New"/>
              </a:defRPr>
            </a:lvl6pPr>
            <a:lvl7pPr lvl="6">
              <a:buNone/>
              <a:defRPr sz="1000">
                <a:latin typeface="Zen Kaku Gothic New"/>
                <a:ea typeface="Zen Kaku Gothic New"/>
                <a:cs typeface="Zen Kaku Gothic New"/>
                <a:sym typeface="Zen Kaku Gothic New"/>
              </a:defRPr>
            </a:lvl7pPr>
            <a:lvl8pPr lvl="7">
              <a:buNone/>
              <a:defRPr sz="1000">
                <a:latin typeface="Zen Kaku Gothic New"/>
                <a:ea typeface="Zen Kaku Gothic New"/>
                <a:cs typeface="Zen Kaku Gothic New"/>
                <a:sym typeface="Zen Kaku Gothic New"/>
              </a:defRPr>
            </a:lvl8pPr>
            <a:lvl9pPr lvl="8">
              <a:buNone/>
              <a:defRPr sz="1000">
                <a:latin typeface="Zen Kaku Gothic New"/>
                <a:ea typeface="Zen Kaku Gothic New"/>
                <a:cs typeface="Zen Kaku Gothic New"/>
                <a:sym typeface="Zen Kaku Gothic New"/>
              </a:defRPr>
            </a:lvl9pPr>
          </a:lstStyle>
          <a:p>
            <a:pPr indent="0" lvl="0" marL="0" rtl="0" algn="l">
              <a:spcBef>
                <a:spcPts val="0"/>
              </a:spcBef>
              <a:spcAft>
                <a:spcPts val="0"/>
              </a:spcAft>
              <a:buNone/>
            </a:pPr>
            <a:fld id="{00000000-1234-1234-1234-123412341234}" type="slidenum">
              <a:rPr lang="ja"/>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fery_STYLE">
  <p:cSld name="DEFAULT">
    <p:bg>
      <p:bgPr>
        <a:solidFill>
          <a:schemeClr val="lt1"/>
        </a:solidFill>
      </p:bgPr>
    </p:bg>
    <p:spTree>
      <p:nvGrpSpPr>
        <p:cNvPr id="248" name="Shape 248"/>
        <p:cNvGrpSpPr/>
        <p:nvPr/>
      </p:nvGrpSpPr>
      <p:grpSpPr>
        <a:xfrm>
          <a:off x="0" y="0"/>
          <a:ext cx="0" cy="0"/>
          <a:chOff x="0" y="0"/>
          <a:chExt cx="0" cy="0"/>
        </a:xfrm>
      </p:grpSpPr>
      <p:sp>
        <p:nvSpPr>
          <p:cNvPr id="249" name="Google Shape;249;p51"/>
          <p:cNvSpPr txBox="1"/>
          <p:nvPr/>
        </p:nvSpPr>
        <p:spPr>
          <a:xfrm>
            <a:off x="143475" y="4838206"/>
            <a:ext cx="15399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800">
                <a:solidFill>
                  <a:srgbClr val="6B7376"/>
                </a:solidFill>
              </a:rPr>
              <a:t>©︎2022  medup inc.</a:t>
            </a:r>
            <a:endParaRPr sz="800">
              <a:solidFill>
                <a:srgbClr val="6B7376"/>
              </a:solidFill>
            </a:endParaRPr>
          </a:p>
        </p:txBody>
      </p:sp>
      <p:sp>
        <p:nvSpPr>
          <p:cNvPr id="250" name="Google Shape;250;p51"/>
          <p:cNvSpPr/>
          <p:nvPr/>
        </p:nvSpPr>
        <p:spPr>
          <a:xfrm>
            <a:off x="305704" y="147225"/>
            <a:ext cx="6052800" cy="30150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None/>
            </a:pPr>
            <a:r>
              <a:t/>
            </a:r>
            <a:endParaRPr b="0" i="0" sz="1500" u="none" cap="none" strike="noStrike">
              <a:solidFill>
                <a:schemeClr val="dk1"/>
              </a:solidFill>
              <a:latin typeface="Calibri"/>
              <a:ea typeface="Calibri"/>
              <a:cs typeface="Calibri"/>
              <a:sym typeface="Calibri"/>
            </a:endParaRPr>
          </a:p>
        </p:txBody>
      </p:sp>
      <p:pic>
        <p:nvPicPr>
          <p:cNvPr descr="preencoded.png" id="251" name="Google Shape;251;p51"/>
          <p:cNvPicPr preferRelativeResize="0"/>
          <p:nvPr/>
        </p:nvPicPr>
        <p:blipFill rotWithShape="1">
          <a:blip r:embed="rId2">
            <a:alphaModFix/>
          </a:blip>
          <a:srcRect b="0" l="0" r="0" t="0"/>
          <a:stretch/>
        </p:blipFill>
        <p:spPr>
          <a:xfrm>
            <a:off x="0" y="519113"/>
            <a:ext cx="9144000" cy="28575"/>
          </a:xfrm>
          <a:prstGeom prst="rect">
            <a:avLst/>
          </a:prstGeom>
          <a:noFill/>
          <a:ln>
            <a:noFill/>
          </a:ln>
        </p:spPr>
      </p:pic>
      <p:pic>
        <p:nvPicPr>
          <p:cNvPr descr="preencoded.png" id="252" name="Google Shape;252;p51"/>
          <p:cNvPicPr preferRelativeResize="0"/>
          <p:nvPr/>
        </p:nvPicPr>
        <p:blipFill rotWithShape="1">
          <a:blip r:embed="rId3">
            <a:alphaModFix/>
          </a:blip>
          <a:srcRect b="0" l="0" r="0" t="0"/>
          <a:stretch/>
        </p:blipFill>
        <p:spPr>
          <a:xfrm>
            <a:off x="7967663" y="171450"/>
            <a:ext cx="928688" cy="219075"/>
          </a:xfrm>
          <a:prstGeom prst="rect">
            <a:avLst/>
          </a:prstGeom>
          <a:noFill/>
          <a:ln>
            <a:noFill/>
          </a:ln>
        </p:spPr>
      </p:pic>
      <p:sp>
        <p:nvSpPr>
          <p:cNvPr id="253" name="Google Shape;253;p51"/>
          <p:cNvSpPr txBox="1"/>
          <p:nvPr>
            <p:ph idx="12" type="sldNum"/>
          </p:nvPr>
        </p:nvSpPr>
        <p:spPr>
          <a:xfrm>
            <a:off x="8763484" y="4749901"/>
            <a:ext cx="548700" cy="393600"/>
          </a:xfrm>
          <a:prstGeom prst="rect">
            <a:avLst/>
          </a:prstGeom>
        </p:spPr>
        <p:txBody>
          <a:bodyPr anchorCtr="0" anchor="t" bIns="91425" lIns="91425" spcFirstLastPara="1" rIns="91425" wrap="square" tIns="91425">
            <a:noAutofit/>
          </a:bodyPr>
          <a:lstStyle>
            <a:lvl1pPr lvl="0">
              <a:buNone/>
              <a:defRPr sz="1000">
                <a:latin typeface="Zen Kaku Gothic New"/>
                <a:ea typeface="Zen Kaku Gothic New"/>
                <a:cs typeface="Zen Kaku Gothic New"/>
                <a:sym typeface="Zen Kaku Gothic New"/>
              </a:defRPr>
            </a:lvl1pPr>
            <a:lvl2pPr lvl="1">
              <a:buNone/>
              <a:defRPr sz="1000">
                <a:latin typeface="Zen Kaku Gothic New"/>
                <a:ea typeface="Zen Kaku Gothic New"/>
                <a:cs typeface="Zen Kaku Gothic New"/>
                <a:sym typeface="Zen Kaku Gothic New"/>
              </a:defRPr>
            </a:lvl2pPr>
            <a:lvl3pPr lvl="2">
              <a:buNone/>
              <a:defRPr sz="1000">
                <a:latin typeface="Zen Kaku Gothic New"/>
                <a:ea typeface="Zen Kaku Gothic New"/>
                <a:cs typeface="Zen Kaku Gothic New"/>
                <a:sym typeface="Zen Kaku Gothic New"/>
              </a:defRPr>
            </a:lvl3pPr>
            <a:lvl4pPr lvl="3">
              <a:buNone/>
              <a:defRPr sz="1000">
                <a:latin typeface="Zen Kaku Gothic New"/>
                <a:ea typeface="Zen Kaku Gothic New"/>
                <a:cs typeface="Zen Kaku Gothic New"/>
                <a:sym typeface="Zen Kaku Gothic New"/>
              </a:defRPr>
            </a:lvl4pPr>
            <a:lvl5pPr lvl="4">
              <a:buNone/>
              <a:defRPr sz="1000">
                <a:latin typeface="Zen Kaku Gothic New"/>
                <a:ea typeface="Zen Kaku Gothic New"/>
                <a:cs typeface="Zen Kaku Gothic New"/>
                <a:sym typeface="Zen Kaku Gothic New"/>
              </a:defRPr>
            </a:lvl5pPr>
            <a:lvl6pPr lvl="5">
              <a:buNone/>
              <a:defRPr sz="1000">
                <a:latin typeface="Zen Kaku Gothic New"/>
                <a:ea typeface="Zen Kaku Gothic New"/>
                <a:cs typeface="Zen Kaku Gothic New"/>
                <a:sym typeface="Zen Kaku Gothic New"/>
              </a:defRPr>
            </a:lvl6pPr>
            <a:lvl7pPr lvl="6">
              <a:buNone/>
              <a:defRPr sz="1000">
                <a:latin typeface="Zen Kaku Gothic New"/>
                <a:ea typeface="Zen Kaku Gothic New"/>
                <a:cs typeface="Zen Kaku Gothic New"/>
                <a:sym typeface="Zen Kaku Gothic New"/>
              </a:defRPr>
            </a:lvl7pPr>
            <a:lvl8pPr lvl="7">
              <a:buNone/>
              <a:defRPr sz="1000">
                <a:latin typeface="Zen Kaku Gothic New"/>
                <a:ea typeface="Zen Kaku Gothic New"/>
                <a:cs typeface="Zen Kaku Gothic New"/>
                <a:sym typeface="Zen Kaku Gothic New"/>
              </a:defRPr>
            </a:lvl8pPr>
            <a:lvl9pPr lvl="8">
              <a:buNone/>
              <a:defRPr sz="1000">
                <a:latin typeface="Zen Kaku Gothic New"/>
                <a:ea typeface="Zen Kaku Gothic New"/>
                <a:cs typeface="Zen Kaku Gothic New"/>
                <a:sym typeface="Zen Kaku Gothic New"/>
              </a:defRPr>
            </a:lvl9pPr>
          </a:lstStyle>
          <a:p>
            <a:pPr indent="0" lvl="0" marL="0" rtl="0" algn="l">
              <a:spcBef>
                <a:spcPts val="0"/>
              </a:spcBef>
              <a:spcAft>
                <a:spcPts val="0"/>
              </a:spcAft>
              <a:buNone/>
            </a:pPr>
            <a:fld id="{00000000-1234-1234-1234-123412341234}" type="slidenum">
              <a:rPr lang="ja"/>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_2">
    <p:spTree>
      <p:nvGrpSpPr>
        <p:cNvPr id="254" name="Shape 254"/>
        <p:cNvGrpSpPr/>
        <p:nvPr/>
      </p:nvGrpSpPr>
      <p:grpSpPr>
        <a:xfrm>
          <a:off x="0" y="0"/>
          <a:ext cx="0" cy="0"/>
          <a:chOff x="0" y="0"/>
          <a:chExt cx="0" cy="0"/>
        </a:xfrm>
      </p:grpSpPr>
      <p:sp>
        <p:nvSpPr>
          <p:cNvPr id="255" name="Google Shape;255;p52"/>
          <p:cNvSpPr txBox="1"/>
          <p:nvPr>
            <p:ph idx="10" type="dt"/>
          </p:nvPr>
        </p:nvSpPr>
        <p:spPr>
          <a:xfrm>
            <a:off x="342909" y="4767263"/>
            <a:ext cx="16002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6" name="Google Shape;256;p52"/>
          <p:cNvSpPr txBox="1"/>
          <p:nvPr>
            <p:ph idx="11" type="ftr"/>
          </p:nvPr>
        </p:nvSpPr>
        <p:spPr>
          <a:xfrm>
            <a:off x="2343212" y="4767263"/>
            <a:ext cx="21717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7" name="Google Shape;257;p52"/>
          <p:cNvSpPr txBox="1"/>
          <p:nvPr>
            <p:ph idx="12" type="sldNum"/>
          </p:nvPr>
        </p:nvSpPr>
        <p:spPr>
          <a:xfrm>
            <a:off x="4915031" y="4767263"/>
            <a:ext cx="16002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5" Type="http://schemas.openxmlformats.org/officeDocument/2006/relationships/theme" Target="../theme/theme1.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28.xml"/><Relationship Id="rId10" Type="http://schemas.openxmlformats.org/officeDocument/2006/relationships/slideLayout" Target="../slideLayouts/slideLayout27.xml"/><Relationship Id="rId13" Type="http://schemas.openxmlformats.org/officeDocument/2006/relationships/slideLayout" Target="../slideLayouts/slideLayout30.xml"/><Relationship Id="rId12" Type="http://schemas.openxmlformats.org/officeDocument/2006/relationships/slideLayout" Target="../slideLayouts/slideLayout29.xml"/><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slideLayout" Target="../slideLayouts/slideLayout21.xml"/><Relationship Id="rId9" Type="http://schemas.openxmlformats.org/officeDocument/2006/relationships/slideLayout" Target="../slideLayouts/slideLayout26.xml"/><Relationship Id="rId15" Type="http://schemas.openxmlformats.org/officeDocument/2006/relationships/slideLayout" Target="../slideLayouts/slideLayout32.xml"/><Relationship Id="rId14" Type="http://schemas.openxmlformats.org/officeDocument/2006/relationships/slideLayout" Target="../slideLayouts/slideLayout31.xml"/><Relationship Id="rId17" Type="http://schemas.openxmlformats.org/officeDocument/2006/relationships/slideLayout" Target="../slideLayouts/slideLayout34.xml"/><Relationship Id="rId16" Type="http://schemas.openxmlformats.org/officeDocument/2006/relationships/slideLayout" Target="../slideLayouts/slideLayout33.xml"/><Relationship Id="rId5" Type="http://schemas.openxmlformats.org/officeDocument/2006/relationships/slideLayout" Target="../slideLayouts/slideLayout22.xml"/><Relationship Id="rId6" Type="http://schemas.openxmlformats.org/officeDocument/2006/relationships/slideLayout" Target="../slideLayouts/slideLayout23.xml"/><Relationship Id="rId18" Type="http://schemas.openxmlformats.org/officeDocument/2006/relationships/theme" Target="../theme/theme2.xml"/><Relationship Id="rId7" Type="http://schemas.openxmlformats.org/officeDocument/2006/relationships/slideLayout" Target="../slideLayouts/slideLayout24.xml"/><Relationship Id="rId8" Type="http://schemas.openxmlformats.org/officeDocument/2006/relationships/slideLayout" Target="../slideLayouts/slideLayout25.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slideLayout" Target="../slideLayouts/slideLayout36.xml"/><Relationship Id="rId3" Type="http://schemas.openxmlformats.org/officeDocument/2006/relationships/slideLayout" Target="../slideLayouts/slideLayout37.xml"/><Relationship Id="rId4" Type="http://schemas.openxmlformats.org/officeDocument/2006/relationships/slideLayout" Target="../slideLayouts/slideLayout38.xml"/><Relationship Id="rId9" Type="http://schemas.openxmlformats.org/officeDocument/2006/relationships/theme" Target="../theme/theme5.xml"/><Relationship Id="rId5" Type="http://schemas.openxmlformats.org/officeDocument/2006/relationships/slideLayout" Target="../slideLayouts/slideLayout39.xml"/><Relationship Id="rId6" Type="http://schemas.openxmlformats.org/officeDocument/2006/relationships/slideLayout" Target="../slideLayouts/slideLayout40.xml"/><Relationship Id="rId7" Type="http://schemas.openxmlformats.org/officeDocument/2006/relationships/slideLayout" Target="../slideLayouts/slideLayout41.xml"/><Relationship Id="rId8"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slideLayout" Target="../slideLayouts/slideLayout44.xml"/><Relationship Id="rId3" Type="http://schemas.openxmlformats.org/officeDocument/2006/relationships/slideLayout" Target="../slideLayouts/slideLayout45.xml"/><Relationship Id="rId4" Type="http://schemas.openxmlformats.org/officeDocument/2006/relationships/slideLayout" Target="../slideLayouts/slideLayout46.xml"/><Relationship Id="rId5" Type="http://schemas.openxmlformats.org/officeDocument/2006/relationships/slideLayout" Target="../slideLayouts/slideLayout47.xml"/><Relationship Id="rId6" Type="http://schemas.openxmlformats.org/officeDocument/2006/relationships/theme" Target="../theme/theme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628650" y="273850"/>
            <a:ext cx="7886700" cy="1016700"/>
          </a:xfrm>
          <a:prstGeom prst="rect">
            <a:avLst/>
          </a:prstGeom>
          <a:noFill/>
          <a:ln>
            <a:noFill/>
          </a:ln>
        </p:spPr>
        <p:txBody>
          <a:bodyPr anchorCtr="0" anchor="ctr" bIns="39550" lIns="79125" spcFirstLastPara="1" rIns="79125" wrap="square" tIns="39550">
            <a:noAutofit/>
          </a:bodyPr>
          <a:lstStyle>
            <a:lvl1pPr lvl="0" marR="0" rtl="0" algn="l">
              <a:lnSpc>
                <a:spcPct val="90000"/>
              </a:lnSpc>
              <a:spcBef>
                <a:spcPts val="0"/>
              </a:spcBef>
              <a:spcAft>
                <a:spcPts val="0"/>
              </a:spcAft>
              <a:buSzPts val="3200"/>
              <a:buFont typeface="Noto Sans Thai"/>
              <a:buNone/>
              <a:defRPr b="1" i="0" sz="3200" u="none" cap="none" strike="noStrike">
                <a:latin typeface="Noto Sans Thai"/>
                <a:ea typeface="Noto Sans Thai"/>
                <a:cs typeface="Noto Sans Thai"/>
                <a:sym typeface="Noto Sans Thai"/>
              </a:defRPr>
            </a:lvl1pPr>
            <a:lvl2pPr lvl="1" rtl="0">
              <a:spcBef>
                <a:spcPts val="0"/>
              </a:spcBef>
              <a:spcAft>
                <a:spcPts val="0"/>
              </a:spcAft>
              <a:buSzPts val="1200"/>
              <a:buFont typeface="Noto Sans Thai"/>
              <a:buNone/>
              <a:defRPr b="1" sz="1600">
                <a:latin typeface="Noto Sans Thai"/>
                <a:ea typeface="Noto Sans Thai"/>
                <a:cs typeface="Noto Sans Thai"/>
                <a:sym typeface="Noto Sans Thai"/>
              </a:defRPr>
            </a:lvl2pPr>
            <a:lvl3pPr lvl="2" rtl="0">
              <a:spcBef>
                <a:spcPts val="0"/>
              </a:spcBef>
              <a:spcAft>
                <a:spcPts val="0"/>
              </a:spcAft>
              <a:buSzPts val="1200"/>
              <a:buFont typeface="Noto Sans Thai"/>
              <a:buNone/>
              <a:defRPr b="1" sz="1600">
                <a:latin typeface="Noto Sans Thai"/>
                <a:ea typeface="Noto Sans Thai"/>
                <a:cs typeface="Noto Sans Thai"/>
                <a:sym typeface="Noto Sans Thai"/>
              </a:defRPr>
            </a:lvl3pPr>
            <a:lvl4pPr lvl="3" rtl="0">
              <a:spcBef>
                <a:spcPts val="0"/>
              </a:spcBef>
              <a:spcAft>
                <a:spcPts val="0"/>
              </a:spcAft>
              <a:buSzPts val="1200"/>
              <a:buFont typeface="Noto Sans Thai"/>
              <a:buNone/>
              <a:defRPr b="1" sz="1600">
                <a:latin typeface="Noto Sans Thai"/>
                <a:ea typeface="Noto Sans Thai"/>
                <a:cs typeface="Noto Sans Thai"/>
                <a:sym typeface="Noto Sans Thai"/>
              </a:defRPr>
            </a:lvl4pPr>
            <a:lvl5pPr lvl="4" rtl="0">
              <a:spcBef>
                <a:spcPts val="0"/>
              </a:spcBef>
              <a:spcAft>
                <a:spcPts val="0"/>
              </a:spcAft>
              <a:buSzPts val="1200"/>
              <a:buFont typeface="Noto Sans Thai"/>
              <a:buNone/>
              <a:defRPr b="1" sz="1600">
                <a:latin typeface="Noto Sans Thai"/>
                <a:ea typeface="Noto Sans Thai"/>
                <a:cs typeface="Noto Sans Thai"/>
                <a:sym typeface="Noto Sans Thai"/>
              </a:defRPr>
            </a:lvl5pPr>
            <a:lvl6pPr lvl="5" rtl="0">
              <a:spcBef>
                <a:spcPts val="0"/>
              </a:spcBef>
              <a:spcAft>
                <a:spcPts val="0"/>
              </a:spcAft>
              <a:buSzPts val="1200"/>
              <a:buFont typeface="Noto Sans Thai"/>
              <a:buNone/>
              <a:defRPr b="1" sz="1600">
                <a:latin typeface="Noto Sans Thai"/>
                <a:ea typeface="Noto Sans Thai"/>
                <a:cs typeface="Noto Sans Thai"/>
                <a:sym typeface="Noto Sans Thai"/>
              </a:defRPr>
            </a:lvl6pPr>
            <a:lvl7pPr lvl="6" rtl="0">
              <a:spcBef>
                <a:spcPts val="0"/>
              </a:spcBef>
              <a:spcAft>
                <a:spcPts val="0"/>
              </a:spcAft>
              <a:buSzPts val="1200"/>
              <a:buFont typeface="Noto Sans Thai"/>
              <a:buNone/>
              <a:defRPr b="1" sz="1600">
                <a:latin typeface="Noto Sans Thai"/>
                <a:ea typeface="Noto Sans Thai"/>
                <a:cs typeface="Noto Sans Thai"/>
                <a:sym typeface="Noto Sans Thai"/>
              </a:defRPr>
            </a:lvl7pPr>
            <a:lvl8pPr lvl="7" rtl="0">
              <a:spcBef>
                <a:spcPts val="0"/>
              </a:spcBef>
              <a:spcAft>
                <a:spcPts val="0"/>
              </a:spcAft>
              <a:buSzPts val="1200"/>
              <a:buFont typeface="Noto Sans Thai"/>
              <a:buNone/>
              <a:defRPr b="1" sz="1600">
                <a:latin typeface="Noto Sans Thai"/>
                <a:ea typeface="Noto Sans Thai"/>
                <a:cs typeface="Noto Sans Thai"/>
                <a:sym typeface="Noto Sans Thai"/>
              </a:defRPr>
            </a:lvl8pPr>
            <a:lvl9pPr lvl="8" rtl="0">
              <a:spcBef>
                <a:spcPts val="0"/>
              </a:spcBef>
              <a:spcAft>
                <a:spcPts val="0"/>
              </a:spcAft>
              <a:buSzPts val="1200"/>
              <a:buFont typeface="Noto Sans Thai"/>
              <a:buNone/>
              <a:defRPr b="1" sz="1600">
                <a:latin typeface="Noto Sans Thai"/>
                <a:ea typeface="Noto Sans Thai"/>
                <a:cs typeface="Noto Sans Thai"/>
                <a:sym typeface="Noto Sans Thai"/>
              </a:defRPr>
            </a:lvl9pPr>
          </a:lstStyle>
          <a:p/>
        </p:txBody>
      </p:sp>
      <p:sp>
        <p:nvSpPr>
          <p:cNvPr id="7" name="Google Shape;7;p1"/>
          <p:cNvSpPr txBox="1"/>
          <p:nvPr>
            <p:ph idx="1" type="body"/>
          </p:nvPr>
        </p:nvSpPr>
        <p:spPr>
          <a:xfrm>
            <a:off x="628650" y="1369219"/>
            <a:ext cx="7886700" cy="3263400"/>
          </a:xfrm>
          <a:prstGeom prst="rect">
            <a:avLst/>
          </a:prstGeom>
          <a:noFill/>
          <a:ln>
            <a:noFill/>
          </a:ln>
        </p:spPr>
        <p:txBody>
          <a:bodyPr anchorCtr="0" anchor="t" bIns="39550" lIns="79125" spcFirstLastPara="1" rIns="79125" wrap="square" tIns="39550">
            <a:noAutofit/>
          </a:bodyPr>
          <a:lstStyle>
            <a:lvl1pPr indent="-431800" lvl="0" marL="457200" marR="0" rtl="0" algn="l">
              <a:lnSpc>
                <a:spcPct val="90000"/>
              </a:lnSpc>
              <a:spcBef>
                <a:spcPts val="900"/>
              </a:spcBef>
              <a:spcAft>
                <a:spcPts val="0"/>
              </a:spcAft>
              <a:buSzPts val="3200"/>
              <a:buFont typeface="Noto Sans Thai"/>
              <a:buChar char="•"/>
              <a:defRPr b="1" i="0" sz="3200" u="none" cap="none" strike="noStrike">
                <a:latin typeface="Noto Sans Thai"/>
                <a:ea typeface="Noto Sans Thai"/>
                <a:cs typeface="Noto Sans Thai"/>
                <a:sym typeface="Noto Sans Thai"/>
              </a:defRPr>
            </a:lvl1pPr>
            <a:lvl2pPr indent="-381000" lvl="1" marL="914400" marR="0" rtl="0" algn="l">
              <a:lnSpc>
                <a:spcPct val="90000"/>
              </a:lnSpc>
              <a:spcBef>
                <a:spcPts val="500"/>
              </a:spcBef>
              <a:spcAft>
                <a:spcPts val="0"/>
              </a:spcAft>
              <a:buSzPts val="2400"/>
              <a:buFont typeface="Noto Sans Thai"/>
              <a:buChar char="•"/>
              <a:defRPr b="1" i="0" sz="2400" u="none" cap="none" strike="noStrike">
                <a:latin typeface="Noto Sans Thai"/>
                <a:ea typeface="Noto Sans Thai"/>
                <a:cs typeface="Noto Sans Thai"/>
                <a:sym typeface="Noto Sans Thai"/>
              </a:defRPr>
            </a:lvl2pPr>
            <a:lvl3pPr indent="-330200" lvl="2" marL="1371600" marR="0" rtl="0" algn="l">
              <a:lnSpc>
                <a:spcPct val="90000"/>
              </a:lnSpc>
              <a:spcBef>
                <a:spcPts val="500"/>
              </a:spcBef>
              <a:spcAft>
                <a:spcPts val="0"/>
              </a:spcAft>
              <a:buSzPts val="1600"/>
              <a:buFont typeface="Noto Sans Thai"/>
              <a:buChar char="•"/>
              <a:defRPr b="1" i="0" sz="1600" u="none" cap="none" strike="noStrike">
                <a:latin typeface="Noto Sans Thai"/>
                <a:ea typeface="Noto Sans Thai"/>
                <a:cs typeface="Noto Sans Thai"/>
                <a:sym typeface="Noto Sans Thai"/>
              </a:defRPr>
            </a:lvl3pPr>
            <a:lvl4pPr indent="-317500" lvl="3" marL="1828800" marR="0" rtl="0" algn="l">
              <a:lnSpc>
                <a:spcPct val="90000"/>
              </a:lnSpc>
              <a:spcBef>
                <a:spcPts val="500"/>
              </a:spcBef>
              <a:spcAft>
                <a:spcPts val="0"/>
              </a:spcAft>
              <a:buSzPts val="1400"/>
              <a:buFont typeface="Noto Sans Thai Medium"/>
              <a:buChar char="•"/>
              <a:defRPr i="0" u="none" cap="none" strike="noStrike">
                <a:latin typeface="Noto Sans Thai Medium"/>
                <a:ea typeface="Noto Sans Thai Medium"/>
                <a:cs typeface="Noto Sans Thai Medium"/>
                <a:sym typeface="Noto Sans Thai Medium"/>
              </a:defRPr>
            </a:lvl4pPr>
            <a:lvl5pPr indent="-304800" lvl="4" marL="2286000" marR="0" rtl="0" algn="l">
              <a:lnSpc>
                <a:spcPct val="90000"/>
              </a:lnSpc>
              <a:spcBef>
                <a:spcPts val="500"/>
              </a:spcBef>
              <a:spcAft>
                <a:spcPts val="0"/>
              </a:spcAft>
              <a:buSzPts val="1200"/>
              <a:buFont typeface="Noto Sans Thai Medium"/>
              <a:buChar char="•"/>
              <a:defRPr i="0" sz="1200" u="none" cap="none" strike="noStrike">
                <a:latin typeface="Noto Sans Thai Medium"/>
                <a:ea typeface="Noto Sans Thai Medium"/>
                <a:cs typeface="Noto Sans Thai Medium"/>
                <a:sym typeface="Noto Sans Thai Medium"/>
              </a:defRPr>
            </a:lvl5pPr>
            <a:lvl6pPr indent="-304800" lvl="5" marL="2743200" marR="0" rtl="0" algn="l">
              <a:lnSpc>
                <a:spcPct val="90000"/>
              </a:lnSpc>
              <a:spcBef>
                <a:spcPts val="500"/>
              </a:spcBef>
              <a:spcAft>
                <a:spcPts val="0"/>
              </a:spcAft>
              <a:buSzPts val="1200"/>
              <a:buFont typeface="Noto Sans Thai Medium"/>
              <a:buChar char="•"/>
              <a:defRPr i="0" sz="1200" u="none" cap="none" strike="noStrike">
                <a:latin typeface="Noto Sans Thai Medium"/>
                <a:ea typeface="Noto Sans Thai Medium"/>
                <a:cs typeface="Noto Sans Thai Medium"/>
                <a:sym typeface="Noto Sans Thai Medium"/>
              </a:defRPr>
            </a:lvl6pPr>
            <a:lvl7pPr indent="-304800" lvl="6" marL="3200400" marR="0" rtl="0" algn="l">
              <a:lnSpc>
                <a:spcPct val="90000"/>
              </a:lnSpc>
              <a:spcBef>
                <a:spcPts val="500"/>
              </a:spcBef>
              <a:spcAft>
                <a:spcPts val="0"/>
              </a:spcAft>
              <a:buSzPts val="1200"/>
              <a:buFont typeface="Noto Sans Thai Medium"/>
              <a:buChar char="•"/>
              <a:defRPr i="0" sz="1200" u="none" cap="none" strike="noStrike">
                <a:latin typeface="Noto Sans Thai Medium"/>
                <a:ea typeface="Noto Sans Thai Medium"/>
                <a:cs typeface="Noto Sans Thai Medium"/>
                <a:sym typeface="Noto Sans Thai Medium"/>
              </a:defRPr>
            </a:lvl7pPr>
            <a:lvl8pPr indent="-304800" lvl="7" marL="3657600" marR="0" rtl="0" algn="l">
              <a:lnSpc>
                <a:spcPct val="90000"/>
              </a:lnSpc>
              <a:spcBef>
                <a:spcPts val="500"/>
              </a:spcBef>
              <a:spcAft>
                <a:spcPts val="0"/>
              </a:spcAft>
              <a:buSzPts val="1200"/>
              <a:buFont typeface="Noto Sans Thai Medium"/>
              <a:buChar char="•"/>
              <a:defRPr i="0" sz="1200" u="none" cap="none" strike="noStrike">
                <a:latin typeface="Noto Sans Thai Medium"/>
                <a:ea typeface="Noto Sans Thai Medium"/>
                <a:cs typeface="Noto Sans Thai Medium"/>
                <a:sym typeface="Noto Sans Thai Medium"/>
              </a:defRPr>
            </a:lvl8pPr>
            <a:lvl9pPr indent="-304800" lvl="8" marL="4114800" marR="0" rtl="0" algn="l">
              <a:lnSpc>
                <a:spcPct val="90000"/>
              </a:lnSpc>
              <a:spcBef>
                <a:spcPts val="500"/>
              </a:spcBef>
              <a:spcAft>
                <a:spcPts val="0"/>
              </a:spcAft>
              <a:buSzPts val="1200"/>
              <a:buFont typeface="Noto Sans Thai Medium"/>
              <a:buChar char="•"/>
              <a:defRPr i="0" sz="1200" u="none" cap="none" strike="noStrike">
                <a:latin typeface="Noto Sans Thai Medium"/>
                <a:ea typeface="Noto Sans Thai Medium"/>
                <a:cs typeface="Noto Sans Thai Medium"/>
                <a:sym typeface="Noto Sans Thai Medium"/>
              </a:defRPr>
            </a:lvl9pPr>
          </a:lstStyle>
          <a:p/>
        </p:txBody>
      </p:sp>
      <p:sp>
        <p:nvSpPr>
          <p:cNvPr id="8" name="Google Shape;8;p1"/>
          <p:cNvSpPr txBox="1"/>
          <p:nvPr>
            <p:ph idx="10" type="dt"/>
          </p:nvPr>
        </p:nvSpPr>
        <p:spPr>
          <a:xfrm>
            <a:off x="628650" y="4767264"/>
            <a:ext cx="2057400" cy="273900"/>
          </a:xfrm>
          <a:prstGeom prst="rect">
            <a:avLst/>
          </a:prstGeom>
          <a:noFill/>
          <a:ln>
            <a:noFill/>
          </a:ln>
        </p:spPr>
        <p:txBody>
          <a:bodyPr anchorCtr="0" anchor="ctr" bIns="39550" lIns="79125" spcFirstLastPara="1" rIns="79125" wrap="square" tIns="39550">
            <a:noAutofit/>
          </a:bodyPr>
          <a:lstStyle>
            <a:lvl1pPr lvl="0" marR="0" rtl="0" algn="l">
              <a:spcBef>
                <a:spcPts val="0"/>
              </a:spcBef>
              <a:spcAft>
                <a:spcPts val="0"/>
              </a:spcAft>
              <a:buSzPts val="1200"/>
              <a:buFont typeface="Noto Sans Thai Medium"/>
              <a:buNone/>
              <a:defRPr i="0" sz="1100" u="none" cap="none" strike="noStrike">
                <a:solidFill>
                  <a:srgbClr val="8F9191"/>
                </a:solidFill>
                <a:latin typeface="Noto Sans Thai Medium"/>
                <a:ea typeface="Noto Sans Thai Medium"/>
                <a:cs typeface="Noto Sans Thai Medium"/>
                <a:sym typeface="Noto Sans Thai Medium"/>
              </a:defRPr>
            </a:lvl1pPr>
            <a:lvl2pPr lvl="1" marR="0" rtl="0" algn="l">
              <a:spcBef>
                <a:spcPts val="0"/>
              </a:spcBef>
              <a:spcAft>
                <a:spcPts val="0"/>
              </a:spcAft>
              <a:buSzPts val="1200"/>
              <a:buFont typeface="Noto Sans Thai Medium"/>
              <a:buNone/>
              <a:defRPr i="0" sz="1600" u="none" cap="none" strike="noStrike">
                <a:solidFill>
                  <a:schemeClr val="dk1"/>
                </a:solidFill>
                <a:latin typeface="Noto Sans Thai Medium"/>
                <a:ea typeface="Noto Sans Thai Medium"/>
                <a:cs typeface="Noto Sans Thai Medium"/>
                <a:sym typeface="Noto Sans Thai Medium"/>
              </a:defRPr>
            </a:lvl2pPr>
            <a:lvl3pPr lvl="2" marR="0" rtl="0" algn="l">
              <a:spcBef>
                <a:spcPts val="0"/>
              </a:spcBef>
              <a:spcAft>
                <a:spcPts val="0"/>
              </a:spcAft>
              <a:buSzPts val="1200"/>
              <a:buFont typeface="Noto Sans Thai Medium"/>
              <a:buNone/>
              <a:defRPr i="0" sz="1600" u="none" cap="none" strike="noStrike">
                <a:solidFill>
                  <a:schemeClr val="dk1"/>
                </a:solidFill>
                <a:latin typeface="Noto Sans Thai Medium"/>
                <a:ea typeface="Noto Sans Thai Medium"/>
                <a:cs typeface="Noto Sans Thai Medium"/>
                <a:sym typeface="Noto Sans Thai Medium"/>
              </a:defRPr>
            </a:lvl3pPr>
            <a:lvl4pPr lvl="3" marR="0" rtl="0" algn="l">
              <a:spcBef>
                <a:spcPts val="0"/>
              </a:spcBef>
              <a:spcAft>
                <a:spcPts val="0"/>
              </a:spcAft>
              <a:buSzPts val="1200"/>
              <a:buFont typeface="Noto Sans Thai Medium"/>
              <a:buNone/>
              <a:defRPr i="0" sz="1600" u="none" cap="none" strike="noStrike">
                <a:solidFill>
                  <a:schemeClr val="dk1"/>
                </a:solidFill>
                <a:latin typeface="Noto Sans Thai Medium"/>
                <a:ea typeface="Noto Sans Thai Medium"/>
                <a:cs typeface="Noto Sans Thai Medium"/>
                <a:sym typeface="Noto Sans Thai Medium"/>
              </a:defRPr>
            </a:lvl4pPr>
            <a:lvl5pPr lvl="4" marR="0" rtl="0" algn="l">
              <a:spcBef>
                <a:spcPts val="0"/>
              </a:spcBef>
              <a:spcAft>
                <a:spcPts val="0"/>
              </a:spcAft>
              <a:buSzPts val="1200"/>
              <a:buFont typeface="Noto Sans Thai Medium"/>
              <a:buNone/>
              <a:defRPr i="0" sz="1600" u="none" cap="none" strike="noStrike">
                <a:solidFill>
                  <a:schemeClr val="dk1"/>
                </a:solidFill>
                <a:latin typeface="Noto Sans Thai Medium"/>
                <a:ea typeface="Noto Sans Thai Medium"/>
                <a:cs typeface="Noto Sans Thai Medium"/>
                <a:sym typeface="Noto Sans Thai Medium"/>
              </a:defRPr>
            </a:lvl5pPr>
            <a:lvl6pPr lvl="5" marR="0" rtl="0" algn="l">
              <a:spcBef>
                <a:spcPts val="0"/>
              </a:spcBef>
              <a:spcAft>
                <a:spcPts val="0"/>
              </a:spcAft>
              <a:buSzPts val="1200"/>
              <a:buFont typeface="Noto Sans Thai Medium"/>
              <a:buNone/>
              <a:defRPr i="0" sz="1600" u="none" cap="none" strike="noStrike">
                <a:solidFill>
                  <a:schemeClr val="dk1"/>
                </a:solidFill>
                <a:latin typeface="Noto Sans Thai Medium"/>
                <a:ea typeface="Noto Sans Thai Medium"/>
                <a:cs typeface="Noto Sans Thai Medium"/>
                <a:sym typeface="Noto Sans Thai Medium"/>
              </a:defRPr>
            </a:lvl6pPr>
            <a:lvl7pPr lvl="6" marR="0" rtl="0" algn="l">
              <a:spcBef>
                <a:spcPts val="0"/>
              </a:spcBef>
              <a:spcAft>
                <a:spcPts val="0"/>
              </a:spcAft>
              <a:buSzPts val="1200"/>
              <a:buFont typeface="Noto Sans Thai Medium"/>
              <a:buNone/>
              <a:defRPr i="0" sz="1600" u="none" cap="none" strike="noStrike">
                <a:solidFill>
                  <a:schemeClr val="dk1"/>
                </a:solidFill>
                <a:latin typeface="Noto Sans Thai Medium"/>
                <a:ea typeface="Noto Sans Thai Medium"/>
                <a:cs typeface="Noto Sans Thai Medium"/>
                <a:sym typeface="Noto Sans Thai Medium"/>
              </a:defRPr>
            </a:lvl7pPr>
            <a:lvl8pPr lvl="7" marR="0" rtl="0" algn="l">
              <a:spcBef>
                <a:spcPts val="0"/>
              </a:spcBef>
              <a:spcAft>
                <a:spcPts val="0"/>
              </a:spcAft>
              <a:buSzPts val="1200"/>
              <a:buFont typeface="Noto Sans Thai Medium"/>
              <a:buNone/>
              <a:defRPr i="0" sz="1600" u="none" cap="none" strike="noStrike">
                <a:solidFill>
                  <a:schemeClr val="dk1"/>
                </a:solidFill>
                <a:latin typeface="Noto Sans Thai Medium"/>
                <a:ea typeface="Noto Sans Thai Medium"/>
                <a:cs typeface="Noto Sans Thai Medium"/>
                <a:sym typeface="Noto Sans Thai Medium"/>
              </a:defRPr>
            </a:lvl8pPr>
            <a:lvl9pPr lvl="8" marR="0" rtl="0" algn="l">
              <a:spcBef>
                <a:spcPts val="0"/>
              </a:spcBef>
              <a:spcAft>
                <a:spcPts val="0"/>
              </a:spcAft>
              <a:buSzPts val="1200"/>
              <a:buFont typeface="Noto Sans Thai Medium"/>
              <a:buNone/>
              <a:defRPr i="0" sz="1600" u="none" cap="none" strike="noStrike">
                <a:solidFill>
                  <a:schemeClr val="dk1"/>
                </a:solidFill>
                <a:latin typeface="Noto Sans Thai Medium"/>
                <a:ea typeface="Noto Sans Thai Medium"/>
                <a:cs typeface="Noto Sans Thai Medium"/>
                <a:sym typeface="Noto Sans Thai Medium"/>
              </a:defRPr>
            </a:lvl9pPr>
          </a:lstStyle>
          <a:p/>
        </p:txBody>
      </p:sp>
      <p:sp>
        <p:nvSpPr>
          <p:cNvPr id="9" name="Google Shape;9;p1"/>
          <p:cNvSpPr txBox="1"/>
          <p:nvPr>
            <p:ph idx="11" type="ftr"/>
          </p:nvPr>
        </p:nvSpPr>
        <p:spPr>
          <a:xfrm>
            <a:off x="3028950" y="4767264"/>
            <a:ext cx="3086100" cy="273900"/>
          </a:xfrm>
          <a:prstGeom prst="rect">
            <a:avLst/>
          </a:prstGeom>
          <a:noFill/>
          <a:ln>
            <a:noFill/>
          </a:ln>
        </p:spPr>
        <p:txBody>
          <a:bodyPr anchorCtr="0" anchor="ctr" bIns="39550" lIns="79125" spcFirstLastPara="1" rIns="79125" wrap="square" tIns="39550">
            <a:noAutofit/>
          </a:bodyPr>
          <a:lstStyle>
            <a:lvl1pPr lvl="0" marR="0" rtl="0" algn="ctr">
              <a:spcBef>
                <a:spcPts val="0"/>
              </a:spcBef>
              <a:spcAft>
                <a:spcPts val="0"/>
              </a:spcAft>
              <a:buSzPts val="1200"/>
              <a:buFont typeface="Noto Sans Thai Medium"/>
              <a:buNone/>
              <a:defRPr i="0" sz="1100" u="none" cap="none" strike="noStrike">
                <a:solidFill>
                  <a:srgbClr val="8F9191"/>
                </a:solidFill>
                <a:latin typeface="Noto Sans Thai Medium"/>
                <a:ea typeface="Noto Sans Thai Medium"/>
                <a:cs typeface="Noto Sans Thai Medium"/>
                <a:sym typeface="Noto Sans Thai Medium"/>
              </a:defRPr>
            </a:lvl1pPr>
            <a:lvl2pPr lvl="1" marR="0" rtl="0" algn="l">
              <a:spcBef>
                <a:spcPts val="0"/>
              </a:spcBef>
              <a:spcAft>
                <a:spcPts val="0"/>
              </a:spcAft>
              <a:buSzPts val="1200"/>
              <a:buFont typeface="Noto Sans Thai Medium"/>
              <a:buNone/>
              <a:defRPr i="0" sz="1600" u="none" cap="none" strike="noStrike">
                <a:solidFill>
                  <a:schemeClr val="dk1"/>
                </a:solidFill>
                <a:latin typeface="Noto Sans Thai Medium"/>
                <a:ea typeface="Noto Sans Thai Medium"/>
                <a:cs typeface="Noto Sans Thai Medium"/>
                <a:sym typeface="Noto Sans Thai Medium"/>
              </a:defRPr>
            </a:lvl2pPr>
            <a:lvl3pPr lvl="2" marR="0" rtl="0" algn="l">
              <a:spcBef>
                <a:spcPts val="0"/>
              </a:spcBef>
              <a:spcAft>
                <a:spcPts val="0"/>
              </a:spcAft>
              <a:buSzPts val="1200"/>
              <a:buFont typeface="Noto Sans Thai Medium"/>
              <a:buNone/>
              <a:defRPr i="0" sz="1600" u="none" cap="none" strike="noStrike">
                <a:solidFill>
                  <a:schemeClr val="dk1"/>
                </a:solidFill>
                <a:latin typeface="Noto Sans Thai Medium"/>
                <a:ea typeface="Noto Sans Thai Medium"/>
                <a:cs typeface="Noto Sans Thai Medium"/>
                <a:sym typeface="Noto Sans Thai Medium"/>
              </a:defRPr>
            </a:lvl3pPr>
            <a:lvl4pPr lvl="3" marR="0" rtl="0" algn="l">
              <a:spcBef>
                <a:spcPts val="0"/>
              </a:spcBef>
              <a:spcAft>
                <a:spcPts val="0"/>
              </a:spcAft>
              <a:buSzPts val="1200"/>
              <a:buFont typeface="Noto Sans Thai Medium"/>
              <a:buNone/>
              <a:defRPr i="0" sz="1600" u="none" cap="none" strike="noStrike">
                <a:solidFill>
                  <a:schemeClr val="dk1"/>
                </a:solidFill>
                <a:latin typeface="Noto Sans Thai Medium"/>
                <a:ea typeface="Noto Sans Thai Medium"/>
                <a:cs typeface="Noto Sans Thai Medium"/>
                <a:sym typeface="Noto Sans Thai Medium"/>
              </a:defRPr>
            </a:lvl4pPr>
            <a:lvl5pPr lvl="4" marR="0" rtl="0" algn="l">
              <a:spcBef>
                <a:spcPts val="0"/>
              </a:spcBef>
              <a:spcAft>
                <a:spcPts val="0"/>
              </a:spcAft>
              <a:buSzPts val="1200"/>
              <a:buFont typeface="Noto Sans Thai Medium"/>
              <a:buNone/>
              <a:defRPr i="0" sz="1600" u="none" cap="none" strike="noStrike">
                <a:solidFill>
                  <a:schemeClr val="dk1"/>
                </a:solidFill>
                <a:latin typeface="Noto Sans Thai Medium"/>
                <a:ea typeface="Noto Sans Thai Medium"/>
                <a:cs typeface="Noto Sans Thai Medium"/>
                <a:sym typeface="Noto Sans Thai Medium"/>
              </a:defRPr>
            </a:lvl5pPr>
            <a:lvl6pPr lvl="5" marR="0" rtl="0" algn="l">
              <a:spcBef>
                <a:spcPts val="0"/>
              </a:spcBef>
              <a:spcAft>
                <a:spcPts val="0"/>
              </a:spcAft>
              <a:buSzPts val="1200"/>
              <a:buFont typeface="Noto Sans Thai Medium"/>
              <a:buNone/>
              <a:defRPr i="0" sz="1600" u="none" cap="none" strike="noStrike">
                <a:solidFill>
                  <a:schemeClr val="dk1"/>
                </a:solidFill>
                <a:latin typeface="Noto Sans Thai Medium"/>
                <a:ea typeface="Noto Sans Thai Medium"/>
                <a:cs typeface="Noto Sans Thai Medium"/>
                <a:sym typeface="Noto Sans Thai Medium"/>
              </a:defRPr>
            </a:lvl6pPr>
            <a:lvl7pPr lvl="6" marR="0" rtl="0" algn="l">
              <a:spcBef>
                <a:spcPts val="0"/>
              </a:spcBef>
              <a:spcAft>
                <a:spcPts val="0"/>
              </a:spcAft>
              <a:buSzPts val="1200"/>
              <a:buFont typeface="Noto Sans Thai Medium"/>
              <a:buNone/>
              <a:defRPr i="0" sz="1600" u="none" cap="none" strike="noStrike">
                <a:solidFill>
                  <a:schemeClr val="dk1"/>
                </a:solidFill>
                <a:latin typeface="Noto Sans Thai Medium"/>
                <a:ea typeface="Noto Sans Thai Medium"/>
                <a:cs typeface="Noto Sans Thai Medium"/>
                <a:sym typeface="Noto Sans Thai Medium"/>
              </a:defRPr>
            </a:lvl7pPr>
            <a:lvl8pPr lvl="7" marR="0" rtl="0" algn="l">
              <a:spcBef>
                <a:spcPts val="0"/>
              </a:spcBef>
              <a:spcAft>
                <a:spcPts val="0"/>
              </a:spcAft>
              <a:buSzPts val="1200"/>
              <a:buFont typeface="Noto Sans Thai Medium"/>
              <a:buNone/>
              <a:defRPr i="0" sz="1600" u="none" cap="none" strike="noStrike">
                <a:solidFill>
                  <a:schemeClr val="dk1"/>
                </a:solidFill>
                <a:latin typeface="Noto Sans Thai Medium"/>
                <a:ea typeface="Noto Sans Thai Medium"/>
                <a:cs typeface="Noto Sans Thai Medium"/>
                <a:sym typeface="Noto Sans Thai Medium"/>
              </a:defRPr>
            </a:lvl8pPr>
            <a:lvl9pPr lvl="8" marR="0" rtl="0" algn="l">
              <a:spcBef>
                <a:spcPts val="0"/>
              </a:spcBef>
              <a:spcAft>
                <a:spcPts val="0"/>
              </a:spcAft>
              <a:buSzPts val="1200"/>
              <a:buFont typeface="Noto Sans Thai Medium"/>
              <a:buNone/>
              <a:defRPr i="0" sz="1600" u="none" cap="none" strike="noStrike">
                <a:solidFill>
                  <a:schemeClr val="dk1"/>
                </a:solidFill>
                <a:latin typeface="Noto Sans Thai Medium"/>
                <a:ea typeface="Noto Sans Thai Medium"/>
                <a:cs typeface="Noto Sans Thai Medium"/>
                <a:sym typeface="Noto Sans Thai Medium"/>
              </a:defRPr>
            </a:lvl9pPr>
          </a:lstStyle>
          <a:p/>
        </p:txBody>
      </p:sp>
      <p:sp>
        <p:nvSpPr>
          <p:cNvPr id="10" name="Google Shape;10;p1"/>
          <p:cNvSpPr txBox="1"/>
          <p:nvPr>
            <p:ph idx="12" type="sldNum"/>
          </p:nvPr>
        </p:nvSpPr>
        <p:spPr>
          <a:xfrm>
            <a:off x="6457951" y="4767264"/>
            <a:ext cx="2057400" cy="273900"/>
          </a:xfrm>
          <a:prstGeom prst="rect">
            <a:avLst/>
          </a:prstGeom>
          <a:noFill/>
          <a:ln>
            <a:noFill/>
          </a:ln>
        </p:spPr>
        <p:txBody>
          <a:bodyPr anchorCtr="0" anchor="ctr" bIns="39550" lIns="79125" spcFirstLastPara="1" rIns="79125" wrap="square" tIns="39550">
            <a:noAutofit/>
          </a:bodyPr>
          <a:lstStyle>
            <a:lvl1pPr indent="0" lvl="0" marL="0" marR="0" rtl="0" algn="r">
              <a:spcBef>
                <a:spcPts val="0"/>
              </a:spcBef>
              <a:buNone/>
              <a:defRPr i="0" sz="1100" u="none" cap="none" strike="noStrike">
                <a:solidFill>
                  <a:srgbClr val="888A89"/>
                </a:solidFill>
                <a:latin typeface="Noto Sans Thai Medium"/>
                <a:ea typeface="Noto Sans Thai Medium"/>
                <a:cs typeface="Noto Sans Thai Medium"/>
                <a:sym typeface="Noto Sans Thai Medium"/>
              </a:defRPr>
            </a:lvl1pPr>
            <a:lvl2pPr indent="0" lvl="1" marL="0" marR="0" rtl="0" algn="r">
              <a:spcBef>
                <a:spcPts val="0"/>
              </a:spcBef>
              <a:buNone/>
              <a:defRPr i="0" sz="1100" u="none" cap="none" strike="noStrike">
                <a:solidFill>
                  <a:srgbClr val="888A89"/>
                </a:solidFill>
                <a:latin typeface="Noto Sans Thai Medium"/>
                <a:ea typeface="Noto Sans Thai Medium"/>
                <a:cs typeface="Noto Sans Thai Medium"/>
                <a:sym typeface="Noto Sans Thai Medium"/>
              </a:defRPr>
            </a:lvl2pPr>
            <a:lvl3pPr indent="0" lvl="2" marL="0" marR="0" rtl="0" algn="r">
              <a:spcBef>
                <a:spcPts val="0"/>
              </a:spcBef>
              <a:buNone/>
              <a:defRPr i="0" sz="1100" u="none" cap="none" strike="noStrike">
                <a:solidFill>
                  <a:srgbClr val="888A89"/>
                </a:solidFill>
                <a:latin typeface="Noto Sans Thai Medium"/>
                <a:ea typeface="Noto Sans Thai Medium"/>
                <a:cs typeface="Noto Sans Thai Medium"/>
                <a:sym typeface="Noto Sans Thai Medium"/>
              </a:defRPr>
            </a:lvl3pPr>
            <a:lvl4pPr indent="0" lvl="3" marL="0" marR="0" rtl="0" algn="r">
              <a:spcBef>
                <a:spcPts val="0"/>
              </a:spcBef>
              <a:buNone/>
              <a:defRPr i="0" sz="1100" u="none" cap="none" strike="noStrike">
                <a:solidFill>
                  <a:srgbClr val="888A89"/>
                </a:solidFill>
                <a:latin typeface="Noto Sans Thai Medium"/>
                <a:ea typeface="Noto Sans Thai Medium"/>
                <a:cs typeface="Noto Sans Thai Medium"/>
                <a:sym typeface="Noto Sans Thai Medium"/>
              </a:defRPr>
            </a:lvl4pPr>
            <a:lvl5pPr indent="0" lvl="4" marL="0" marR="0" rtl="0" algn="r">
              <a:spcBef>
                <a:spcPts val="0"/>
              </a:spcBef>
              <a:buNone/>
              <a:defRPr i="0" sz="1100" u="none" cap="none" strike="noStrike">
                <a:solidFill>
                  <a:srgbClr val="888A89"/>
                </a:solidFill>
                <a:latin typeface="Noto Sans Thai Medium"/>
                <a:ea typeface="Noto Sans Thai Medium"/>
                <a:cs typeface="Noto Sans Thai Medium"/>
                <a:sym typeface="Noto Sans Thai Medium"/>
              </a:defRPr>
            </a:lvl5pPr>
            <a:lvl6pPr indent="0" lvl="5" marL="0" marR="0" rtl="0" algn="r">
              <a:spcBef>
                <a:spcPts val="0"/>
              </a:spcBef>
              <a:buNone/>
              <a:defRPr i="0" sz="1100" u="none" cap="none" strike="noStrike">
                <a:solidFill>
                  <a:srgbClr val="888A89"/>
                </a:solidFill>
                <a:latin typeface="Noto Sans Thai Medium"/>
                <a:ea typeface="Noto Sans Thai Medium"/>
                <a:cs typeface="Noto Sans Thai Medium"/>
                <a:sym typeface="Noto Sans Thai Medium"/>
              </a:defRPr>
            </a:lvl6pPr>
            <a:lvl7pPr indent="0" lvl="6" marL="0" marR="0" rtl="0" algn="r">
              <a:spcBef>
                <a:spcPts val="0"/>
              </a:spcBef>
              <a:buNone/>
              <a:defRPr i="0" sz="1100" u="none" cap="none" strike="noStrike">
                <a:solidFill>
                  <a:srgbClr val="888A89"/>
                </a:solidFill>
                <a:latin typeface="Noto Sans Thai Medium"/>
                <a:ea typeface="Noto Sans Thai Medium"/>
                <a:cs typeface="Noto Sans Thai Medium"/>
                <a:sym typeface="Noto Sans Thai Medium"/>
              </a:defRPr>
            </a:lvl7pPr>
            <a:lvl8pPr indent="0" lvl="7" marL="0" marR="0" rtl="0" algn="r">
              <a:spcBef>
                <a:spcPts val="0"/>
              </a:spcBef>
              <a:buNone/>
              <a:defRPr i="0" sz="1100" u="none" cap="none" strike="noStrike">
                <a:solidFill>
                  <a:srgbClr val="888A89"/>
                </a:solidFill>
                <a:latin typeface="Noto Sans Thai Medium"/>
                <a:ea typeface="Noto Sans Thai Medium"/>
                <a:cs typeface="Noto Sans Thai Medium"/>
                <a:sym typeface="Noto Sans Thai Medium"/>
              </a:defRPr>
            </a:lvl8pPr>
            <a:lvl9pPr indent="0" lvl="8" marL="0" marR="0" rtl="0" algn="r">
              <a:spcBef>
                <a:spcPts val="0"/>
              </a:spcBef>
              <a:buNone/>
              <a:defRPr i="0" sz="1100" u="none" cap="none" strike="noStrike">
                <a:solidFill>
                  <a:srgbClr val="888A89"/>
                </a:solidFill>
                <a:latin typeface="Noto Sans Thai Medium"/>
                <a:ea typeface="Noto Sans Thai Medium"/>
                <a:cs typeface="Noto Sans Thai Medium"/>
                <a:sym typeface="Noto Sans Thai Medium"/>
              </a:defRPr>
            </a:lvl9pPr>
          </a:lstStyle>
          <a:p>
            <a:pPr indent="0" lvl="0" marL="0" rtl="0" algn="r">
              <a:spcBef>
                <a:spcPts val="0"/>
              </a:spcBef>
              <a:spcAft>
                <a:spcPts val="0"/>
              </a:spcAft>
              <a:buNone/>
            </a:pPr>
            <a:fld id="{00000000-1234-1234-1234-123412341234}" type="slidenum">
              <a:rPr lang="ja"/>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7" name="Shape 67"/>
        <p:cNvGrpSpPr/>
        <p:nvPr/>
      </p:nvGrpSpPr>
      <p:grpSpPr>
        <a:xfrm>
          <a:off x="0" y="0"/>
          <a:ext cx="0" cy="0"/>
          <a:chOff x="0" y="0"/>
          <a:chExt cx="0" cy="0"/>
        </a:xfrm>
      </p:grpSpPr>
      <p:sp>
        <p:nvSpPr>
          <p:cNvPr id="68" name="Google Shape;68;p15"/>
          <p:cNvSpPr txBox="1"/>
          <p:nvPr>
            <p:ph type="title"/>
          </p:nvPr>
        </p:nvSpPr>
        <p:spPr>
          <a:xfrm>
            <a:off x="628650" y="273845"/>
            <a:ext cx="7886700" cy="994200"/>
          </a:xfrm>
          <a:prstGeom prst="rect">
            <a:avLst/>
          </a:prstGeom>
          <a:noFill/>
          <a:ln>
            <a:noFill/>
          </a:ln>
        </p:spPr>
        <p:txBody>
          <a:bodyPr anchorCtr="0" anchor="ctr" bIns="39550" lIns="79125" spcFirstLastPara="1" rIns="79125" wrap="square" tIns="39550">
            <a:noAutofit/>
          </a:bodyPr>
          <a:lstStyle>
            <a:lvl1pPr lvl="0" marR="0" algn="l">
              <a:lnSpc>
                <a:spcPct val="90000"/>
              </a:lnSpc>
              <a:spcBef>
                <a:spcPts val="0"/>
              </a:spcBef>
              <a:spcAft>
                <a:spcPts val="0"/>
              </a:spcAft>
              <a:buClr>
                <a:schemeClr val="dk1"/>
              </a:buClr>
              <a:buSzPts val="3800"/>
              <a:buFont typeface="Zen Kaku Gothic New"/>
              <a:buNone/>
              <a:defRPr b="1" i="0" sz="3800" u="none" cap="none" strike="noStrike">
                <a:solidFill>
                  <a:schemeClr val="dk1"/>
                </a:solidFill>
                <a:latin typeface="Zen Kaku Gothic New"/>
                <a:ea typeface="Zen Kaku Gothic New"/>
                <a:cs typeface="Zen Kaku Gothic New"/>
                <a:sym typeface="Zen Kaku Gothic New"/>
              </a:defRPr>
            </a:lvl1pPr>
            <a:lvl2pPr lvl="1">
              <a:spcBef>
                <a:spcPts val="0"/>
              </a:spcBef>
              <a:spcAft>
                <a:spcPts val="0"/>
              </a:spcAft>
              <a:buSzPts val="1200"/>
              <a:buFont typeface="Zen Kaku Gothic New"/>
              <a:buNone/>
              <a:defRPr sz="1600">
                <a:latin typeface="Zen Kaku Gothic New"/>
                <a:ea typeface="Zen Kaku Gothic New"/>
                <a:cs typeface="Zen Kaku Gothic New"/>
                <a:sym typeface="Zen Kaku Gothic New"/>
              </a:defRPr>
            </a:lvl2pPr>
            <a:lvl3pPr lvl="2">
              <a:spcBef>
                <a:spcPts val="0"/>
              </a:spcBef>
              <a:spcAft>
                <a:spcPts val="0"/>
              </a:spcAft>
              <a:buSzPts val="1200"/>
              <a:buFont typeface="Zen Kaku Gothic New"/>
              <a:buNone/>
              <a:defRPr sz="1600">
                <a:latin typeface="Zen Kaku Gothic New"/>
                <a:ea typeface="Zen Kaku Gothic New"/>
                <a:cs typeface="Zen Kaku Gothic New"/>
                <a:sym typeface="Zen Kaku Gothic New"/>
              </a:defRPr>
            </a:lvl3pPr>
            <a:lvl4pPr lvl="3">
              <a:spcBef>
                <a:spcPts val="0"/>
              </a:spcBef>
              <a:spcAft>
                <a:spcPts val="0"/>
              </a:spcAft>
              <a:buSzPts val="1200"/>
              <a:buFont typeface="Zen Kaku Gothic New"/>
              <a:buNone/>
              <a:defRPr sz="1600">
                <a:latin typeface="Zen Kaku Gothic New"/>
                <a:ea typeface="Zen Kaku Gothic New"/>
                <a:cs typeface="Zen Kaku Gothic New"/>
                <a:sym typeface="Zen Kaku Gothic New"/>
              </a:defRPr>
            </a:lvl4pPr>
            <a:lvl5pPr lvl="4">
              <a:spcBef>
                <a:spcPts val="0"/>
              </a:spcBef>
              <a:spcAft>
                <a:spcPts val="0"/>
              </a:spcAft>
              <a:buSzPts val="1200"/>
              <a:buFont typeface="Zen Kaku Gothic New"/>
              <a:buNone/>
              <a:defRPr sz="1600">
                <a:latin typeface="Zen Kaku Gothic New"/>
                <a:ea typeface="Zen Kaku Gothic New"/>
                <a:cs typeface="Zen Kaku Gothic New"/>
                <a:sym typeface="Zen Kaku Gothic New"/>
              </a:defRPr>
            </a:lvl5pPr>
            <a:lvl6pPr lvl="5">
              <a:spcBef>
                <a:spcPts val="0"/>
              </a:spcBef>
              <a:spcAft>
                <a:spcPts val="0"/>
              </a:spcAft>
              <a:buSzPts val="1200"/>
              <a:buFont typeface="Zen Kaku Gothic New"/>
              <a:buNone/>
              <a:defRPr sz="1600">
                <a:latin typeface="Zen Kaku Gothic New"/>
                <a:ea typeface="Zen Kaku Gothic New"/>
                <a:cs typeface="Zen Kaku Gothic New"/>
                <a:sym typeface="Zen Kaku Gothic New"/>
              </a:defRPr>
            </a:lvl6pPr>
            <a:lvl7pPr lvl="6">
              <a:spcBef>
                <a:spcPts val="0"/>
              </a:spcBef>
              <a:spcAft>
                <a:spcPts val="0"/>
              </a:spcAft>
              <a:buSzPts val="1200"/>
              <a:buFont typeface="Zen Kaku Gothic New"/>
              <a:buNone/>
              <a:defRPr sz="1600">
                <a:latin typeface="Zen Kaku Gothic New"/>
                <a:ea typeface="Zen Kaku Gothic New"/>
                <a:cs typeface="Zen Kaku Gothic New"/>
                <a:sym typeface="Zen Kaku Gothic New"/>
              </a:defRPr>
            </a:lvl7pPr>
            <a:lvl8pPr lvl="7">
              <a:spcBef>
                <a:spcPts val="0"/>
              </a:spcBef>
              <a:spcAft>
                <a:spcPts val="0"/>
              </a:spcAft>
              <a:buSzPts val="1200"/>
              <a:buFont typeface="Zen Kaku Gothic New"/>
              <a:buNone/>
              <a:defRPr sz="1600">
                <a:latin typeface="Zen Kaku Gothic New"/>
                <a:ea typeface="Zen Kaku Gothic New"/>
                <a:cs typeface="Zen Kaku Gothic New"/>
                <a:sym typeface="Zen Kaku Gothic New"/>
              </a:defRPr>
            </a:lvl8pPr>
            <a:lvl9pPr lvl="8">
              <a:spcBef>
                <a:spcPts val="0"/>
              </a:spcBef>
              <a:spcAft>
                <a:spcPts val="0"/>
              </a:spcAft>
              <a:buSzPts val="1200"/>
              <a:buFont typeface="Zen Kaku Gothic New"/>
              <a:buNone/>
              <a:defRPr sz="1600">
                <a:latin typeface="Zen Kaku Gothic New"/>
                <a:ea typeface="Zen Kaku Gothic New"/>
                <a:cs typeface="Zen Kaku Gothic New"/>
                <a:sym typeface="Zen Kaku Gothic New"/>
              </a:defRPr>
            </a:lvl9pPr>
          </a:lstStyle>
          <a:p/>
        </p:txBody>
      </p:sp>
      <p:sp>
        <p:nvSpPr>
          <p:cNvPr id="69" name="Google Shape;69;p15"/>
          <p:cNvSpPr txBox="1"/>
          <p:nvPr>
            <p:ph idx="1" type="body"/>
          </p:nvPr>
        </p:nvSpPr>
        <p:spPr>
          <a:xfrm>
            <a:off x="628650" y="1369219"/>
            <a:ext cx="7886700" cy="3263400"/>
          </a:xfrm>
          <a:prstGeom prst="rect">
            <a:avLst/>
          </a:prstGeom>
          <a:noFill/>
          <a:ln>
            <a:noFill/>
          </a:ln>
        </p:spPr>
        <p:txBody>
          <a:bodyPr anchorCtr="0" anchor="t" bIns="39550" lIns="79125" spcFirstLastPara="1" rIns="79125" wrap="square" tIns="39550">
            <a:noAutofit/>
          </a:bodyPr>
          <a:lstStyle>
            <a:lvl1pPr indent="-336550" lvl="0" marL="457200" marR="0" algn="l">
              <a:lnSpc>
                <a:spcPct val="100000"/>
              </a:lnSpc>
              <a:spcBef>
                <a:spcPts val="0"/>
              </a:spcBef>
              <a:spcAft>
                <a:spcPts val="0"/>
              </a:spcAft>
              <a:buClr>
                <a:schemeClr val="dk1"/>
              </a:buClr>
              <a:buSzPts val="1700"/>
              <a:buFont typeface="Zen Kaku Gothic New"/>
              <a:buChar char="•"/>
              <a:defRPr i="0" sz="1700" u="none" cap="none" strike="noStrike">
                <a:solidFill>
                  <a:schemeClr val="dk1"/>
                </a:solidFill>
                <a:latin typeface="Zen Kaku Gothic New"/>
                <a:ea typeface="Zen Kaku Gothic New"/>
                <a:cs typeface="Zen Kaku Gothic New"/>
                <a:sym typeface="Zen Kaku Gothic New"/>
              </a:defRPr>
            </a:lvl1pPr>
            <a:lvl2pPr indent="-336550" lvl="1" marL="914400" marR="0" algn="l">
              <a:lnSpc>
                <a:spcPct val="100000"/>
              </a:lnSpc>
              <a:spcBef>
                <a:spcPts val="0"/>
              </a:spcBef>
              <a:spcAft>
                <a:spcPts val="0"/>
              </a:spcAft>
              <a:buClr>
                <a:schemeClr val="dk1"/>
              </a:buClr>
              <a:buSzPts val="1700"/>
              <a:buFont typeface="Zen Kaku Gothic New"/>
              <a:buChar char="✔"/>
              <a:defRPr i="0" sz="1700" u="none" cap="none" strike="noStrike">
                <a:solidFill>
                  <a:schemeClr val="dk1"/>
                </a:solidFill>
                <a:latin typeface="Zen Kaku Gothic New"/>
                <a:ea typeface="Zen Kaku Gothic New"/>
                <a:cs typeface="Zen Kaku Gothic New"/>
                <a:sym typeface="Zen Kaku Gothic New"/>
              </a:defRPr>
            </a:lvl2pPr>
            <a:lvl3pPr indent="-336550" lvl="2" marL="1371600" marR="0" algn="l">
              <a:lnSpc>
                <a:spcPct val="100000"/>
              </a:lnSpc>
              <a:spcBef>
                <a:spcPts val="0"/>
              </a:spcBef>
              <a:spcAft>
                <a:spcPts val="0"/>
              </a:spcAft>
              <a:buClr>
                <a:schemeClr val="dk1"/>
              </a:buClr>
              <a:buSzPts val="1700"/>
              <a:buFont typeface="Zen Kaku Gothic New"/>
              <a:buChar char="⮚"/>
              <a:defRPr i="0" sz="1700" u="none" cap="none" strike="noStrike">
                <a:solidFill>
                  <a:schemeClr val="dk1"/>
                </a:solidFill>
                <a:latin typeface="Zen Kaku Gothic New"/>
                <a:ea typeface="Zen Kaku Gothic New"/>
                <a:cs typeface="Zen Kaku Gothic New"/>
                <a:sym typeface="Zen Kaku Gothic New"/>
              </a:defRPr>
            </a:lvl3pPr>
            <a:lvl4pPr indent="-336550" lvl="3" marL="1828800" marR="0" algn="l">
              <a:lnSpc>
                <a:spcPct val="90000"/>
              </a:lnSpc>
              <a:spcBef>
                <a:spcPts val="400"/>
              </a:spcBef>
              <a:spcAft>
                <a:spcPts val="0"/>
              </a:spcAft>
              <a:buClr>
                <a:schemeClr val="dk1"/>
              </a:buClr>
              <a:buSzPts val="1700"/>
              <a:buFont typeface="Zen Kaku Gothic New"/>
              <a:buChar char="•"/>
              <a:defRPr i="0" sz="1700" u="none" cap="none" strike="noStrike">
                <a:solidFill>
                  <a:schemeClr val="dk1"/>
                </a:solidFill>
                <a:latin typeface="Zen Kaku Gothic New"/>
                <a:ea typeface="Zen Kaku Gothic New"/>
                <a:cs typeface="Zen Kaku Gothic New"/>
                <a:sym typeface="Zen Kaku Gothic New"/>
              </a:defRPr>
            </a:lvl4pPr>
            <a:lvl5pPr indent="-336550" lvl="4" marL="2286000" marR="0" algn="l">
              <a:lnSpc>
                <a:spcPct val="90000"/>
              </a:lnSpc>
              <a:spcBef>
                <a:spcPts val="400"/>
              </a:spcBef>
              <a:spcAft>
                <a:spcPts val="0"/>
              </a:spcAft>
              <a:buClr>
                <a:schemeClr val="dk1"/>
              </a:buClr>
              <a:buSzPts val="1700"/>
              <a:buFont typeface="Zen Kaku Gothic New"/>
              <a:buChar char="•"/>
              <a:defRPr i="0" sz="1700" u="none" cap="none" strike="noStrike">
                <a:solidFill>
                  <a:schemeClr val="dk1"/>
                </a:solidFill>
                <a:latin typeface="Zen Kaku Gothic New"/>
                <a:ea typeface="Zen Kaku Gothic New"/>
                <a:cs typeface="Zen Kaku Gothic New"/>
                <a:sym typeface="Zen Kaku Gothic New"/>
              </a:defRPr>
            </a:lvl5pPr>
            <a:lvl6pPr indent="-330200" lvl="5" marL="2743200" marR="0" algn="l">
              <a:lnSpc>
                <a:spcPct val="90000"/>
              </a:lnSpc>
              <a:spcBef>
                <a:spcPts val="400"/>
              </a:spcBef>
              <a:spcAft>
                <a:spcPts val="0"/>
              </a:spcAft>
              <a:buClr>
                <a:schemeClr val="dk1"/>
              </a:buClr>
              <a:buSzPts val="1600"/>
              <a:buFont typeface="Zen Kaku Gothic New"/>
              <a:buChar char="•"/>
              <a:defRPr i="0" sz="1600" u="none" cap="none" strike="noStrike">
                <a:solidFill>
                  <a:schemeClr val="dk1"/>
                </a:solidFill>
                <a:latin typeface="Zen Kaku Gothic New"/>
                <a:ea typeface="Zen Kaku Gothic New"/>
                <a:cs typeface="Zen Kaku Gothic New"/>
                <a:sym typeface="Zen Kaku Gothic New"/>
              </a:defRPr>
            </a:lvl6pPr>
            <a:lvl7pPr indent="-330200" lvl="6" marL="3200400" marR="0" algn="l">
              <a:lnSpc>
                <a:spcPct val="90000"/>
              </a:lnSpc>
              <a:spcBef>
                <a:spcPts val="400"/>
              </a:spcBef>
              <a:spcAft>
                <a:spcPts val="0"/>
              </a:spcAft>
              <a:buClr>
                <a:schemeClr val="dk1"/>
              </a:buClr>
              <a:buSzPts val="1600"/>
              <a:buFont typeface="Zen Kaku Gothic New"/>
              <a:buChar char="•"/>
              <a:defRPr i="0" sz="1600" u="none" cap="none" strike="noStrike">
                <a:solidFill>
                  <a:schemeClr val="dk1"/>
                </a:solidFill>
                <a:latin typeface="Zen Kaku Gothic New"/>
                <a:ea typeface="Zen Kaku Gothic New"/>
                <a:cs typeface="Zen Kaku Gothic New"/>
                <a:sym typeface="Zen Kaku Gothic New"/>
              </a:defRPr>
            </a:lvl7pPr>
            <a:lvl8pPr indent="-330200" lvl="7" marL="3657600" marR="0" algn="l">
              <a:lnSpc>
                <a:spcPct val="90000"/>
              </a:lnSpc>
              <a:spcBef>
                <a:spcPts val="400"/>
              </a:spcBef>
              <a:spcAft>
                <a:spcPts val="0"/>
              </a:spcAft>
              <a:buClr>
                <a:schemeClr val="dk1"/>
              </a:buClr>
              <a:buSzPts val="1600"/>
              <a:buFont typeface="Zen Kaku Gothic New"/>
              <a:buChar char="•"/>
              <a:defRPr i="0" sz="1600" u="none" cap="none" strike="noStrike">
                <a:solidFill>
                  <a:schemeClr val="dk1"/>
                </a:solidFill>
                <a:latin typeface="Zen Kaku Gothic New"/>
                <a:ea typeface="Zen Kaku Gothic New"/>
                <a:cs typeface="Zen Kaku Gothic New"/>
                <a:sym typeface="Zen Kaku Gothic New"/>
              </a:defRPr>
            </a:lvl8pPr>
            <a:lvl9pPr indent="-330200" lvl="8" marL="4114800" marR="0" algn="l">
              <a:lnSpc>
                <a:spcPct val="90000"/>
              </a:lnSpc>
              <a:spcBef>
                <a:spcPts val="400"/>
              </a:spcBef>
              <a:spcAft>
                <a:spcPts val="0"/>
              </a:spcAft>
              <a:buClr>
                <a:schemeClr val="dk1"/>
              </a:buClr>
              <a:buSzPts val="1600"/>
              <a:buFont typeface="Zen Kaku Gothic New"/>
              <a:buChar char="•"/>
              <a:defRPr i="0" sz="1600" u="none" cap="none" strike="noStrike">
                <a:solidFill>
                  <a:schemeClr val="dk1"/>
                </a:solidFill>
                <a:latin typeface="Zen Kaku Gothic New"/>
                <a:ea typeface="Zen Kaku Gothic New"/>
                <a:cs typeface="Zen Kaku Gothic New"/>
                <a:sym typeface="Zen Kaku Gothic New"/>
              </a:defRPr>
            </a:lvl9pPr>
          </a:lstStyle>
          <a:p/>
        </p:txBody>
      </p:sp>
      <p:sp>
        <p:nvSpPr>
          <p:cNvPr id="70" name="Google Shape;70;p15"/>
          <p:cNvSpPr txBox="1"/>
          <p:nvPr>
            <p:ph idx="12" type="sldNum"/>
          </p:nvPr>
        </p:nvSpPr>
        <p:spPr>
          <a:xfrm>
            <a:off x="8763484" y="4749901"/>
            <a:ext cx="548700" cy="393600"/>
          </a:xfrm>
          <a:prstGeom prst="rect">
            <a:avLst/>
          </a:prstGeom>
          <a:noFill/>
          <a:ln>
            <a:noFill/>
          </a:ln>
        </p:spPr>
        <p:txBody>
          <a:bodyPr anchorCtr="0" anchor="t" bIns="91425" lIns="91425" spcFirstLastPara="1" rIns="91425" wrap="square" tIns="91425">
            <a:noAutofit/>
          </a:bodyPr>
          <a:lstStyle>
            <a:lvl1pPr lvl="0">
              <a:buNone/>
              <a:defRPr sz="1000">
                <a:latin typeface="Zen Kaku Gothic New"/>
                <a:ea typeface="Zen Kaku Gothic New"/>
                <a:cs typeface="Zen Kaku Gothic New"/>
                <a:sym typeface="Zen Kaku Gothic New"/>
              </a:defRPr>
            </a:lvl1pPr>
            <a:lvl2pPr lvl="1">
              <a:buNone/>
              <a:defRPr sz="1000">
                <a:latin typeface="Zen Kaku Gothic New"/>
                <a:ea typeface="Zen Kaku Gothic New"/>
                <a:cs typeface="Zen Kaku Gothic New"/>
                <a:sym typeface="Zen Kaku Gothic New"/>
              </a:defRPr>
            </a:lvl2pPr>
            <a:lvl3pPr lvl="2">
              <a:buNone/>
              <a:defRPr sz="1000">
                <a:latin typeface="Zen Kaku Gothic New"/>
                <a:ea typeface="Zen Kaku Gothic New"/>
                <a:cs typeface="Zen Kaku Gothic New"/>
                <a:sym typeface="Zen Kaku Gothic New"/>
              </a:defRPr>
            </a:lvl3pPr>
            <a:lvl4pPr lvl="3">
              <a:buNone/>
              <a:defRPr sz="1000">
                <a:latin typeface="Zen Kaku Gothic New"/>
                <a:ea typeface="Zen Kaku Gothic New"/>
                <a:cs typeface="Zen Kaku Gothic New"/>
                <a:sym typeface="Zen Kaku Gothic New"/>
              </a:defRPr>
            </a:lvl4pPr>
            <a:lvl5pPr lvl="4">
              <a:buNone/>
              <a:defRPr sz="1000">
                <a:latin typeface="Zen Kaku Gothic New"/>
                <a:ea typeface="Zen Kaku Gothic New"/>
                <a:cs typeface="Zen Kaku Gothic New"/>
                <a:sym typeface="Zen Kaku Gothic New"/>
              </a:defRPr>
            </a:lvl5pPr>
            <a:lvl6pPr lvl="5">
              <a:buNone/>
              <a:defRPr sz="1000">
                <a:latin typeface="Zen Kaku Gothic New"/>
                <a:ea typeface="Zen Kaku Gothic New"/>
                <a:cs typeface="Zen Kaku Gothic New"/>
                <a:sym typeface="Zen Kaku Gothic New"/>
              </a:defRPr>
            </a:lvl6pPr>
            <a:lvl7pPr lvl="6">
              <a:buNone/>
              <a:defRPr sz="1000">
                <a:latin typeface="Zen Kaku Gothic New"/>
                <a:ea typeface="Zen Kaku Gothic New"/>
                <a:cs typeface="Zen Kaku Gothic New"/>
                <a:sym typeface="Zen Kaku Gothic New"/>
              </a:defRPr>
            </a:lvl7pPr>
            <a:lvl8pPr lvl="7">
              <a:buNone/>
              <a:defRPr sz="1000">
                <a:latin typeface="Zen Kaku Gothic New"/>
                <a:ea typeface="Zen Kaku Gothic New"/>
                <a:cs typeface="Zen Kaku Gothic New"/>
                <a:sym typeface="Zen Kaku Gothic New"/>
              </a:defRPr>
            </a:lvl8pPr>
            <a:lvl9pPr lvl="8">
              <a:buNone/>
              <a:defRPr sz="1000">
                <a:latin typeface="Zen Kaku Gothic New"/>
                <a:ea typeface="Zen Kaku Gothic New"/>
                <a:cs typeface="Zen Kaku Gothic New"/>
                <a:sym typeface="Zen Kaku Gothic New"/>
              </a:defRPr>
            </a:lvl9pPr>
          </a:lstStyle>
          <a:p>
            <a:pPr indent="0" lvl="0" marL="0" rtl="0" algn="l">
              <a:spcBef>
                <a:spcPts val="0"/>
              </a:spcBef>
              <a:spcAft>
                <a:spcPts val="0"/>
              </a:spcAft>
              <a:buNone/>
            </a:pPr>
            <a:fld id="{00000000-1234-1234-1234-123412341234}" type="slidenum">
              <a:rPr lang="ja"/>
              <a:t>‹#›</a:t>
            </a:fld>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0" name="Shape 90"/>
        <p:cNvGrpSpPr/>
        <p:nvPr/>
      </p:nvGrpSpPr>
      <p:grpSpPr>
        <a:xfrm>
          <a:off x="0" y="0"/>
          <a:ext cx="0" cy="0"/>
          <a:chOff x="0" y="0"/>
          <a:chExt cx="0" cy="0"/>
        </a:xfrm>
      </p:grpSpPr>
      <p:sp>
        <p:nvSpPr>
          <p:cNvPr id="91" name="Google Shape;91;p20"/>
          <p:cNvSpPr txBox="1"/>
          <p:nvPr>
            <p:ph type="title"/>
          </p:nvPr>
        </p:nvSpPr>
        <p:spPr>
          <a:xfrm>
            <a:off x="628650" y="273850"/>
            <a:ext cx="7886700" cy="1016700"/>
          </a:xfrm>
          <a:prstGeom prst="rect">
            <a:avLst/>
          </a:prstGeom>
          <a:noFill/>
          <a:ln>
            <a:noFill/>
          </a:ln>
        </p:spPr>
        <p:txBody>
          <a:bodyPr anchorCtr="0" anchor="ctr" bIns="39550" lIns="79125" spcFirstLastPara="1" rIns="79125" wrap="square" tIns="39550">
            <a:noAutofit/>
          </a:bodyPr>
          <a:lstStyle>
            <a:lvl1pPr lvl="0" marR="0" algn="l">
              <a:lnSpc>
                <a:spcPct val="90000"/>
              </a:lnSpc>
              <a:spcBef>
                <a:spcPts val="0"/>
              </a:spcBef>
              <a:spcAft>
                <a:spcPts val="0"/>
              </a:spcAft>
              <a:buSzPts val="3200"/>
              <a:buFont typeface="Zen Kaku Gothic New"/>
              <a:buNone/>
              <a:defRPr b="1" i="0" sz="3200" u="none" cap="none" strike="noStrike">
                <a:latin typeface="Zen Kaku Gothic New"/>
                <a:ea typeface="Zen Kaku Gothic New"/>
                <a:cs typeface="Zen Kaku Gothic New"/>
                <a:sym typeface="Zen Kaku Gothic New"/>
              </a:defRPr>
            </a:lvl1pPr>
            <a:lvl2pPr lvl="1">
              <a:spcBef>
                <a:spcPts val="0"/>
              </a:spcBef>
              <a:spcAft>
                <a:spcPts val="0"/>
              </a:spcAft>
              <a:buSzPts val="1200"/>
              <a:buFont typeface="Noto Sans Thai"/>
              <a:buNone/>
              <a:defRPr b="1" sz="1600">
                <a:latin typeface="Noto Sans Thai"/>
                <a:ea typeface="Noto Sans Thai"/>
                <a:cs typeface="Noto Sans Thai"/>
                <a:sym typeface="Noto Sans Thai"/>
              </a:defRPr>
            </a:lvl2pPr>
            <a:lvl3pPr lvl="2">
              <a:spcBef>
                <a:spcPts val="0"/>
              </a:spcBef>
              <a:spcAft>
                <a:spcPts val="0"/>
              </a:spcAft>
              <a:buSzPts val="1200"/>
              <a:buFont typeface="Noto Sans Thai"/>
              <a:buNone/>
              <a:defRPr b="1" sz="1600">
                <a:latin typeface="Noto Sans Thai"/>
                <a:ea typeface="Noto Sans Thai"/>
                <a:cs typeface="Noto Sans Thai"/>
                <a:sym typeface="Noto Sans Thai"/>
              </a:defRPr>
            </a:lvl3pPr>
            <a:lvl4pPr lvl="3">
              <a:spcBef>
                <a:spcPts val="0"/>
              </a:spcBef>
              <a:spcAft>
                <a:spcPts val="0"/>
              </a:spcAft>
              <a:buSzPts val="1200"/>
              <a:buFont typeface="Noto Sans Thai"/>
              <a:buNone/>
              <a:defRPr b="1" sz="1600">
                <a:latin typeface="Noto Sans Thai"/>
                <a:ea typeface="Noto Sans Thai"/>
                <a:cs typeface="Noto Sans Thai"/>
                <a:sym typeface="Noto Sans Thai"/>
              </a:defRPr>
            </a:lvl4pPr>
            <a:lvl5pPr lvl="4">
              <a:spcBef>
                <a:spcPts val="0"/>
              </a:spcBef>
              <a:spcAft>
                <a:spcPts val="0"/>
              </a:spcAft>
              <a:buSzPts val="1200"/>
              <a:buFont typeface="Noto Sans Thai"/>
              <a:buNone/>
              <a:defRPr b="1" sz="1600">
                <a:latin typeface="Noto Sans Thai"/>
                <a:ea typeface="Noto Sans Thai"/>
                <a:cs typeface="Noto Sans Thai"/>
                <a:sym typeface="Noto Sans Thai"/>
              </a:defRPr>
            </a:lvl5pPr>
            <a:lvl6pPr lvl="5">
              <a:spcBef>
                <a:spcPts val="0"/>
              </a:spcBef>
              <a:spcAft>
                <a:spcPts val="0"/>
              </a:spcAft>
              <a:buSzPts val="1200"/>
              <a:buFont typeface="Noto Sans Thai"/>
              <a:buNone/>
              <a:defRPr b="1" sz="1600">
                <a:latin typeface="Noto Sans Thai"/>
                <a:ea typeface="Noto Sans Thai"/>
                <a:cs typeface="Noto Sans Thai"/>
                <a:sym typeface="Noto Sans Thai"/>
              </a:defRPr>
            </a:lvl6pPr>
            <a:lvl7pPr lvl="6">
              <a:spcBef>
                <a:spcPts val="0"/>
              </a:spcBef>
              <a:spcAft>
                <a:spcPts val="0"/>
              </a:spcAft>
              <a:buSzPts val="1200"/>
              <a:buFont typeface="Noto Sans Thai"/>
              <a:buNone/>
              <a:defRPr b="1" sz="1600">
                <a:latin typeface="Noto Sans Thai"/>
                <a:ea typeface="Noto Sans Thai"/>
                <a:cs typeface="Noto Sans Thai"/>
                <a:sym typeface="Noto Sans Thai"/>
              </a:defRPr>
            </a:lvl7pPr>
            <a:lvl8pPr lvl="7">
              <a:spcBef>
                <a:spcPts val="0"/>
              </a:spcBef>
              <a:spcAft>
                <a:spcPts val="0"/>
              </a:spcAft>
              <a:buSzPts val="1200"/>
              <a:buFont typeface="Noto Sans Thai"/>
              <a:buNone/>
              <a:defRPr b="1" sz="1600">
                <a:latin typeface="Noto Sans Thai"/>
                <a:ea typeface="Noto Sans Thai"/>
                <a:cs typeface="Noto Sans Thai"/>
                <a:sym typeface="Noto Sans Thai"/>
              </a:defRPr>
            </a:lvl8pPr>
            <a:lvl9pPr lvl="8">
              <a:spcBef>
                <a:spcPts val="0"/>
              </a:spcBef>
              <a:spcAft>
                <a:spcPts val="0"/>
              </a:spcAft>
              <a:buSzPts val="1200"/>
              <a:buFont typeface="Noto Sans Thai"/>
              <a:buNone/>
              <a:defRPr b="1" sz="1600">
                <a:latin typeface="Noto Sans Thai"/>
                <a:ea typeface="Noto Sans Thai"/>
                <a:cs typeface="Noto Sans Thai"/>
                <a:sym typeface="Noto Sans Thai"/>
              </a:defRPr>
            </a:lvl9pPr>
          </a:lstStyle>
          <a:p/>
        </p:txBody>
      </p:sp>
      <p:sp>
        <p:nvSpPr>
          <p:cNvPr id="92" name="Google Shape;92;p20"/>
          <p:cNvSpPr txBox="1"/>
          <p:nvPr>
            <p:ph idx="1" type="body"/>
          </p:nvPr>
        </p:nvSpPr>
        <p:spPr>
          <a:xfrm>
            <a:off x="628650" y="1369219"/>
            <a:ext cx="7886700" cy="3263400"/>
          </a:xfrm>
          <a:prstGeom prst="rect">
            <a:avLst/>
          </a:prstGeom>
          <a:noFill/>
          <a:ln>
            <a:noFill/>
          </a:ln>
        </p:spPr>
        <p:txBody>
          <a:bodyPr anchorCtr="0" anchor="t" bIns="39550" lIns="79125" spcFirstLastPara="1" rIns="79125" wrap="square" tIns="39550">
            <a:noAutofit/>
          </a:bodyPr>
          <a:lstStyle>
            <a:lvl1pPr indent="-431800" lvl="0" marL="457200" marR="0" algn="l">
              <a:lnSpc>
                <a:spcPct val="90000"/>
              </a:lnSpc>
              <a:spcBef>
                <a:spcPts val="900"/>
              </a:spcBef>
              <a:spcAft>
                <a:spcPts val="0"/>
              </a:spcAft>
              <a:buSzPts val="3200"/>
              <a:buFont typeface="Zen Kaku Gothic New"/>
              <a:buChar char="•"/>
              <a:defRPr b="1" i="0" sz="3200" u="none" cap="none" strike="noStrike">
                <a:latin typeface="Zen Kaku Gothic New"/>
                <a:ea typeface="Zen Kaku Gothic New"/>
                <a:cs typeface="Zen Kaku Gothic New"/>
                <a:sym typeface="Zen Kaku Gothic New"/>
              </a:defRPr>
            </a:lvl1pPr>
            <a:lvl2pPr indent="-381000" lvl="1" marL="914400" marR="0" algn="l">
              <a:lnSpc>
                <a:spcPct val="90000"/>
              </a:lnSpc>
              <a:spcBef>
                <a:spcPts val="500"/>
              </a:spcBef>
              <a:spcAft>
                <a:spcPts val="0"/>
              </a:spcAft>
              <a:buSzPts val="2400"/>
              <a:buFont typeface="Zen Kaku Gothic New"/>
              <a:buChar char="•"/>
              <a:defRPr b="1" i="0" sz="2400" u="none" cap="none" strike="noStrike">
                <a:latin typeface="Zen Kaku Gothic New"/>
                <a:ea typeface="Zen Kaku Gothic New"/>
                <a:cs typeface="Zen Kaku Gothic New"/>
                <a:sym typeface="Zen Kaku Gothic New"/>
              </a:defRPr>
            </a:lvl2pPr>
            <a:lvl3pPr indent="-330200" lvl="2" marL="1371600" marR="0" algn="l">
              <a:lnSpc>
                <a:spcPct val="90000"/>
              </a:lnSpc>
              <a:spcBef>
                <a:spcPts val="500"/>
              </a:spcBef>
              <a:spcAft>
                <a:spcPts val="0"/>
              </a:spcAft>
              <a:buSzPts val="1600"/>
              <a:buFont typeface="Zen Kaku Gothic New"/>
              <a:buChar char="•"/>
              <a:defRPr b="1" i="0" sz="1600" u="none" cap="none" strike="noStrike">
                <a:latin typeface="Zen Kaku Gothic New"/>
                <a:ea typeface="Zen Kaku Gothic New"/>
                <a:cs typeface="Zen Kaku Gothic New"/>
                <a:sym typeface="Zen Kaku Gothic New"/>
              </a:defRPr>
            </a:lvl3pPr>
            <a:lvl4pPr indent="-317500" lvl="3" marL="1828800" marR="0" algn="l">
              <a:lnSpc>
                <a:spcPct val="90000"/>
              </a:lnSpc>
              <a:spcBef>
                <a:spcPts val="500"/>
              </a:spcBef>
              <a:spcAft>
                <a:spcPts val="0"/>
              </a:spcAft>
              <a:buSzPts val="1400"/>
              <a:buFont typeface="Zen Kaku Gothic New Medium"/>
              <a:buChar char="•"/>
              <a:defRPr i="0" u="none" cap="none" strike="noStrike">
                <a:latin typeface="Zen Kaku Gothic New Medium"/>
                <a:ea typeface="Zen Kaku Gothic New Medium"/>
                <a:cs typeface="Zen Kaku Gothic New Medium"/>
                <a:sym typeface="Zen Kaku Gothic New Medium"/>
              </a:defRPr>
            </a:lvl4pPr>
            <a:lvl5pPr indent="-304800" lvl="4" marL="2286000" marR="0" algn="l">
              <a:lnSpc>
                <a:spcPct val="90000"/>
              </a:lnSpc>
              <a:spcBef>
                <a:spcPts val="500"/>
              </a:spcBef>
              <a:spcAft>
                <a:spcPts val="0"/>
              </a:spcAft>
              <a:buSzPts val="1200"/>
              <a:buFont typeface="Zen Kaku Gothic New Medium"/>
              <a:buChar char="•"/>
              <a:defRPr i="0" sz="1200" u="none" cap="none" strike="noStrike">
                <a:latin typeface="Zen Kaku Gothic New Medium"/>
                <a:ea typeface="Zen Kaku Gothic New Medium"/>
                <a:cs typeface="Zen Kaku Gothic New Medium"/>
                <a:sym typeface="Zen Kaku Gothic New Medium"/>
              </a:defRPr>
            </a:lvl5pPr>
            <a:lvl6pPr indent="-304800" lvl="5" marL="2743200" marR="0" algn="l">
              <a:lnSpc>
                <a:spcPct val="90000"/>
              </a:lnSpc>
              <a:spcBef>
                <a:spcPts val="500"/>
              </a:spcBef>
              <a:spcAft>
                <a:spcPts val="0"/>
              </a:spcAft>
              <a:buSzPts val="1200"/>
              <a:buFont typeface="Zen Kaku Gothic New Medium"/>
              <a:buChar char="•"/>
              <a:defRPr i="0" sz="1200" u="none" cap="none" strike="noStrike">
                <a:latin typeface="Zen Kaku Gothic New Medium"/>
                <a:ea typeface="Zen Kaku Gothic New Medium"/>
                <a:cs typeface="Zen Kaku Gothic New Medium"/>
                <a:sym typeface="Zen Kaku Gothic New Medium"/>
              </a:defRPr>
            </a:lvl6pPr>
            <a:lvl7pPr indent="-304800" lvl="6" marL="3200400" marR="0" algn="l">
              <a:lnSpc>
                <a:spcPct val="90000"/>
              </a:lnSpc>
              <a:spcBef>
                <a:spcPts val="500"/>
              </a:spcBef>
              <a:spcAft>
                <a:spcPts val="0"/>
              </a:spcAft>
              <a:buSzPts val="1200"/>
              <a:buFont typeface="Zen Kaku Gothic New Medium"/>
              <a:buChar char="•"/>
              <a:defRPr i="0" sz="1200" u="none" cap="none" strike="noStrike">
                <a:latin typeface="Zen Kaku Gothic New Medium"/>
                <a:ea typeface="Zen Kaku Gothic New Medium"/>
                <a:cs typeface="Zen Kaku Gothic New Medium"/>
                <a:sym typeface="Zen Kaku Gothic New Medium"/>
              </a:defRPr>
            </a:lvl7pPr>
            <a:lvl8pPr indent="-304800" lvl="7" marL="3657600" marR="0" algn="l">
              <a:lnSpc>
                <a:spcPct val="90000"/>
              </a:lnSpc>
              <a:spcBef>
                <a:spcPts val="500"/>
              </a:spcBef>
              <a:spcAft>
                <a:spcPts val="0"/>
              </a:spcAft>
              <a:buSzPts val="1200"/>
              <a:buFont typeface="Zen Kaku Gothic New Medium"/>
              <a:buChar char="•"/>
              <a:defRPr i="0" sz="1200" u="none" cap="none" strike="noStrike">
                <a:latin typeface="Zen Kaku Gothic New Medium"/>
                <a:ea typeface="Zen Kaku Gothic New Medium"/>
                <a:cs typeface="Zen Kaku Gothic New Medium"/>
                <a:sym typeface="Zen Kaku Gothic New Medium"/>
              </a:defRPr>
            </a:lvl8pPr>
            <a:lvl9pPr indent="-304800" lvl="8" marL="4114800" marR="0" algn="l">
              <a:lnSpc>
                <a:spcPct val="90000"/>
              </a:lnSpc>
              <a:spcBef>
                <a:spcPts val="500"/>
              </a:spcBef>
              <a:spcAft>
                <a:spcPts val="0"/>
              </a:spcAft>
              <a:buSzPts val="1200"/>
              <a:buFont typeface="Zen Kaku Gothic New Medium"/>
              <a:buChar char="•"/>
              <a:defRPr i="0" sz="1200" u="none" cap="none" strike="noStrike">
                <a:latin typeface="Zen Kaku Gothic New Medium"/>
                <a:ea typeface="Zen Kaku Gothic New Medium"/>
                <a:cs typeface="Zen Kaku Gothic New Medium"/>
                <a:sym typeface="Zen Kaku Gothic New Medium"/>
              </a:defRPr>
            </a:lvl9pPr>
          </a:lstStyle>
          <a:p/>
        </p:txBody>
      </p:sp>
      <p:sp>
        <p:nvSpPr>
          <p:cNvPr id="93" name="Google Shape;93;p20"/>
          <p:cNvSpPr txBox="1"/>
          <p:nvPr>
            <p:ph idx="10" type="dt"/>
          </p:nvPr>
        </p:nvSpPr>
        <p:spPr>
          <a:xfrm>
            <a:off x="628650" y="4767264"/>
            <a:ext cx="2057400" cy="273900"/>
          </a:xfrm>
          <a:prstGeom prst="rect">
            <a:avLst/>
          </a:prstGeom>
          <a:noFill/>
          <a:ln>
            <a:noFill/>
          </a:ln>
        </p:spPr>
        <p:txBody>
          <a:bodyPr anchorCtr="0" anchor="ctr" bIns="39550" lIns="79125" spcFirstLastPara="1" rIns="79125" wrap="square" tIns="39550">
            <a:noAutofit/>
          </a:bodyPr>
          <a:lstStyle>
            <a:lvl1pPr lvl="0" marR="0" algn="l">
              <a:spcBef>
                <a:spcPts val="0"/>
              </a:spcBef>
              <a:spcAft>
                <a:spcPts val="0"/>
              </a:spcAft>
              <a:buSzPts val="1200"/>
              <a:buFont typeface="Zen Kaku Gothic New Medium"/>
              <a:buNone/>
              <a:defRPr i="0" sz="1100" u="none" cap="none" strike="noStrike">
                <a:solidFill>
                  <a:srgbClr val="8F9191"/>
                </a:solidFill>
                <a:latin typeface="Zen Kaku Gothic New Medium"/>
                <a:ea typeface="Zen Kaku Gothic New Medium"/>
                <a:cs typeface="Zen Kaku Gothic New Medium"/>
                <a:sym typeface="Zen Kaku Gothic New Medium"/>
              </a:defRPr>
            </a:lvl1pPr>
            <a:lvl2pPr lvl="1" marR="0" algn="l">
              <a:spcBef>
                <a:spcPts val="0"/>
              </a:spcBef>
              <a:spcAft>
                <a:spcPts val="0"/>
              </a:spcAft>
              <a:buSzPts val="1200"/>
              <a:buFont typeface="Zen Kaku Gothic New Medium"/>
              <a:buNone/>
              <a:defRPr i="0" sz="1600" u="none" cap="none" strike="noStrike">
                <a:solidFill>
                  <a:schemeClr val="dk1"/>
                </a:solidFill>
                <a:latin typeface="Zen Kaku Gothic New Medium"/>
                <a:ea typeface="Zen Kaku Gothic New Medium"/>
                <a:cs typeface="Zen Kaku Gothic New Medium"/>
                <a:sym typeface="Zen Kaku Gothic New Medium"/>
              </a:defRPr>
            </a:lvl2pPr>
            <a:lvl3pPr lvl="2" marR="0" algn="l">
              <a:spcBef>
                <a:spcPts val="0"/>
              </a:spcBef>
              <a:spcAft>
                <a:spcPts val="0"/>
              </a:spcAft>
              <a:buSzPts val="1200"/>
              <a:buFont typeface="Zen Kaku Gothic New Medium"/>
              <a:buNone/>
              <a:defRPr i="0" sz="1600" u="none" cap="none" strike="noStrike">
                <a:solidFill>
                  <a:schemeClr val="dk1"/>
                </a:solidFill>
                <a:latin typeface="Zen Kaku Gothic New Medium"/>
                <a:ea typeface="Zen Kaku Gothic New Medium"/>
                <a:cs typeface="Zen Kaku Gothic New Medium"/>
                <a:sym typeface="Zen Kaku Gothic New Medium"/>
              </a:defRPr>
            </a:lvl3pPr>
            <a:lvl4pPr lvl="3" marR="0" algn="l">
              <a:spcBef>
                <a:spcPts val="0"/>
              </a:spcBef>
              <a:spcAft>
                <a:spcPts val="0"/>
              </a:spcAft>
              <a:buSzPts val="1200"/>
              <a:buFont typeface="Zen Kaku Gothic New Medium"/>
              <a:buNone/>
              <a:defRPr i="0" sz="1600" u="none" cap="none" strike="noStrike">
                <a:solidFill>
                  <a:schemeClr val="dk1"/>
                </a:solidFill>
                <a:latin typeface="Zen Kaku Gothic New Medium"/>
                <a:ea typeface="Zen Kaku Gothic New Medium"/>
                <a:cs typeface="Zen Kaku Gothic New Medium"/>
                <a:sym typeface="Zen Kaku Gothic New Medium"/>
              </a:defRPr>
            </a:lvl4pPr>
            <a:lvl5pPr lvl="4" marR="0" algn="l">
              <a:spcBef>
                <a:spcPts val="0"/>
              </a:spcBef>
              <a:spcAft>
                <a:spcPts val="0"/>
              </a:spcAft>
              <a:buSzPts val="1200"/>
              <a:buFont typeface="Zen Kaku Gothic New Medium"/>
              <a:buNone/>
              <a:defRPr i="0" sz="1600" u="none" cap="none" strike="noStrike">
                <a:solidFill>
                  <a:schemeClr val="dk1"/>
                </a:solidFill>
                <a:latin typeface="Zen Kaku Gothic New Medium"/>
                <a:ea typeface="Zen Kaku Gothic New Medium"/>
                <a:cs typeface="Zen Kaku Gothic New Medium"/>
                <a:sym typeface="Zen Kaku Gothic New Medium"/>
              </a:defRPr>
            </a:lvl5pPr>
            <a:lvl6pPr lvl="5" marR="0" algn="l">
              <a:spcBef>
                <a:spcPts val="0"/>
              </a:spcBef>
              <a:spcAft>
                <a:spcPts val="0"/>
              </a:spcAft>
              <a:buSzPts val="1200"/>
              <a:buFont typeface="Zen Kaku Gothic New Medium"/>
              <a:buNone/>
              <a:defRPr i="0" sz="1600" u="none" cap="none" strike="noStrike">
                <a:solidFill>
                  <a:schemeClr val="dk1"/>
                </a:solidFill>
                <a:latin typeface="Zen Kaku Gothic New Medium"/>
                <a:ea typeface="Zen Kaku Gothic New Medium"/>
                <a:cs typeface="Zen Kaku Gothic New Medium"/>
                <a:sym typeface="Zen Kaku Gothic New Medium"/>
              </a:defRPr>
            </a:lvl6pPr>
            <a:lvl7pPr lvl="6" marR="0" algn="l">
              <a:spcBef>
                <a:spcPts val="0"/>
              </a:spcBef>
              <a:spcAft>
                <a:spcPts val="0"/>
              </a:spcAft>
              <a:buSzPts val="1200"/>
              <a:buFont typeface="Zen Kaku Gothic New Medium"/>
              <a:buNone/>
              <a:defRPr i="0" sz="1600" u="none" cap="none" strike="noStrike">
                <a:solidFill>
                  <a:schemeClr val="dk1"/>
                </a:solidFill>
                <a:latin typeface="Zen Kaku Gothic New Medium"/>
                <a:ea typeface="Zen Kaku Gothic New Medium"/>
                <a:cs typeface="Zen Kaku Gothic New Medium"/>
                <a:sym typeface="Zen Kaku Gothic New Medium"/>
              </a:defRPr>
            </a:lvl7pPr>
            <a:lvl8pPr lvl="7" marR="0" algn="l">
              <a:spcBef>
                <a:spcPts val="0"/>
              </a:spcBef>
              <a:spcAft>
                <a:spcPts val="0"/>
              </a:spcAft>
              <a:buSzPts val="1200"/>
              <a:buFont typeface="Zen Kaku Gothic New Medium"/>
              <a:buNone/>
              <a:defRPr i="0" sz="1600" u="none" cap="none" strike="noStrike">
                <a:solidFill>
                  <a:schemeClr val="dk1"/>
                </a:solidFill>
                <a:latin typeface="Zen Kaku Gothic New Medium"/>
                <a:ea typeface="Zen Kaku Gothic New Medium"/>
                <a:cs typeface="Zen Kaku Gothic New Medium"/>
                <a:sym typeface="Zen Kaku Gothic New Medium"/>
              </a:defRPr>
            </a:lvl8pPr>
            <a:lvl9pPr lvl="8" marR="0" algn="l">
              <a:spcBef>
                <a:spcPts val="0"/>
              </a:spcBef>
              <a:spcAft>
                <a:spcPts val="0"/>
              </a:spcAft>
              <a:buSzPts val="1200"/>
              <a:buFont typeface="Zen Kaku Gothic New Medium"/>
              <a:buNone/>
              <a:defRPr i="0" sz="1600" u="none" cap="none" strike="noStrike">
                <a:solidFill>
                  <a:schemeClr val="dk1"/>
                </a:solidFill>
                <a:latin typeface="Zen Kaku Gothic New Medium"/>
                <a:ea typeface="Zen Kaku Gothic New Medium"/>
                <a:cs typeface="Zen Kaku Gothic New Medium"/>
                <a:sym typeface="Zen Kaku Gothic New Medium"/>
              </a:defRPr>
            </a:lvl9pPr>
          </a:lstStyle>
          <a:p/>
        </p:txBody>
      </p:sp>
      <p:sp>
        <p:nvSpPr>
          <p:cNvPr id="94" name="Google Shape;94;p20"/>
          <p:cNvSpPr txBox="1"/>
          <p:nvPr>
            <p:ph idx="11" type="ftr"/>
          </p:nvPr>
        </p:nvSpPr>
        <p:spPr>
          <a:xfrm>
            <a:off x="3028950" y="4767264"/>
            <a:ext cx="3086100" cy="273900"/>
          </a:xfrm>
          <a:prstGeom prst="rect">
            <a:avLst/>
          </a:prstGeom>
          <a:noFill/>
          <a:ln>
            <a:noFill/>
          </a:ln>
        </p:spPr>
        <p:txBody>
          <a:bodyPr anchorCtr="0" anchor="ctr" bIns="39550" lIns="79125" spcFirstLastPara="1" rIns="79125" wrap="square" tIns="39550">
            <a:noAutofit/>
          </a:bodyPr>
          <a:lstStyle>
            <a:lvl1pPr lvl="0" marR="0" algn="ctr">
              <a:spcBef>
                <a:spcPts val="0"/>
              </a:spcBef>
              <a:spcAft>
                <a:spcPts val="0"/>
              </a:spcAft>
              <a:buSzPts val="1200"/>
              <a:buFont typeface="Zen Kaku Gothic New Medium"/>
              <a:buNone/>
              <a:defRPr i="0" sz="1100" u="none" cap="none" strike="noStrike">
                <a:solidFill>
                  <a:srgbClr val="8F9191"/>
                </a:solidFill>
                <a:latin typeface="Zen Kaku Gothic New Medium"/>
                <a:ea typeface="Zen Kaku Gothic New Medium"/>
                <a:cs typeface="Zen Kaku Gothic New Medium"/>
                <a:sym typeface="Zen Kaku Gothic New Medium"/>
              </a:defRPr>
            </a:lvl1pPr>
            <a:lvl2pPr lvl="1" marR="0" algn="l">
              <a:spcBef>
                <a:spcPts val="0"/>
              </a:spcBef>
              <a:spcAft>
                <a:spcPts val="0"/>
              </a:spcAft>
              <a:buSzPts val="1200"/>
              <a:buFont typeface="Zen Kaku Gothic New Medium"/>
              <a:buNone/>
              <a:defRPr i="0" sz="1600" u="none" cap="none" strike="noStrike">
                <a:solidFill>
                  <a:schemeClr val="dk1"/>
                </a:solidFill>
                <a:latin typeface="Zen Kaku Gothic New Medium"/>
                <a:ea typeface="Zen Kaku Gothic New Medium"/>
                <a:cs typeface="Zen Kaku Gothic New Medium"/>
                <a:sym typeface="Zen Kaku Gothic New Medium"/>
              </a:defRPr>
            </a:lvl2pPr>
            <a:lvl3pPr lvl="2" marR="0" algn="l">
              <a:spcBef>
                <a:spcPts val="0"/>
              </a:spcBef>
              <a:spcAft>
                <a:spcPts val="0"/>
              </a:spcAft>
              <a:buSzPts val="1200"/>
              <a:buFont typeface="Zen Kaku Gothic New Medium"/>
              <a:buNone/>
              <a:defRPr i="0" sz="1600" u="none" cap="none" strike="noStrike">
                <a:solidFill>
                  <a:schemeClr val="dk1"/>
                </a:solidFill>
                <a:latin typeface="Zen Kaku Gothic New Medium"/>
                <a:ea typeface="Zen Kaku Gothic New Medium"/>
                <a:cs typeface="Zen Kaku Gothic New Medium"/>
                <a:sym typeface="Zen Kaku Gothic New Medium"/>
              </a:defRPr>
            </a:lvl3pPr>
            <a:lvl4pPr lvl="3" marR="0" algn="l">
              <a:spcBef>
                <a:spcPts val="0"/>
              </a:spcBef>
              <a:spcAft>
                <a:spcPts val="0"/>
              </a:spcAft>
              <a:buSzPts val="1200"/>
              <a:buFont typeface="Zen Kaku Gothic New Medium"/>
              <a:buNone/>
              <a:defRPr i="0" sz="1600" u="none" cap="none" strike="noStrike">
                <a:solidFill>
                  <a:schemeClr val="dk1"/>
                </a:solidFill>
                <a:latin typeface="Zen Kaku Gothic New Medium"/>
                <a:ea typeface="Zen Kaku Gothic New Medium"/>
                <a:cs typeface="Zen Kaku Gothic New Medium"/>
                <a:sym typeface="Zen Kaku Gothic New Medium"/>
              </a:defRPr>
            </a:lvl4pPr>
            <a:lvl5pPr lvl="4" marR="0" algn="l">
              <a:spcBef>
                <a:spcPts val="0"/>
              </a:spcBef>
              <a:spcAft>
                <a:spcPts val="0"/>
              </a:spcAft>
              <a:buSzPts val="1200"/>
              <a:buFont typeface="Zen Kaku Gothic New Medium"/>
              <a:buNone/>
              <a:defRPr i="0" sz="1600" u="none" cap="none" strike="noStrike">
                <a:solidFill>
                  <a:schemeClr val="dk1"/>
                </a:solidFill>
                <a:latin typeface="Zen Kaku Gothic New Medium"/>
                <a:ea typeface="Zen Kaku Gothic New Medium"/>
                <a:cs typeface="Zen Kaku Gothic New Medium"/>
                <a:sym typeface="Zen Kaku Gothic New Medium"/>
              </a:defRPr>
            </a:lvl5pPr>
            <a:lvl6pPr lvl="5" marR="0" algn="l">
              <a:spcBef>
                <a:spcPts val="0"/>
              </a:spcBef>
              <a:spcAft>
                <a:spcPts val="0"/>
              </a:spcAft>
              <a:buSzPts val="1200"/>
              <a:buFont typeface="Zen Kaku Gothic New Medium"/>
              <a:buNone/>
              <a:defRPr i="0" sz="1600" u="none" cap="none" strike="noStrike">
                <a:solidFill>
                  <a:schemeClr val="dk1"/>
                </a:solidFill>
                <a:latin typeface="Zen Kaku Gothic New Medium"/>
                <a:ea typeface="Zen Kaku Gothic New Medium"/>
                <a:cs typeface="Zen Kaku Gothic New Medium"/>
                <a:sym typeface="Zen Kaku Gothic New Medium"/>
              </a:defRPr>
            </a:lvl6pPr>
            <a:lvl7pPr lvl="6" marR="0" algn="l">
              <a:spcBef>
                <a:spcPts val="0"/>
              </a:spcBef>
              <a:spcAft>
                <a:spcPts val="0"/>
              </a:spcAft>
              <a:buSzPts val="1200"/>
              <a:buFont typeface="Zen Kaku Gothic New Medium"/>
              <a:buNone/>
              <a:defRPr i="0" sz="1600" u="none" cap="none" strike="noStrike">
                <a:solidFill>
                  <a:schemeClr val="dk1"/>
                </a:solidFill>
                <a:latin typeface="Zen Kaku Gothic New Medium"/>
                <a:ea typeface="Zen Kaku Gothic New Medium"/>
                <a:cs typeface="Zen Kaku Gothic New Medium"/>
                <a:sym typeface="Zen Kaku Gothic New Medium"/>
              </a:defRPr>
            </a:lvl7pPr>
            <a:lvl8pPr lvl="7" marR="0" algn="l">
              <a:spcBef>
                <a:spcPts val="0"/>
              </a:spcBef>
              <a:spcAft>
                <a:spcPts val="0"/>
              </a:spcAft>
              <a:buSzPts val="1200"/>
              <a:buFont typeface="Zen Kaku Gothic New Medium"/>
              <a:buNone/>
              <a:defRPr i="0" sz="1600" u="none" cap="none" strike="noStrike">
                <a:solidFill>
                  <a:schemeClr val="dk1"/>
                </a:solidFill>
                <a:latin typeface="Zen Kaku Gothic New Medium"/>
                <a:ea typeface="Zen Kaku Gothic New Medium"/>
                <a:cs typeface="Zen Kaku Gothic New Medium"/>
                <a:sym typeface="Zen Kaku Gothic New Medium"/>
              </a:defRPr>
            </a:lvl8pPr>
            <a:lvl9pPr lvl="8" marR="0" algn="l">
              <a:spcBef>
                <a:spcPts val="0"/>
              </a:spcBef>
              <a:spcAft>
                <a:spcPts val="0"/>
              </a:spcAft>
              <a:buSzPts val="1200"/>
              <a:buFont typeface="Zen Kaku Gothic New Medium"/>
              <a:buNone/>
              <a:defRPr i="0" sz="1600" u="none" cap="none" strike="noStrike">
                <a:solidFill>
                  <a:schemeClr val="dk1"/>
                </a:solidFill>
                <a:latin typeface="Zen Kaku Gothic New Medium"/>
                <a:ea typeface="Zen Kaku Gothic New Medium"/>
                <a:cs typeface="Zen Kaku Gothic New Medium"/>
                <a:sym typeface="Zen Kaku Gothic New Medium"/>
              </a:defRPr>
            </a:lvl9pPr>
          </a:lstStyle>
          <a:p/>
        </p:txBody>
      </p:sp>
      <p:sp>
        <p:nvSpPr>
          <p:cNvPr id="95" name="Google Shape;95;p20"/>
          <p:cNvSpPr txBox="1"/>
          <p:nvPr>
            <p:ph idx="12" type="sldNum"/>
          </p:nvPr>
        </p:nvSpPr>
        <p:spPr>
          <a:xfrm>
            <a:off x="8763484" y="4749901"/>
            <a:ext cx="548700" cy="393600"/>
          </a:xfrm>
          <a:prstGeom prst="rect">
            <a:avLst/>
          </a:prstGeom>
          <a:noFill/>
          <a:ln>
            <a:noFill/>
          </a:ln>
        </p:spPr>
        <p:txBody>
          <a:bodyPr anchorCtr="0" anchor="t" bIns="91425" lIns="91425" spcFirstLastPara="1" rIns="91425" wrap="square" tIns="91425">
            <a:noAutofit/>
          </a:bodyPr>
          <a:lstStyle>
            <a:lvl1pPr lvl="0">
              <a:buNone/>
              <a:defRPr sz="1000">
                <a:latin typeface="Zen Kaku Gothic New"/>
                <a:ea typeface="Zen Kaku Gothic New"/>
                <a:cs typeface="Zen Kaku Gothic New"/>
                <a:sym typeface="Zen Kaku Gothic New"/>
              </a:defRPr>
            </a:lvl1pPr>
            <a:lvl2pPr lvl="1">
              <a:buNone/>
              <a:defRPr sz="1000">
                <a:latin typeface="Zen Kaku Gothic New"/>
                <a:ea typeface="Zen Kaku Gothic New"/>
                <a:cs typeface="Zen Kaku Gothic New"/>
                <a:sym typeface="Zen Kaku Gothic New"/>
              </a:defRPr>
            </a:lvl2pPr>
            <a:lvl3pPr lvl="2">
              <a:buNone/>
              <a:defRPr sz="1000">
                <a:latin typeface="Zen Kaku Gothic New"/>
                <a:ea typeface="Zen Kaku Gothic New"/>
                <a:cs typeface="Zen Kaku Gothic New"/>
                <a:sym typeface="Zen Kaku Gothic New"/>
              </a:defRPr>
            </a:lvl3pPr>
            <a:lvl4pPr lvl="3">
              <a:buNone/>
              <a:defRPr sz="1000">
                <a:latin typeface="Zen Kaku Gothic New"/>
                <a:ea typeface="Zen Kaku Gothic New"/>
                <a:cs typeface="Zen Kaku Gothic New"/>
                <a:sym typeface="Zen Kaku Gothic New"/>
              </a:defRPr>
            </a:lvl4pPr>
            <a:lvl5pPr lvl="4">
              <a:buNone/>
              <a:defRPr sz="1000">
                <a:latin typeface="Zen Kaku Gothic New"/>
                <a:ea typeface="Zen Kaku Gothic New"/>
                <a:cs typeface="Zen Kaku Gothic New"/>
                <a:sym typeface="Zen Kaku Gothic New"/>
              </a:defRPr>
            </a:lvl5pPr>
            <a:lvl6pPr lvl="5">
              <a:buNone/>
              <a:defRPr sz="1000">
                <a:latin typeface="Zen Kaku Gothic New"/>
                <a:ea typeface="Zen Kaku Gothic New"/>
                <a:cs typeface="Zen Kaku Gothic New"/>
                <a:sym typeface="Zen Kaku Gothic New"/>
              </a:defRPr>
            </a:lvl6pPr>
            <a:lvl7pPr lvl="6">
              <a:buNone/>
              <a:defRPr sz="1000">
                <a:latin typeface="Zen Kaku Gothic New"/>
                <a:ea typeface="Zen Kaku Gothic New"/>
                <a:cs typeface="Zen Kaku Gothic New"/>
                <a:sym typeface="Zen Kaku Gothic New"/>
              </a:defRPr>
            </a:lvl7pPr>
            <a:lvl8pPr lvl="7">
              <a:buNone/>
              <a:defRPr sz="1000">
                <a:latin typeface="Zen Kaku Gothic New"/>
                <a:ea typeface="Zen Kaku Gothic New"/>
                <a:cs typeface="Zen Kaku Gothic New"/>
                <a:sym typeface="Zen Kaku Gothic New"/>
              </a:defRPr>
            </a:lvl8pPr>
            <a:lvl9pPr lvl="8">
              <a:buNone/>
              <a:defRPr sz="1000">
                <a:latin typeface="Zen Kaku Gothic New"/>
                <a:ea typeface="Zen Kaku Gothic New"/>
                <a:cs typeface="Zen Kaku Gothic New"/>
                <a:sym typeface="Zen Kaku Gothic New"/>
              </a:defRPr>
            </a:lvl9pPr>
          </a:lstStyle>
          <a:p>
            <a:pPr indent="0" lvl="0" marL="0" rtl="0" algn="l">
              <a:spcBef>
                <a:spcPts val="0"/>
              </a:spcBef>
              <a:spcAft>
                <a:spcPts val="0"/>
              </a:spcAft>
              <a:buNone/>
            </a:pPr>
            <a:fld id="{00000000-1234-1234-1234-123412341234}" type="slidenum">
              <a:rPr lang="ja"/>
              <a:t>‹#›</a:t>
            </a:fld>
            <a:endParaRPr/>
          </a:p>
        </p:txBody>
      </p:sp>
    </p:spTree>
  </p:cSld>
  <p:clrMap accent1="accent1" accent2="accent2" accent3="accent3" accent4="accent4" accent5="accent5" accent6="accent6" bg1="lt1" bg2="dk2" tx1="dk1" tx2="lt2" folHlink="folHlink" hlink="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 id="2147483677" r:id="rId13"/>
    <p:sldLayoutId id="2147483678" r:id="rId14"/>
    <p:sldLayoutId id="2147483679" r:id="rId15"/>
    <p:sldLayoutId id="2147483680" r:id="rId16"/>
    <p:sldLayoutId id="2147483681" r:id="rId1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1" name="Shape 181"/>
        <p:cNvGrpSpPr/>
        <p:nvPr/>
      </p:nvGrpSpPr>
      <p:grpSpPr>
        <a:xfrm>
          <a:off x="0" y="0"/>
          <a:ext cx="0" cy="0"/>
          <a:chOff x="0" y="0"/>
          <a:chExt cx="0" cy="0"/>
        </a:xfrm>
      </p:grpSpPr>
      <p:sp>
        <p:nvSpPr>
          <p:cNvPr id="182" name="Google Shape;182;p38"/>
          <p:cNvSpPr txBox="1"/>
          <p:nvPr>
            <p:ph type="title"/>
          </p:nvPr>
        </p:nvSpPr>
        <p:spPr>
          <a:xfrm>
            <a:off x="628650" y="273850"/>
            <a:ext cx="7886700" cy="1016700"/>
          </a:xfrm>
          <a:prstGeom prst="rect">
            <a:avLst/>
          </a:prstGeom>
          <a:noFill/>
          <a:ln>
            <a:noFill/>
          </a:ln>
        </p:spPr>
        <p:txBody>
          <a:bodyPr anchorCtr="0" anchor="ctr" bIns="39550" lIns="79125" spcFirstLastPara="1" rIns="79125" wrap="square" tIns="39550">
            <a:noAutofit/>
          </a:bodyPr>
          <a:lstStyle>
            <a:lvl1pPr lvl="0" marR="0" algn="l">
              <a:lnSpc>
                <a:spcPct val="90000"/>
              </a:lnSpc>
              <a:spcBef>
                <a:spcPts val="0"/>
              </a:spcBef>
              <a:spcAft>
                <a:spcPts val="0"/>
              </a:spcAft>
              <a:buSzPts val="3200"/>
              <a:buFont typeface="Zen Kaku Gothic New"/>
              <a:buNone/>
              <a:defRPr i="0" sz="3200" u="none" cap="none" strike="noStrike">
                <a:latin typeface="Zen Kaku Gothic New"/>
                <a:ea typeface="Zen Kaku Gothic New"/>
                <a:cs typeface="Zen Kaku Gothic New"/>
                <a:sym typeface="Zen Kaku Gothic New"/>
              </a:defRPr>
            </a:lvl1pPr>
            <a:lvl2pPr lvl="1">
              <a:spcBef>
                <a:spcPts val="0"/>
              </a:spcBef>
              <a:spcAft>
                <a:spcPts val="0"/>
              </a:spcAft>
              <a:buSzPts val="1200"/>
              <a:buFont typeface="Zen Kaku Gothic New"/>
              <a:buNone/>
              <a:defRPr sz="1600">
                <a:latin typeface="Zen Kaku Gothic New"/>
                <a:ea typeface="Zen Kaku Gothic New"/>
                <a:cs typeface="Zen Kaku Gothic New"/>
                <a:sym typeface="Zen Kaku Gothic New"/>
              </a:defRPr>
            </a:lvl2pPr>
            <a:lvl3pPr lvl="2">
              <a:spcBef>
                <a:spcPts val="0"/>
              </a:spcBef>
              <a:spcAft>
                <a:spcPts val="0"/>
              </a:spcAft>
              <a:buSzPts val="1200"/>
              <a:buFont typeface="Zen Kaku Gothic New"/>
              <a:buNone/>
              <a:defRPr sz="1600">
                <a:latin typeface="Zen Kaku Gothic New"/>
                <a:ea typeface="Zen Kaku Gothic New"/>
                <a:cs typeface="Zen Kaku Gothic New"/>
                <a:sym typeface="Zen Kaku Gothic New"/>
              </a:defRPr>
            </a:lvl3pPr>
            <a:lvl4pPr lvl="3">
              <a:spcBef>
                <a:spcPts val="0"/>
              </a:spcBef>
              <a:spcAft>
                <a:spcPts val="0"/>
              </a:spcAft>
              <a:buSzPts val="1200"/>
              <a:buFont typeface="Zen Kaku Gothic New"/>
              <a:buNone/>
              <a:defRPr sz="1600">
                <a:latin typeface="Zen Kaku Gothic New"/>
                <a:ea typeface="Zen Kaku Gothic New"/>
                <a:cs typeface="Zen Kaku Gothic New"/>
                <a:sym typeface="Zen Kaku Gothic New"/>
              </a:defRPr>
            </a:lvl4pPr>
            <a:lvl5pPr lvl="4">
              <a:spcBef>
                <a:spcPts val="0"/>
              </a:spcBef>
              <a:spcAft>
                <a:spcPts val="0"/>
              </a:spcAft>
              <a:buSzPts val="1200"/>
              <a:buFont typeface="Zen Kaku Gothic New"/>
              <a:buNone/>
              <a:defRPr sz="1600">
                <a:latin typeface="Zen Kaku Gothic New"/>
                <a:ea typeface="Zen Kaku Gothic New"/>
                <a:cs typeface="Zen Kaku Gothic New"/>
                <a:sym typeface="Zen Kaku Gothic New"/>
              </a:defRPr>
            </a:lvl5pPr>
            <a:lvl6pPr lvl="5">
              <a:spcBef>
                <a:spcPts val="0"/>
              </a:spcBef>
              <a:spcAft>
                <a:spcPts val="0"/>
              </a:spcAft>
              <a:buSzPts val="1200"/>
              <a:buFont typeface="Zen Kaku Gothic New"/>
              <a:buNone/>
              <a:defRPr sz="1600">
                <a:latin typeface="Zen Kaku Gothic New"/>
                <a:ea typeface="Zen Kaku Gothic New"/>
                <a:cs typeface="Zen Kaku Gothic New"/>
                <a:sym typeface="Zen Kaku Gothic New"/>
              </a:defRPr>
            </a:lvl6pPr>
            <a:lvl7pPr lvl="6">
              <a:spcBef>
                <a:spcPts val="0"/>
              </a:spcBef>
              <a:spcAft>
                <a:spcPts val="0"/>
              </a:spcAft>
              <a:buSzPts val="1200"/>
              <a:buFont typeface="Zen Kaku Gothic New"/>
              <a:buNone/>
              <a:defRPr sz="1600">
                <a:latin typeface="Zen Kaku Gothic New"/>
                <a:ea typeface="Zen Kaku Gothic New"/>
                <a:cs typeface="Zen Kaku Gothic New"/>
                <a:sym typeface="Zen Kaku Gothic New"/>
              </a:defRPr>
            </a:lvl7pPr>
            <a:lvl8pPr lvl="7">
              <a:spcBef>
                <a:spcPts val="0"/>
              </a:spcBef>
              <a:spcAft>
                <a:spcPts val="0"/>
              </a:spcAft>
              <a:buSzPts val="1200"/>
              <a:buFont typeface="Zen Kaku Gothic New"/>
              <a:buNone/>
              <a:defRPr sz="1600">
                <a:latin typeface="Zen Kaku Gothic New"/>
                <a:ea typeface="Zen Kaku Gothic New"/>
                <a:cs typeface="Zen Kaku Gothic New"/>
                <a:sym typeface="Zen Kaku Gothic New"/>
              </a:defRPr>
            </a:lvl8pPr>
            <a:lvl9pPr lvl="8">
              <a:spcBef>
                <a:spcPts val="0"/>
              </a:spcBef>
              <a:spcAft>
                <a:spcPts val="0"/>
              </a:spcAft>
              <a:buSzPts val="1200"/>
              <a:buFont typeface="Zen Kaku Gothic New"/>
              <a:buNone/>
              <a:defRPr sz="1600">
                <a:latin typeface="Zen Kaku Gothic New"/>
                <a:ea typeface="Zen Kaku Gothic New"/>
                <a:cs typeface="Zen Kaku Gothic New"/>
                <a:sym typeface="Zen Kaku Gothic New"/>
              </a:defRPr>
            </a:lvl9pPr>
          </a:lstStyle>
          <a:p/>
        </p:txBody>
      </p:sp>
      <p:sp>
        <p:nvSpPr>
          <p:cNvPr id="183" name="Google Shape;183;p38"/>
          <p:cNvSpPr txBox="1"/>
          <p:nvPr>
            <p:ph idx="1" type="body"/>
          </p:nvPr>
        </p:nvSpPr>
        <p:spPr>
          <a:xfrm>
            <a:off x="628650" y="1369219"/>
            <a:ext cx="7886700" cy="3263400"/>
          </a:xfrm>
          <a:prstGeom prst="rect">
            <a:avLst/>
          </a:prstGeom>
          <a:noFill/>
          <a:ln>
            <a:noFill/>
          </a:ln>
        </p:spPr>
        <p:txBody>
          <a:bodyPr anchorCtr="0" anchor="t" bIns="39550" lIns="79125" spcFirstLastPara="1" rIns="79125" wrap="square" tIns="39550">
            <a:noAutofit/>
          </a:bodyPr>
          <a:lstStyle>
            <a:lvl1pPr indent="-431800" lvl="0" marL="457200" marR="0" algn="l">
              <a:lnSpc>
                <a:spcPct val="90000"/>
              </a:lnSpc>
              <a:spcBef>
                <a:spcPts val="900"/>
              </a:spcBef>
              <a:spcAft>
                <a:spcPts val="0"/>
              </a:spcAft>
              <a:buSzPts val="3200"/>
              <a:buFont typeface="Zen Kaku Gothic New"/>
              <a:buChar char="•"/>
              <a:defRPr i="0" sz="3200" u="none" cap="none" strike="noStrike">
                <a:latin typeface="Zen Kaku Gothic New"/>
                <a:ea typeface="Zen Kaku Gothic New"/>
                <a:cs typeface="Zen Kaku Gothic New"/>
                <a:sym typeface="Zen Kaku Gothic New"/>
              </a:defRPr>
            </a:lvl1pPr>
            <a:lvl2pPr indent="-381000" lvl="1" marL="914400" marR="0" algn="l">
              <a:lnSpc>
                <a:spcPct val="90000"/>
              </a:lnSpc>
              <a:spcBef>
                <a:spcPts val="500"/>
              </a:spcBef>
              <a:spcAft>
                <a:spcPts val="0"/>
              </a:spcAft>
              <a:buSzPts val="2400"/>
              <a:buFont typeface="Zen Kaku Gothic New"/>
              <a:buChar char="•"/>
              <a:defRPr i="0" sz="2400" u="none" cap="none" strike="noStrike">
                <a:latin typeface="Zen Kaku Gothic New"/>
                <a:ea typeface="Zen Kaku Gothic New"/>
                <a:cs typeface="Zen Kaku Gothic New"/>
                <a:sym typeface="Zen Kaku Gothic New"/>
              </a:defRPr>
            </a:lvl2pPr>
            <a:lvl3pPr indent="-330200" lvl="2" marL="1371600" marR="0" algn="l">
              <a:lnSpc>
                <a:spcPct val="90000"/>
              </a:lnSpc>
              <a:spcBef>
                <a:spcPts val="500"/>
              </a:spcBef>
              <a:spcAft>
                <a:spcPts val="0"/>
              </a:spcAft>
              <a:buSzPts val="1600"/>
              <a:buFont typeface="Zen Kaku Gothic New"/>
              <a:buChar char="•"/>
              <a:defRPr i="0" sz="1600" u="none" cap="none" strike="noStrike">
                <a:latin typeface="Zen Kaku Gothic New"/>
                <a:ea typeface="Zen Kaku Gothic New"/>
                <a:cs typeface="Zen Kaku Gothic New"/>
                <a:sym typeface="Zen Kaku Gothic New"/>
              </a:defRPr>
            </a:lvl3pPr>
            <a:lvl4pPr indent="-317500" lvl="3" marL="1828800" marR="0" algn="l">
              <a:lnSpc>
                <a:spcPct val="90000"/>
              </a:lnSpc>
              <a:spcBef>
                <a:spcPts val="500"/>
              </a:spcBef>
              <a:spcAft>
                <a:spcPts val="0"/>
              </a:spcAft>
              <a:buSzPts val="1400"/>
              <a:buFont typeface="Zen Kaku Gothic New"/>
              <a:buChar char="•"/>
              <a:defRPr i="0" u="none" cap="none" strike="noStrike">
                <a:latin typeface="Zen Kaku Gothic New"/>
                <a:ea typeface="Zen Kaku Gothic New"/>
                <a:cs typeface="Zen Kaku Gothic New"/>
                <a:sym typeface="Zen Kaku Gothic New"/>
              </a:defRPr>
            </a:lvl4pPr>
            <a:lvl5pPr indent="-304800" lvl="4" marL="2286000" marR="0" algn="l">
              <a:lnSpc>
                <a:spcPct val="90000"/>
              </a:lnSpc>
              <a:spcBef>
                <a:spcPts val="500"/>
              </a:spcBef>
              <a:spcAft>
                <a:spcPts val="0"/>
              </a:spcAft>
              <a:buSzPts val="1200"/>
              <a:buFont typeface="Zen Kaku Gothic New"/>
              <a:buChar char="•"/>
              <a:defRPr i="0" sz="1200" u="none" cap="none" strike="noStrike">
                <a:latin typeface="Zen Kaku Gothic New"/>
                <a:ea typeface="Zen Kaku Gothic New"/>
                <a:cs typeface="Zen Kaku Gothic New"/>
                <a:sym typeface="Zen Kaku Gothic New"/>
              </a:defRPr>
            </a:lvl5pPr>
            <a:lvl6pPr indent="-304800" lvl="5" marL="2743200" marR="0" algn="l">
              <a:lnSpc>
                <a:spcPct val="90000"/>
              </a:lnSpc>
              <a:spcBef>
                <a:spcPts val="500"/>
              </a:spcBef>
              <a:spcAft>
                <a:spcPts val="0"/>
              </a:spcAft>
              <a:buSzPts val="1200"/>
              <a:buFont typeface="Zen Kaku Gothic New"/>
              <a:buChar char="•"/>
              <a:defRPr i="0" sz="1200" u="none" cap="none" strike="noStrike">
                <a:latin typeface="Zen Kaku Gothic New"/>
                <a:ea typeface="Zen Kaku Gothic New"/>
                <a:cs typeface="Zen Kaku Gothic New"/>
                <a:sym typeface="Zen Kaku Gothic New"/>
              </a:defRPr>
            </a:lvl6pPr>
            <a:lvl7pPr indent="-304800" lvl="6" marL="3200400" marR="0" algn="l">
              <a:lnSpc>
                <a:spcPct val="90000"/>
              </a:lnSpc>
              <a:spcBef>
                <a:spcPts val="500"/>
              </a:spcBef>
              <a:spcAft>
                <a:spcPts val="0"/>
              </a:spcAft>
              <a:buSzPts val="1200"/>
              <a:buFont typeface="Zen Kaku Gothic New"/>
              <a:buChar char="•"/>
              <a:defRPr i="0" sz="1200" u="none" cap="none" strike="noStrike">
                <a:latin typeface="Zen Kaku Gothic New"/>
                <a:ea typeface="Zen Kaku Gothic New"/>
                <a:cs typeface="Zen Kaku Gothic New"/>
                <a:sym typeface="Zen Kaku Gothic New"/>
              </a:defRPr>
            </a:lvl7pPr>
            <a:lvl8pPr indent="-304800" lvl="7" marL="3657600" marR="0" algn="l">
              <a:lnSpc>
                <a:spcPct val="90000"/>
              </a:lnSpc>
              <a:spcBef>
                <a:spcPts val="500"/>
              </a:spcBef>
              <a:spcAft>
                <a:spcPts val="0"/>
              </a:spcAft>
              <a:buSzPts val="1200"/>
              <a:buFont typeface="Zen Kaku Gothic New"/>
              <a:buChar char="•"/>
              <a:defRPr i="0" sz="1200" u="none" cap="none" strike="noStrike">
                <a:latin typeface="Zen Kaku Gothic New"/>
                <a:ea typeface="Zen Kaku Gothic New"/>
                <a:cs typeface="Zen Kaku Gothic New"/>
                <a:sym typeface="Zen Kaku Gothic New"/>
              </a:defRPr>
            </a:lvl8pPr>
            <a:lvl9pPr indent="-304800" lvl="8" marL="4114800" marR="0" algn="l">
              <a:lnSpc>
                <a:spcPct val="90000"/>
              </a:lnSpc>
              <a:spcBef>
                <a:spcPts val="500"/>
              </a:spcBef>
              <a:spcAft>
                <a:spcPts val="0"/>
              </a:spcAft>
              <a:buSzPts val="1200"/>
              <a:buFont typeface="Zen Kaku Gothic New"/>
              <a:buChar char="•"/>
              <a:defRPr i="0" sz="1200" u="none" cap="none" strike="noStrike">
                <a:latin typeface="Zen Kaku Gothic New"/>
                <a:ea typeface="Zen Kaku Gothic New"/>
                <a:cs typeface="Zen Kaku Gothic New"/>
                <a:sym typeface="Zen Kaku Gothic New"/>
              </a:defRPr>
            </a:lvl9pPr>
          </a:lstStyle>
          <a:p/>
        </p:txBody>
      </p:sp>
      <p:sp>
        <p:nvSpPr>
          <p:cNvPr id="184" name="Google Shape;184;p38"/>
          <p:cNvSpPr txBox="1"/>
          <p:nvPr>
            <p:ph idx="10" type="dt"/>
          </p:nvPr>
        </p:nvSpPr>
        <p:spPr>
          <a:xfrm>
            <a:off x="628650" y="4767264"/>
            <a:ext cx="2057400" cy="273900"/>
          </a:xfrm>
          <a:prstGeom prst="rect">
            <a:avLst/>
          </a:prstGeom>
          <a:noFill/>
          <a:ln>
            <a:noFill/>
          </a:ln>
        </p:spPr>
        <p:txBody>
          <a:bodyPr anchorCtr="0" anchor="ctr" bIns="39550" lIns="79125" spcFirstLastPara="1" rIns="79125" wrap="square" tIns="39550">
            <a:noAutofit/>
          </a:bodyPr>
          <a:lstStyle>
            <a:lvl1pPr lvl="0" marR="0" algn="l">
              <a:spcBef>
                <a:spcPts val="0"/>
              </a:spcBef>
              <a:spcAft>
                <a:spcPts val="0"/>
              </a:spcAft>
              <a:buSzPts val="1200"/>
              <a:buFont typeface="Zen Kaku Gothic New Medium"/>
              <a:buNone/>
              <a:defRPr i="0" sz="1100" u="none" cap="none" strike="noStrike">
                <a:solidFill>
                  <a:srgbClr val="8F9191"/>
                </a:solidFill>
                <a:latin typeface="Zen Kaku Gothic New Medium"/>
                <a:ea typeface="Zen Kaku Gothic New Medium"/>
                <a:cs typeface="Zen Kaku Gothic New Medium"/>
                <a:sym typeface="Zen Kaku Gothic New Medium"/>
              </a:defRPr>
            </a:lvl1pPr>
            <a:lvl2pPr lvl="1" marR="0" algn="l">
              <a:spcBef>
                <a:spcPts val="0"/>
              </a:spcBef>
              <a:spcAft>
                <a:spcPts val="0"/>
              </a:spcAft>
              <a:buSzPts val="1200"/>
              <a:buFont typeface="Zen Kaku Gothic New Medium"/>
              <a:buNone/>
              <a:defRPr i="0" sz="1600" u="none" cap="none" strike="noStrike">
                <a:solidFill>
                  <a:schemeClr val="dk1"/>
                </a:solidFill>
                <a:latin typeface="Zen Kaku Gothic New Medium"/>
                <a:ea typeface="Zen Kaku Gothic New Medium"/>
                <a:cs typeface="Zen Kaku Gothic New Medium"/>
                <a:sym typeface="Zen Kaku Gothic New Medium"/>
              </a:defRPr>
            </a:lvl2pPr>
            <a:lvl3pPr lvl="2" marR="0" algn="l">
              <a:spcBef>
                <a:spcPts val="0"/>
              </a:spcBef>
              <a:spcAft>
                <a:spcPts val="0"/>
              </a:spcAft>
              <a:buSzPts val="1200"/>
              <a:buFont typeface="Zen Kaku Gothic New Medium"/>
              <a:buNone/>
              <a:defRPr i="0" sz="1600" u="none" cap="none" strike="noStrike">
                <a:solidFill>
                  <a:schemeClr val="dk1"/>
                </a:solidFill>
                <a:latin typeface="Zen Kaku Gothic New Medium"/>
                <a:ea typeface="Zen Kaku Gothic New Medium"/>
                <a:cs typeface="Zen Kaku Gothic New Medium"/>
                <a:sym typeface="Zen Kaku Gothic New Medium"/>
              </a:defRPr>
            </a:lvl3pPr>
            <a:lvl4pPr lvl="3" marR="0" algn="l">
              <a:spcBef>
                <a:spcPts val="0"/>
              </a:spcBef>
              <a:spcAft>
                <a:spcPts val="0"/>
              </a:spcAft>
              <a:buSzPts val="1200"/>
              <a:buFont typeface="Zen Kaku Gothic New Medium"/>
              <a:buNone/>
              <a:defRPr i="0" sz="1600" u="none" cap="none" strike="noStrike">
                <a:solidFill>
                  <a:schemeClr val="dk1"/>
                </a:solidFill>
                <a:latin typeface="Zen Kaku Gothic New Medium"/>
                <a:ea typeface="Zen Kaku Gothic New Medium"/>
                <a:cs typeface="Zen Kaku Gothic New Medium"/>
                <a:sym typeface="Zen Kaku Gothic New Medium"/>
              </a:defRPr>
            </a:lvl4pPr>
            <a:lvl5pPr lvl="4" marR="0" algn="l">
              <a:spcBef>
                <a:spcPts val="0"/>
              </a:spcBef>
              <a:spcAft>
                <a:spcPts val="0"/>
              </a:spcAft>
              <a:buSzPts val="1200"/>
              <a:buFont typeface="Zen Kaku Gothic New Medium"/>
              <a:buNone/>
              <a:defRPr i="0" sz="1600" u="none" cap="none" strike="noStrike">
                <a:solidFill>
                  <a:schemeClr val="dk1"/>
                </a:solidFill>
                <a:latin typeface="Zen Kaku Gothic New Medium"/>
                <a:ea typeface="Zen Kaku Gothic New Medium"/>
                <a:cs typeface="Zen Kaku Gothic New Medium"/>
                <a:sym typeface="Zen Kaku Gothic New Medium"/>
              </a:defRPr>
            </a:lvl5pPr>
            <a:lvl6pPr lvl="5" marR="0" algn="l">
              <a:spcBef>
                <a:spcPts val="0"/>
              </a:spcBef>
              <a:spcAft>
                <a:spcPts val="0"/>
              </a:spcAft>
              <a:buSzPts val="1200"/>
              <a:buFont typeface="Zen Kaku Gothic New Medium"/>
              <a:buNone/>
              <a:defRPr i="0" sz="1600" u="none" cap="none" strike="noStrike">
                <a:solidFill>
                  <a:schemeClr val="dk1"/>
                </a:solidFill>
                <a:latin typeface="Zen Kaku Gothic New Medium"/>
                <a:ea typeface="Zen Kaku Gothic New Medium"/>
                <a:cs typeface="Zen Kaku Gothic New Medium"/>
                <a:sym typeface="Zen Kaku Gothic New Medium"/>
              </a:defRPr>
            </a:lvl6pPr>
            <a:lvl7pPr lvl="6" marR="0" algn="l">
              <a:spcBef>
                <a:spcPts val="0"/>
              </a:spcBef>
              <a:spcAft>
                <a:spcPts val="0"/>
              </a:spcAft>
              <a:buSzPts val="1200"/>
              <a:buFont typeface="Zen Kaku Gothic New Medium"/>
              <a:buNone/>
              <a:defRPr i="0" sz="1600" u="none" cap="none" strike="noStrike">
                <a:solidFill>
                  <a:schemeClr val="dk1"/>
                </a:solidFill>
                <a:latin typeface="Zen Kaku Gothic New Medium"/>
                <a:ea typeface="Zen Kaku Gothic New Medium"/>
                <a:cs typeface="Zen Kaku Gothic New Medium"/>
                <a:sym typeface="Zen Kaku Gothic New Medium"/>
              </a:defRPr>
            </a:lvl7pPr>
            <a:lvl8pPr lvl="7" marR="0" algn="l">
              <a:spcBef>
                <a:spcPts val="0"/>
              </a:spcBef>
              <a:spcAft>
                <a:spcPts val="0"/>
              </a:spcAft>
              <a:buSzPts val="1200"/>
              <a:buFont typeface="Zen Kaku Gothic New Medium"/>
              <a:buNone/>
              <a:defRPr i="0" sz="1600" u="none" cap="none" strike="noStrike">
                <a:solidFill>
                  <a:schemeClr val="dk1"/>
                </a:solidFill>
                <a:latin typeface="Zen Kaku Gothic New Medium"/>
                <a:ea typeface="Zen Kaku Gothic New Medium"/>
                <a:cs typeface="Zen Kaku Gothic New Medium"/>
                <a:sym typeface="Zen Kaku Gothic New Medium"/>
              </a:defRPr>
            </a:lvl8pPr>
            <a:lvl9pPr lvl="8" marR="0" algn="l">
              <a:spcBef>
                <a:spcPts val="0"/>
              </a:spcBef>
              <a:spcAft>
                <a:spcPts val="0"/>
              </a:spcAft>
              <a:buSzPts val="1200"/>
              <a:buFont typeface="Zen Kaku Gothic New Medium"/>
              <a:buNone/>
              <a:defRPr i="0" sz="1600" u="none" cap="none" strike="noStrike">
                <a:solidFill>
                  <a:schemeClr val="dk1"/>
                </a:solidFill>
                <a:latin typeface="Zen Kaku Gothic New Medium"/>
                <a:ea typeface="Zen Kaku Gothic New Medium"/>
                <a:cs typeface="Zen Kaku Gothic New Medium"/>
                <a:sym typeface="Zen Kaku Gothic New Medium"/>
              </a:defRPr>
            </a:lvl9pPr>
          </a:lstStyle>
          <a:p/>
        </p:txBody>
      </p:sp>
      <p:sp>
        <p:nvSpPr>
          <p:cNvPr id="185" name="Google Shape;185;p38"/>
          <p:cNvSpPr txBox="1"/>
          <p:nvPr>
            <p:ph idx="11" type="ftr"/>
          </p:nvPr>
        </p:nvSpPr>
        <p:spPr>
          <a:xfrm>
            <a:off x="3028950" y="4767264"/>
            <a:ext cx="3086100" cy="273900"/>
          </a:xfrm>
          <a:prstGeom prst="rect">
            <a:avLst/>
          </a:prstGeom>
          <a:noFill/>
          <a:ln>
            <a:noFill/>
          </a:ln>
        </p:spPr>
        <p:txBody>
          <a:bodyPr anchorCtr="0" anchor="ctr" bIns="39550" lIns="79125" spcFirstLastPara="1" rIns="79125" wrap="square" tIns="39550">
            <a:noAutofit/>
          </a:bodyPr>
          <a:lstStyle>
            <a:lvl1pPr lvl="0" marR="0" algn="ctr">
              <a:spcBef>
                <a:spcPts val="0"/>
              </a:spcBef>
              <a:spcAft>
                <a:spcPts val="0"/>
              </a:spcAft>
              <a:buSzPts val="1200"/>
              <a:buFont typeface="Zen Kaku Gothic New Medium"/>
              <a:buNone/>
              <a:defRPr i="0" sz="1100" u="none" cap="none" strike="noStrike">
                <a:solidFill>
                  <a:srgbClr val="8F9191"/>
                </a:solidFill>
                <a:latin typeface="Zen Kaku Gothic New Medium"/>
                <a:ea typeface="Zen Kaku Gothic New Medium"/>
                <a:cs typeface="Zen Kaku Gothic New Medium"/>
                <a:sym typeface="Zen Kaku Gothic New Medium"/>
              </a:defRPr>
            </a:lvl1pPr>
            <a:lvl2pPr lvl="1" marR="0" algn="l">
              <a:spcBef>
                <a:spcPts val="0"/>
              </a:spcBef>
              <a:spcAft>
                <a:spcPts val="0"/>
              </a:spcAft>
              <a:buSzPts val="1200"/>
              <a:buFont typeface="Zen Kaku Gothic New Medium"/>
              <a:buNone/>
              <a:defRPr i="0" sz="1600" u="none" cap="none" strike="noStrike">
                <a:solidFill>
                  <a:schemeClr val="dk1"/>
                </a:solidFill>
                <a:latin typeface="Zen Kaku Gothic New Medium"/>
                <a:ea typeface="Zen Kaku Gothic New Medium"/>
                <a:cs typeface="Zen Kaku Gothic New Medium"/>
                <a:sym typeface="Zen Kaku Gothic New Medium"/>
              </a:defRPr>
            </a:lvl2pPr>
            <a:lvl3pPr lvl="2" marR="0" algn="l">
              <a:spcBef>
                <a:spcPts val="0"/>
              </a:spcBef>
              <a:spcAft>
                <a:spcPts val="0"/>
              </a:spcAft>
              <a:buSzPts val="1200"/>
              <a:buFont typeface="Zen Kaku Gothic New Medium"/>
              <a:buNone/>
              <a:defRPr i="0" sz="1600" u="none" cap="none" strike="noStrike">
                <a:solidFill>
                  <a:schemeClr val="dk1"/>
                </a:solidFill>
                <a:latin typeface="Zen Kaku Gothic New Medium"/>
                <a:ea typeface="Zen Kaku Gothic New Medium"/>
                <a:cs typeface="Zen Kaku Gothic New Medium"/>
                <a:sym typeface="Zen Kaku Gothic New Medium"/>
              </a:defRPr>
            </a:lvl3pPr>
            <a:lvl4pPr lvl="3" marR="0" algn="l">
              <a:spcBef>
                <a:spcPts val="0"/>
              </a:spcBef>
              <a:spcAft>
                <a:spcPts val="0"/>
              </a:spcAft>
              <a:buSzPts val="1200"/>
              <a:buFont typeface="Zen Kaku Gothic New Medium"/>
              <a:buNone/>
              <a:defRPr i="0" sz="1600" u="none" cap="none" strike="noStrike">
                <a:solidFill>
                  <a:schemeClr val="dk1"/>
                </a:solidFill>
                <a:latin typeface="Zen Kaku Gothic New Medium"/>
                <a:ea typeface="Zen Kaku Gothic New Medium"/>
                <a:cs typeface="Zen Kaku Gothic New Medium"/>
                <a:sym typeface="Zen Kaku Gothic New Medium"/>
              </a:defRPr>
            </a:lvl4pPr>
            <a:lvl5pPr lvl="4" marR="0" algn="l">
              <a:spcBef>
                <a:spcPts val="0"/>
              </a:spcBef>
              <a:spcAft>
                <a:spcPts val="0"/>
              </a:spcAft>
              <a:buSzPts val="1200"/>
              <a:buFont typeface="Zen Kaku Gothic New Medium"/>
              <a:buNone/>
              <a:defRPr i="0" sz="1600" u="none" cap="none" strike="noStrike">
                <a:solidFill>
                  <a:schemeClr val="dk1"/>
                </a:solidFill>
                <a:latin typeface="Zen Kaku Gothic New Medium"/>
                <a:ea typeface="Zen Kaku Gothic New Medium"/>
                <a:cs typeface="Zen Kaku Gothic New Medium"/>
                <a:sym typeface="Zen Kaku Gothic New Medium"/>
              </a:defRPr>
            </a:lvl5pPr>
            <a:lvl6pPr lvl="5" marR="0" algn="l">
              <a:spcBef>
                <a:spcPts val="0"/>
              </a:spcBef>
              <a:spcAft>
                <a:spcPts val="0"/>
              </a:spcAft>
              <a:buSzPts val="1200"/>
              <a:buFont typeface="Zen Kaku Gothic New Medium"/>
              <a:buNone/>
              <a:defRPr i="0" sz="1600" u="none" cap="none" strike="noStrike">
                <a:solidFill>
                  <a:schemeClr val="dk1"/>
                </a:solidFill>
                <a:latin typeface="Zen Kaku Gothic New Medium"/>
                <a:ea typeface="Zen Kaku Gothic New Medium"/>
                <a:cs typeface="Zen Kaku Gothic New Medium"/>
                <a:sym typeface="Zen Kaku Gothic New Medium"/>
              </a:defRPr>
            </a:lvl6pPr>
            <a:lvl7pPr lvl="6" marR="0" algn="l">
              <a:spcBef>
                <a:spcPts val="0"/>
              </a:spcBef>
              <a:spcAft>
                <a:spcPts val="0"/>
              </a:spcAft>
              <a:buSzPts val="1200"/>
              <a:buFont typeface="Zen Kaku Gothic New Medium"/>
              <a:buNone/>
              <a:defRPr i="0" sz="1600" u="none" cap="none" strike="noStrike">
                <a:solidFill>
                  <a:schemeClr val="dk1"/>
                </a:solidFill>
                <a:latin typeface="Zen Kaku Gothic New Medium"/>
                <a:ea typeface="Zen Kaku Gothic New Medium"/>
                <a:cs typeface="Zen Kaku Gothic New Medium"/>
                <a:sym typeface="Zen Kaku Gothic New Medium"/>
              </a:defRPr>
            </a:lvl7pPr>
            <a:lvl8pPr lvl="7" marR="0" algn="l">
              <a:spcBef>
                <a:spcPts val="0"/>
              </a:spcBef>
              <a:spcAft>
                <a:spcPts val="0"/>
              </a:spcAft>
              <a:buSzPts val="1200"/>
              <a:buFont typeface="Zen Kaku Gothic New Medium"/>
              <a:buNone/>
              <a:defRPr i="0" sz="1600" u="none" cap="none" strike="noStrike">
                <a:solidFill>
                  <a:schemeClr val="dk1"/>
                </a:solidFill>
                <a:latin typeface="Zen Kaku Gothic New Medium"/>
                <a:ea typeface="Zen Kaku Gothic New Medium"/>
                <a:cs typeface="Zen Kaku Gothic New Medium"/>
                <a:sym typeface="Zen Kaku Gothic New Medium"/>
              </a:defRPr>
            </a:lvl8pPr>
            <a:lvl9pPr lvl="8" marR="0" algn="l">
              <a:spcBef>
                <a:spcPts val="0"/>
              </a:spcBef>
              <a:spcAft>
                <a:spcPts val="0"/>
              </a:spcAft>
              <a:buSzPts val="1200"/>
              <a:buFont typeface="Zen Kaku Gothic New Medium"/>
              <a:buNone/>
              <a:defRPr i="0" sz="1600" u="none" cap="none" strike="noStrike">
                <a:solidFill>
                  <a:schemeClr val="dk1"/>
                </a:solidFill>
                <a:latin typeface="Zen Kaku Gothic New Medium"/>
                <a:ea typeface="Zen Kaku Gothic New Medium"/>
                <a:cs typeface="Zen Kaku Gothic New Medium"/>
                <a:sym typeface="Zen Kaku Gothic New Medium"/>
              </a:defRPr>
            </a:lvl9pPr>
          </a:lstStyle>
          <a:p/>
        </p:txBody>
      </p:sp>
      <p:sp>
        <p:nvSpPr>
          <p:cNvPr id="186" name="Google Shape;186;p38"/>
          <p:cNvSpPr txBox="1"/>
          <p:nvPr>
            <p:ph idx="12" type="sldNum"/>
          </p:nvPr>
        </p:nvSpPr>
        <p:spPr>
          <a:xfrm>
            <a:off x="8763484" y="4749901"/>
            <a:ext cx="548700" cy="393600"/>
          </a:xfrm>
          <a:prstGeom prst="rect">
            <a:avLst/>
          </a:prstGeom>
          <a:noFill/>
          <a:ln>
            <a:noFill/>
          </a:ln>
        </p:spPr>
        <p:txBody>
          <a:bodyPr anchorCtr="0" anchor="t" bIns="91425" lIns="91425" spcFirstLastPara="1" rIns="91425" wrap="square" tIns="91425">
            <a:noAutofit/>
          </a:bodyPr>
          <a:lstStyle>
            <a:lvl1pPr lvl="0">
              <a:buNone/>
              <a:defRPr sz="1000">
                <a:latin typeface="Zen Kaku Gothic New"/>
                <a:ea typeface="Zen Kaku Gothic New"/>
                <a:cs typeface="Zen Kaku Gothic New"/>
                <a:sym typeface="Zen Kaku Gothic New"/>
              </a:defRPr>
            </a:lvl1pPr>
            <a:lvl2pPr lvl="1">
              <a:buNone/>
              <a:defRPr sz="1000">
                <a:latin typeface="Zen Kaku Gothic New"/>
                <a:ea typeface="Zen Kaku Gothic New"/>
                <a:cs typeface="Zen Kaku Gothic New"/>
                <a:sym typeface="Zen Kaku Gothic New"/>
              </a:defRPr>
            </a:lvl2pPr>
            <a:lvl3pPr lvl="2">
              <a:buNone/>
              <a:defRPr sz="1000">
                <a:latin typeface="Zen Kaku Gothic New"/>
                <a:ea typeface="Zen Kaku Gothic New"/>
                <a:cs typeface="Zen Kaku Gothic New"/>
                <a:sym typeface="Zen Kaku Gothic New"/>
              </a:defRPr>
            </a:lvl3pPr>
            <a:lvl4pPr lvl="3">
              <a:buNone/>
              <a:defRPr sz="1000">
                <a:latin typeface="Zen Kaku Gothic New"/>
                <a:ea typeface="Zen Kaku Gothic New"/>
                <a:cs typeface="Zen Kaku Gothic New"/>
                <a:sym typeface="Zen Kaku Gothic New"/>
              </a:defRPr>
            </a:lvl4pPr>
            <a:lvl5pPr lvl="4">
              <a:buNone/>
              <a:defRPr sz="1000">
                <a:latin typeface="Zen Kaku Gothic New"/>
                <a:ea typeface="Zen Kaku Gothic New"/>
                <a:cs typeface="Zen Kaku Gothic New"/>
                <a:sym typeface="Zen Kaku Gothic New"/>
              </a:defRPr>
            </a:lvl5pPr>
            <a:lvl6pPr lvl="5">
              <a:buNone/>
              <a:defRPr sz="1000">
                <a:latin typeface="Zen Kaku Gothic New"/>
                <a:ea typeface="Zen Kaku Gothic New"/>
                <a:cs typeface="Zen Kaku Gothic New"/>
                <a:sym typeface="Zen Kaku Gothic New"/>
              </a:defRPr>
            </a:lvl6pPr>
            <a:lvl7pPr lvl="6">
              <a:buNone/>
              <a:defRPr sz="1000">
                <a:latin typeface="Zen Kaku Gothic New"/>
                <a:ea typeface="Zen Kaku Gothic New"/>
                <a:cs typeface="Zen Kaku Gothic New"/>
                <a:sym typeface="Zen Kaku Gothic New"/>
              </a:defRPr>
            </a:lvl7pPr>
            <a:lvl8pPr lvl="7">
              <a:buNone/>
              <a:defRPr sz="1000">
                <a:latin typeface="Zen Kaku Gothic New"/>
                <a:ea typeface="Zen Kaku Gothic New"/>
                <a:cs typeface="Zen Kaku Gothic New"/>
                <a:sym typeface="Zen Kaku Gothic New"/>
              </a:defRPr>
            </a:lvl8pPr>
            <a:lvl9pPr lvl="8">
              <a:buNone/>
              <a:defRPr sz="1000">
                <a:latin typeface="Zen Kaku Gothic New"/>
                <a:ea typeface="Zen Kaku Gothic New"/>
                <a:cs typeface="Zen Kaku Gothic New"/>
                <a:sym typeface="Zen Kaku Gothic New"/>
              </a:defRPr>
            </a:lvl9pPr>
          </a:lstStyle>
          <a:p>
            <a:pPr indent="0" lvl="0" marL="0" rtl="0" algn="l">
              <a:spcBef>
                <a:spcPts val="0"/>
              </a:spcBef>
              <a:spcAft>
                <a:spcPts val="0"/>
              </a:spcAft>
              <a:buNone/>
            </a:pPr>
            <a:fld id="{00000000-1234-1234-1234-123412341234}" type="slidenum">
              <a:rPr lang="ja"/>
              <a:t>‹#›</a:t>
            </a:fld>
            <a:endParaRPr/>
          </a:p>
        </p:txBody>
      </p:sp>
    </p:spTree>
  </p:cSld>
  <p:clrMap accent1="accent1" accent2="accent2" accent3="accent3" accent4="accent4" accent5="accent5" accent6="accent6" bg1="lt1" bg2="dk2" tx1="dk1" tx2="lt2" folHlink="folHlink" hlink="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31" name="Shape 231"/>
        <p:cNvGrpSpPr/>
        <p:nvPr/>
      </p:nvGrpSpPr>
      <p:grpSpPr>
        <a:xfrm>
          <a:off x="0" y="0"/>
          <a:ext cx="0" cy="0"/>
          <a:chOff x="0" y="0"/>
          <a:chExt cx="0" cy="0"/>
        </a:xfrm>
      </p:grpSpPr>
      <p:sp>
        <p:nvSpPr>
          <p:cNvPr id="232" name="Google Shape;232;p47"/>
          <p:cNvSpPr txBox="1"/>
          <p:nvPr>
            <p:ph type="title"/>
          </p:nvPr>
        </p:nvSpPr>
        <p:spPr>
          <a:xfrm>
            <a:off x="628650" y="273845"/>
            <a:ext cx="7886700" cy="994200"/>
          </a:xfrm>
          <a:prstGeom prst="rect">
            <a:avLst/>
          </a:prstGeom>
          <a:noFill/>
          <a:ln>
            <a:noFill/>
          </a:ln>
        </p:spPr>
        <p:txBody>
          <a:bodyPr anchorCtr="0" anchor="ctr" bIns="39550" lIns="79125" spcFirstLastPara="1" rIns="79125" wrap="square" tIns="39550">
            <a:noAutofit/>
          </a:bodyPr>
          <a:lstStyle>
            <a:lvl1pPr lvl="0" marR="0" algn="l">
              <a:lnSpc>
                <a:spcPct val="90000"/>
              </a:lnSpc>
              <a:spcBef>
                <a:spcPts val="0"/>
              </a:spcBef>
              <a:spcAft>
                <a:spcPts val="0"/>
              </a:spcAft>
              <a:buClr>
                <a:schemeClr val="dk1"/>
              </a:buClr>
              <a:buSzPts val="3800"/>
              <a:buFont typeface="Zen Kaku Gothic New"/>
              <a:buNone/>
              <a:defRPr b="1" i="0" sz="3800" u="none" cap="none" strike="noStrike">
                <a:solidFill>
                  <a:schemeClr val="dk1"/>
                </a:solidFill>
                <a:latin typeface="Zen Kaku Gothic New"/>
                <a:ea typeface="Zen Kaku Gothic New"/>
                <a:cs typeface="Zen Kaku Gothic New"/>
                <a:sym typeface="Zen Kaku Gothic New"/>
              </a:defRPr>
            </a:lvl1pPr>
            <a:lvl2pPr lvl="1">
              <a:spcBef>
                <a:spcPts val="0"/>
              </a:spcBef>
              <a:spcAft>
                <a:spcPts val="0"/>
              </a:spcAft>
              <a:buSzPts val="1200"/>
              <a:buFont typeface="Zen Kaku Gothic New"/>
              <a:buNone/>
              <a:defRPr sz="1600">
                <a:latin typeface="Zen Kaku Gothic New"/>
                <a:ea typeface="Zen Kaku Gothic New"/>
                <a:cs typeface="Zen Kaku Gothic New"/>
                <a:sym typeface="Zen Kaku Gothic New"/>
              </a:defRPr>
            </a:lvl2pPr>
            <a:lvl3pPr lvl="2">
              <a:spcBef>
                <a:spcPts val="0"/>
              </a:spcBef>
              <a:spcAft>
                <a:spcPts val="0"/>
              </a:spcAft>
              <a:buSzPts val="1200"/>
              <a:buFont typeface="Zen Kaku Gothic New"/>
              <a:buNone/>
              <a:defRPr sz="1600">
                <a:latin typeface="Zen Kaku Gothic New"/>
                <a:ea typeface="Zen Kaku Gothic New"/>
                <a:cs typeface="Zen Kaku Gothic New"/>
                <a:sym typeface="Zen Kaku Gothic New"/>
              </a:defRPr>
            </a:lvl3pPr>
            <a:lvl4pPr lvl="3">
              <a:spcBef>
                <a:spcPts val="0"/>
              </a:spcBef>
              <a:spcAft>
                <a:spcPts val="0"/>
              </a:spcAft>
              <a:buSzPts val="1200"/>
              <a:buFont typeface="Zen Kaku Gothic New"/>
              <a:buNone/>
              <a:defRPr sz="1600">
                <a:latin typeface="Zen Kaku Gothic New"/>
                <a:ea typeface="Zen Kaku Gothic New"/>
                <a:cs typeface="Zen Kaku Gothic New"/>
                <a:sym typeface="Zen Kaku Gothic New"/>
              </a:defRPr>
            </a:lvl4pPr>
            <a:lvl5pPr lvl="4">
              <a:spcBef>
                <a:spcPts val="0"/>
              </a:spcBef>
              <a:spcAft>
                <a:spcPts val="0"/>
              </a:spcAft>
              <a:buSzPts val="1200"/>
              <a:buFont typeface="Zen Kaku Gothic New"/>
              <a:buNone/>
              <a:defRPr sz="1600">
                <a:latin typeface="Zen Kaku Gothic New"/>
                <a:ea typeface="Zen Kaku Gothic New"/>
                <a:cs typeface="Zen Kaku Gothic New"/>
                <a:sym typeface="Zen Kaku Gothic New"/>
              </a:defRPr>
            </a:lvl5pPr>
            <a:lvl6pPr lvl="5">
              <a:spcBef>
                <a:spcPts val="0"/>
              </a:spcBef>
              <a:spcAft>
                <a:spcPts val="0"/>
              </a:spcAft>
              <a:buSzPts val="1200"/>
              <a:buFont typeface="Zen Kaku Gothic New"/>
              <a:buNone/>
              <a:defRPr sz="1600">
                <a:latin typeface="Zen Kaku Gothic New"/>
                <a:ea typeface="Zen Kaku Gothic New"/>
                <a:cs typeface="Zen Kaku Gothic New"/>
                <a:sym typeface="Zen Kaku Gothic New"/>
              </a:defRPr>
            </a:lvl6pPr>
            <a:lvl7pPr lvl="6">
              <a:spcBef>
                <a:spcPts val="0"/>
              </a:spcBef>
              <a:spcAft>
                <a:spcPts val="0"/>
              </a:spcAft>
              <a:buSzPts val="1200"/>
              <a:buFont typeface="Zen Kaku Gothic New"/>
              <a:buNone/>
              <a:defRPr sz="1600">
                <a:latin typeface="Zen Kaku Gothic New"/>
                <a:ea typeface="Zen Kaku Gothic New"/>
                <a:cs typeface="Zen Kaku Gothic New"/>
                <a:sym typeface="Zen Kaku Gothic New"/>
              </a:defRPr>
            </a:lvl7pPr>
            <a:lvl8pPr lvl="7">
              <a:spcBef>
                <a:spcPts val="0"/>
              </a:spcBef>
              <a:spcAft>
                <a:spcPts val="0"/>
              </a:spcAft>
              <a:buSzPts val="1200"/>
              <a:buFont typeface="Zen Kaku Gothic New"/>
              <a:buNone/>
              <a:defRPr sz="1600">
                <a:latin typeface="Zen Kaku Gothic New"/>
                <a:ea typeface="Zen Kaku Gothic New"/>
                <a:cs typeface="Zen Kaku Gothic New"/>
                <a:sym typeface="Zen Kaku Gothic New"/>
              </a:defRPr>
            </a:lvl8pPr>
            <a:lvl9pPr lvl="8">
              <a:spcBef>
                <a:spcPts val="0"/>
              </a:spcBef>
              <a:spcAft>
                <a:spcPts val="0"/>
              </a:spcAft>
              <a:buSzPts val="1200"/>
              <a:buFont typeface="Zen Kaku Gothic New"/>
              <a:buNone/>
              <a:defRPr sz="1600">
                <a:latin typeface="Zen Kaku Gothic New"/>
                <a:ea typeface="Zen Kaku Gothic New"/>
                <a:cs typeface="Zen Kaku Gothic New"/>
                <a:sym typeface="Zen Kaku Gothic New"/>
              </a:defRPr>
            </a:lvl9pPr>
          </a:lstStyle>
          <a:p/>
        </p:txBody>
      </p:sp>
      <p:sp>
        <p:nvSpPr>
          <p:cNvPr id="233" name="Google Shape;233;p47"/>
          <p:cNvSpPr txBox="1"/>
          <p:nvPr>
            <p:ph idx="1" type="body"/>
          </p:nvPr>
        </p:nvSpPr>
        <p:spPr>
          <a:xfrm>
            <a:off x="628650" y="1369219"/>
            <a:ext cx="7886700" cy="3263400"/>
          </a:xfrm>
          <a:prstGeom prst="rect">
            <a:avLst/>
          </a:prstGeom>
          <a:noFill/>
          <a:ln>
            <a:noFill/>
          </a:ln>
        </p:spPr>
        <p:txBody>
          <a:bodyPr anchorCtr="0" anchor="t" bIns="39550" lIns="79125" spcFirstLastPara="1" rIns="79125" wrap="square" tIns="39550">
            <a:noAutofit/>
          </a:bodyPr>
          <a:lstStyle>
            <a:lvl1pPr indent="-336550" lvl="0" marL="457200" marR="0" algn="l">
              <a:lnSpc>
                <a:spcPct val="100000"/>
              </a:lnSpc>
              <a:spcBef>
                <a:spcPts val="0"/>
              </a:spcBef>
              <a:spcAft>
                <a:spcPts val="0"/>
              </a:spcAft>
              <a:buClr>
                <a:schemeClr val="dk1"/>
              </a:buClr>
              <a:buSzPts val="1700"/>
              <a:buFont typeface="Zen Kaku Gothic New"/>
              <a:buChar char="•"/>
              <a:defRPr i="0" sz="1700" u="none" cap="none" strike="noStrike">
                <a:solidFill>
                  <a:schemeClr val="dk1"/>
                </a:solidFill>
                <a:latin typeface="Zen Kaku Gothic New"/>
                <a:ea typeface="Zen Kaku Gothic New"/>
                <a:cs typeface="Zen Kaku Gothic New"/>
                <a:sym typeface="Zen Kaku Gothic New"/>
              </a:defRPr>
            </a:lvl1pPr>
            <a:lvl2pPr indent="-336550" lvl="1" marL="914400" marR="0" algn="l">
              <a:lnSpc>
                <a:spcPct val="100000"/>
              </a:lnSpc>
              <a:spcBef>
                <a:spcPts val="0"/>
              </a:spcBef>
              <a:spcAft>
                <a:spcPts val="0"/>
              </a:spcAft>
              <a:buClr>
                <a:schemeClr val="dk1"/>
              </a:buClr>
              <a:buSzPts val="1700"/>
              <a:buFont typeface="Zen Kaku Gothic New"/>
              <a:buChar char="✔"/>
              <a:defRPr i="0" sz="1700" u="none" cap="none" strike="noStrike">
                <a:solidFill>
                  <a:schemeClr val="dk1"/>
                </a:solidFill>
                <a:latin typeface="Zen Kaku Gothic New"/>
                <a:ea typeface="Zen Kaku Gothic New"/>
                <a:cs typeface="Zen Kaku Gothic New"/>
                <a:sym typeface="Zen Kaku Gothic New"/>
              </a:defRPr>
            </a:lvl2pPr>
            <a:lvl3pPr indent="-336550" lvl="2" marL="1371600" marR="0" algn="l">
              <a:lnSpc>
                <a:spcPct val="100000"/>
              </a:lnSpc>
              <a:spcBef>
                <a:spcPts val="0"/>
              </a:spcBef>
              <a:spcAft>
                <a:spcPts val="0"/>
              </a:spcAft>
              <a:buClr>
                <a:schemeClr val="dk1"/>
              </a:buClr>
              <a:buSzPts val="1700"/>
              <a:buFont typeface="Zen Kaku Gothic New"/>
              <a:buChar char="⮚"/>
              <a:defRPr i="0" sz="1700" u="none" cap="none" strike="noStrike">
                <a:solidFill>
                  <a:schemeClr val="dk1"/>
                </a:solidFill>
                <a:latin typeface="Zen Kaku Gothic New"/>
                <a:ea typeface="Zen Kaku Gothic New"/>
                <a:cs typeface="Zen Kaku Gothic New"/>
                <a:sym typeface="Zen Kaku Gothic New"/>
              </a:defRPr>
            </a:lvl3pPr>
            <a:lvl4pPr indent="-336550" lvl="3" marL="1828800" marR="0" algn="l">
              <a:lnSpc>
                <a:spcPct val="90000"/>
              </a:lnSpc>
              <a:spcBef>
                <a:spcPts val="400"/>
              </a:spcBef>
              <a:spcAft>
                <a:spcPts val="0"/>
              </a:spcAft>
              <a:buClr>
                <a:schemeClr val="dk1"/>
              </a:buClr>
              <a:buSzPts val="1700"/>
              <a:buFont typeface="Zen Kaku Gothic New"/>
              <a:buChar char="•"/>
              <a:defRPr i="0" sz="1700" u="none" cap="none" strike="noStrike">
                <a:solidFill>
                  <a:schemeClr val="dk1"/>
                </a:solidFill>
                <a:latin typeface="Zen Kaku Gothic New"/>
                <a:ea typeface="Zen Kaku Gothic New"/>
                <a:cs typeface="Zen Kaku Gothic New"/>
                <a:sym typeface="Zen Kaku Gothic New"/>
              </a:defRPr>
            </a:lvl4pPr>
            <a:lvl5pPr indent="-336550" lvl="4" marL="2286000" marR="0" algn="l">
              <a:lnSpc>
                <a:spcPct val="90000"/>
              </a:lnSpc>
              <a:spcBef>
                <a:spcPts val="400"/>
              </a:spcBef>
              <a:spcAft>
                <a:spcPts val="0"/>
              </a:spcAft>
              <a:buClr>
                <a:schemeClr val="dk1"/>
              </a:buClr>
              <a:buSzPts val="1700"/>
              <a:buFont typeface="Zen Kaku Gothic New"/>
              <a:buChar char="•"/>
              <a:defRPr i="0" sz="1700" u="none" cap="none" strike="noStrike">
                <a:solidFill>
                  <a:schemeClr val="dk1"/>
                </a:solidFill>
                <a:latin typeface="Zen Kaku Gothic New"/>
                <a:ea typeface="Zen Kaku Gothic New"/>
                <a:cs typeface="Zen Kaku Gothic New"/>
                <a:sym typeface="Zen Kaku Gothic New"/>
              </a:defRPr>
            </a:lvl5pPr>
            <a:lvl6pPr indent="-330200" lvl="5" marL="2743200" marR="0" algn="l">
              <a:lnSpc>
                <a:spcPct val="90000"/>
              </a:lnSpc>
              <a:spcBef>
                <a:spcPts val="400"/>
              </a:spcBef>
              <a:spcAft>
                <a:spcPts val="0"/>
              </a:spcAft>
              <a:buClr>
                <a:schemeClr val="dk1"/>
              </a:buClr>
              <a:buSzPts val="1600"/>
              <a:buFont typeface="Zen Kaku Gothic New"/>
              <a:buChar char="•"/>
              <a:defRPr i="0" sz="1600" u="none" cap="none" strike="noStrike">
                <a:solidFill>
                  <a:schemeClr val="dk1"/>
                </a:solidFill>
                <a:latin typeface="Zen Kaku Gothic New"/>
                <a:ea typeface="Zen Kaku Gothic New"/>
                <a:cs typeface="Zen Kaku Gothic New"/>
                <a:sym typeface="Zen Kaku Gothic New"/>
              </a:defRPr>
            </a:lvl6pPr>
            <a:lvl7pPr indent="-330200" lvl="6" marL="3200400" marR="0" algn="l">
              <a:lnSpc>
                <a:spcPct val="90000"/>
              </a:lnSpc>
              <a:spcBef>
                <a:spcPts val="400"/>
              </a:spcBef>
              <a:spcAft>
                <a:spcPts val="0"/>
              </a:spcAft>
              <a:buClr>
                <a:schemeClr val="dk1"/>
              </a:buClr>
              <a:buSzPts val="1600"/>
              <a:buFont typeface="Zen Kaku Gothic New"/>
              <a:buChar char="•"/>
              <a:defRPr i="0" sz="1600" u="none" cap="none" strike="noStrike">
                <a:solidFill>
                  <a:schemeClr val="dk1"/>
                </a:solidFill>
                <a:latin typeface="Zen Kaku Gothic New"/>
                <a:ea typeface="Zen Kaku Gothic New"/>
                <a:cs typeface="Zen Kaku Gothic New"/>
                <a:sym typeface="Zen Kaku Gothic New"/>
              </a:defRPr>
            </a:lvl7pPr>
            <a:lvl8pPr indent="-330200" lvl="7" marL="3657600" marR="0" algn="l">
              <a:lnSpc>
                <a:spcPct val="90000"/>
              </a:lnSpc>
              <a:spcBef>
                <a:spcPts val="400"/>
              </a:spcBef>
              <a:spcAft>
                <a:spcPts val="0"/>
              </a:spcAft>
              <a:buClr>
                <a:schemeClr val="dk1"/>
              </a:buClr>
              <a:buSzPts val="1600"/>
              <a:buFont typeface="Zen Kaku Gothic New"/>
              <a:buChar char="•"/>
              <a:defRPr i="0" sz="1600" u="none" cap="none" strike="noStrike">
                <a:solidFill>
                  <a:schemeClr val="dk1"/>
                </a:solidFill>
                <a:latin typeface="Zen Kaku Gothic New"/>
                <a:ea typeface="Zen Kaku Gothic New"/>
                <a:cs typeface="Zen Kaku Gothic New"/>
                <a:sym typeface="Zen Kaku Gothic New"/>
              </a:defRPr>
            </a:lvl8pPr>
            <a:lvl9pPr indent="-330200" lvl="8" marL="4114800" marR="0" algn="l">
              <a:lnSpc>
                <a:spcPct val="90000"/>
              </a:lnSpc>
              <a:spcBef>
                <a:spcPts val="400"/>
              </a:spcBef>
              <a:spcAft>
                <a:spcPts val="0"/>
              </a:spcAft>
              <a:buClr>
                <a:schemeClr val="dk1"/>
              </a:buClr>
              <a:buSzPts val="1600"/>
              <a:buFont typeface="Zen Kaku Gothic New"/>
              <a:buChar char="•"/>
              <a:defRPr i="0" sz="1600" u="none" cap="none" strike="noStrike">
                <a:solidFill>
                  <a:schemeClr val="dk1"/>
                </a:solidFill>
                <a:latin typeface="Zen Kaku Gothic New"/>
                <a:ea typeface="Zen Kaku Gothic New"/>
                <a:cs typeface="Zen Kaku Gothic New"/>
                <a:sym typeface="Zen Kaku Gothic New"/>
              </a:defRPr>
            </a:lvl9pPr>
          </a:lstStyle>
          <a:p/>
        </p:txBody>
      </p:sp>
      <p:sp>
        <p:nvSpPr>
          <p:cNvPr id="234" name="Google Shape;234;p47"/>
          <p:cNvSpPr txBox="1"/>
          <p:nvPr>
            <p:ph idx="12" type="sldNum"/>
          </p:nvPr>
        </p:nvSpPr>
        <p:spPr>
          <a:xfrm>
            <a:off x="8763484" y="4749901"/>
            <a:ext cx="548700" cy="393600"/>
          </a:xfrm>
          <a:prstGeom prst="rect">
            <a:avLst/>
          </a:prstGeom>
          <a:noFill/>
          <a:ln>
            <a:noFill/>
          </a:ln>
        </p:spPr>
        <p:txBody>
          <a:bodyPr anchorCtr="0" anchor="t" bIns="91425" lIns="91425" spcFirstLastPara="1" rIns="91425" wrap="square" tIns="91425">
            <a:noAutofit/>
          </a:bodyPr>
          <a:lstStyle>
            <a:lvl1pPr lvl="0">
              <a:buNone/>
              <a:defRPr sz="1000">
                <a:latin typeface="Zen Kaku Gothic New"/>
                <a:ea typeface="Zen Kaku Gothic New"/>
                <a:cs typeface="Zen Kaku Gothic New"/>
                <a:sym typeface="Zen Kaku Gothic New"/>
              </a:defRPr>
            </a:lvl1pPr>
            <a:lvl2pPr lvl="1">
              <a:buNone/>
              <a:defRPr sz="1000">
                <a:latin typeface="Zen Kaku Gothic New"/>
                <a:ea typeface="Zen Kaku Gothic New"/>
                <a:cs typeface="Zen Kaku Gothic New"/>
                <a:sym typeface="Zen Kaku Gothic New"/>
              </a:defRPr>
            </a:lvl2pPr>
            <a:lvl3pPr lvl="2">
              <a:buNone/>
              <a:defRPr sz="1000">
                <a:latin typeface="Zen Kaku Gothic New"/>
                <a:ea typeface="Zen Kaku Gothic New"/>
                <a:cs typeface="Zen Kaku Gothic New"/>
                <a:sym typeface="Zen Kaku Gothic New"/>
              </a:defRPr>
            </a:lvl3pPr>
            <a:lvl4pPr lvl="3">
              <a:buNone/>
              <a:defRPr sz="1000">
                <a:latin typeface="Zen Kaku Gothic New"/>
                <a:ea typeface="Zen Kaku Gothic New"/>
                <a:cs typeface="Zen Kaku Gothic New"/>
                <a:sym typeface="Zen Kaku Gothic New"/>
              </a:defRPr>
            </a:lvl4pPr>
            <a:lvl5pPr lvl="4">
              <a:buNone/>
              <a:defRPr sz="1000">
                <a:latin typeface="Zen Kaku Gothic New"/>
                <a:ea typeface="Zen Kaku Gothic New"/>
                <a:cs typeface="Zen Kaku Gothic New"/>
                <a:sym typeface="Zen Kaku Gothic New"/>
              </a:defRPr>
            </a:lvl5pPr>
            <a:lvl6pPr lvl="5">
              <a:buNone/>
              <a:defRPr sz="1000">
                <a:latin typeface="Zen Kaku Gothic New"/>
                <a:ea typeface="Zen Kaku Gothic New"/>
                <a:cs typeface="Zen Kaku Gothic New"/>
                <a:sym typeface="Zen Kaku Gothic New"/>
              </a:defRPr>
            </a:lvl6pPr>
            <a:lvl7pPr lvl="6">
              <a:buNone/>
              <a:defRPr sz="1000">
                <a:latin typeface="Zen Kaku Gothic New"/>
                <a:ea typeface="Zen Kaku Gothic New"/>
                <a:cs typeface="Zen Kaku Gothic New"/>
                <a:sym typeface="Zen Kaku Gothic New"/>
              </a:defRPr>
            </a:lvl7pPr>
            <a:lvl8pPr lvl="7">
              <a:buNone/>
              <a:defRPr sz="1000">
                <a:latin typeface="Zen Kaku Gothic New"/>
                <a:ea typeface="Zen Kaku Gothic New"/>
                <a:cs typeface="Zen Kaku Gothic New"/>
                <a:sym typeface="Zen Kaku Gothic New"/>
              </a:defRPr>
            </a:lvl8pPr>
            <a:lvl9pPr lvl="8">
              <a:buNone/>
              <a:defRPr sz="1000">
                <a:latin typeface="Zen Kaku Gothic New"/>
                <a:ea typeface="Zen Kaku Gothic New"/>
                <a:cs typeface="Zen Kaku Gothic New"/>
                <a:sym typeface="Zen Kaku Gothic New"/>
              </a:defRPr>
            </a:lvl9pPr>
          </a:lstStyle>
          <a:p>
            <a:pPr indent="0" lvl="0" marL="0" rtl="0" algn="l">
              <a:spcBef>
                <a:spcPts val="0"/>
              </a:spcBef>
              <a:spcAft>
                <a:spcPts val="0"/>
              </a:spcAft>
              <a:buNone/>
            </a:pPr>
            <a:fld id="{00000000-1234-1234-1234-123412341234}" type="slidenum">
              <a:rPr lang="ja"/>
              <a:t>‹#›</a:t>
            </a:fld>
            <a:endParaRPr/>
          </a:p>
        </p:txBody>
      </p:sp>
    </p:spTree>
  </p:cSld>
  <p:clrMap accent1="accent1" accent2="accent2" accent3="accent3" accent4="accent4" accent5="accent5" accent6="accent6" bg1="lt1" bg2="dk2" tx1="dk1" tx2="lt2" folHlink="folHlink" hlink="hlink"/>
  <p:sldLayoutIdLst>
    <p:sldLayoutId id="2147483690" r:id="rId1"/>
    <p:sldLayoutId id="2147483691" r:id="rId2"/>
    <p:sldLayoutId id="2147483692" r:id="rId3"/>
    <p:sldLayoutId id="2147483693" r:id="rId4"/>
    <p:sldLayoutId id="2147483694"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3.xml"/><Relationship Id="rId3" Type="http://schemas.openxmlformats.org/officeDocument/2006/relationships/image" Target="../media/image18.png"/><Relationship Id="rId4" Type="http://schemas.openxmlformats.org/officeDocument/2006/relationships/image" Target="../media/image20.png"/><Relationship Id="rId5" Type="http://schemas.openxmlformats.org/officeDocument/2006/relationships/image" Target="../media/image17.png"/><Relationship Id="rId6" Type="http://schemas.openxmlformats.org/officeDocument/2006/relationships/image" Target="../media/image24.png"/><Relationship Id="rId7" Type="http://schemas.openxmlformats.org/officeDocument/2006/relationships/image" Target="../media/image2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 Id="rId3" Type="http://schemas.openxmlformats.org/officeDocument/2006/relationships/image" Target="../media/image19.png"/><Relationship Id="rId4" Type="http://schemas.openxmlformats.org/officeDocument/2006/relationships/image" Target="../media/image21.png"/><Relationship Id="rId5" Type="http://schemas.openxmlformats.org/officeDocument/2006/relationships/image" Target="../media/image26.png"/><Relationship Id="rId6" Type="http://schemas.openxmlformats.org/officeDocument/2006/relationships/image" Target="../media/image4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 Id="rId3" Type="http://schemas.openxmlformats.org/officeDocument/2006/relationships/image" Target="../media/image19.png"/><Relationship Id="rId4" Type="http://schemas.openxmlformats.org/officeDocument/2006/relationships/image" Target="../media/image21.png"/><Relationship Id="rId5" Type="http://schemas.openxmlformats.org/officeDocument/2006/relationships/image" Target="../media/image26.png"/><Relationship Id="rId6" Type="http://schemas.openxmlformats.org/officeDocument/2006/relationships/image" Target="../media/image4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6.xml"/><Relationship Id="rId3" Type="http://schemas.openxmlformats.org/officeDocument/2006/relationships/image" Target="../media/image27.png"/><Relationship Id="rId4" Type="http://schemas.openxmlformats.org/officeDocument/2006/relationships/image" Target="../media/image31.png"/><Relationship Id="rId5" Type="http://schemas.openxmlformats.org/officeDocument/2006/relationships/image" Target="../media/image30.png"/><Relationship Id="rId6" Type="http://schemas.openxmlformats.org/officeDocument/2006/relationships/image" Target="../media/image3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14.xml"/><Relationship Id="rId3" Type="http://schemas.openxmlformats.org/officeDocument/2006/relationships/image" Target="../media/image34.png"/><Relationship Id="rId4" Type="http://schemas.openxmlformats.org/officeDocument/2006/relationships/image" Target="../media/image3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15.xml"/><Relationship Id="rId3" Type="http://schemas.openxmlformats.org/officeDocument/2006/relationships/image" Target="../media/image42.png"/><Relationship Id="rId4" Type="http://schemas.openxmlformats.org/officeDocument/2006/relationships/image" Target="../media/image4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53"/>
          <p:cNvSpPr txBox="1"/>
          <p:nvPr>
            <p:ph type="title"/>
          </p:nvPr>
        </p:nvSpPr>
        <p:spPr>
          <a:xfrm>
            <a:off x="200025" y="2128800"/>
            <a:ext cx="8743800" cy="538800"/>
          </a:xfrm>
          <a:prstGeom prst="rect">
            <a:avLst/>
          </a:prstGeom>
        </p:spPr>
        <p:txBody>
          <a:bodyPr anchorCtr="0" anchor="b" bIns="39550" lIns="79125" spcFirstLastPara="1" rIns="79125" wrap="square" tIns="39550">
            <a:noAutofit/>
          </a:bodyPr>
          <a:lstStyle/>
          <a:p>
            <a:pPr indent="0" lvl="0" marL="0" rtl="0" algn="ctr">
              <a:lnSpc>
                <a:spcPct val="100000"/>
              </a:lnSpc>
              <a:spcBef>
                <a:spcPts val="0"/>
              </a:spcBef>
              <a:spcAft>
                <a:spcPts val="0"/>
              </a:spcAft>
              <a:buNone/>
            </a:pPr>
            <a:r>
              <a:rPr lang="ja">
                <a:solidFill>
                  <a:srgbClr val="FFFFFF"/>
                </a:solidFill>
              </a:rPr>
              <a:t>小山さん向け 参画案</a:t>
            </a:r>
            <a:endParaRPr>
              <a:solidFill>
                <a:srgbClr val="FFFFFF"/>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54"/>
          <p:cNvSpPr txBox="1"/>
          <p:nvPr>
            <p:ph idx="12" type="sldNum"/>
          </p:nvPr>
        </p:nvSpPr>
        <p:spPr>
          <a:xfrm>
            <a:off x="8763484" y="4749901"/>
            <a:ext cx="5487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fld id="{00000000-1234-1234-1234-123412341234}" type="slidenum">
              <a:rPr lang="ja"/>
              <a:t>‹#›</a:t>
            </a:fld>
            <a:endParaRPr/>
          </a:p>
        </p:txBody>
      </p:sp>
      <p:sp>
        <p:nvSpPr>
          <p:cNvPr id="268" name="Google Shape;268;p54"/>
          <p:cNvSpPr/>
          <p:nvPr/>
        </p:nvSpPr>
        <p:spPr>
          <a:xfrm>
            <a:off x="305704" y="147225"/>
            <a:ext cx="6052800" cy="30150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None/>
            </a:pPr>
            <a:r>
              <a:rPr b="1" lang="ja" sz="1500">
                <a:solidFill>
                  <a:schemeClr val="dk1"/>
                </a:solidFill>
                <a:latin typeface="Zen Kaku Gothic New"/>
                <a:ea typeface="Zen Kaku Gothic New"/>
                <a:cs typeface="Zen Kaku Gothic New"/>
                <a:sym typeface="Zen Kaku Gothic New"/>
              </a:rPr>
              <a:t>はじめに</a:t>
            </a:r>
            <a:endParaRPr b="1" sz="1500">
              <a:solidFill>
                <a:schemeClr val="dk1"/>
              </a:solidFill>
              <a:latin typeface="Zen Kaku Gothic New"/>
              <a:ea typeface="Zen Kaku Gothic New"/>
              <a:cs typeface="Zen Kaku Gothic New"/>
              <a:sym typeface="Zen Kaku Gothic New"/>
            </a:endParaRPr>
          </a:p>
        </p:txBody>
      </p:sp>
      <p:sp>
        <p:nvSpPr>
          <p:cNvPr id="269" name="Google Shape;269;p54"/>
          <p:cNvSpPr txBox="1"/>
          <p:nvPr/>
        </p:nvSpPr>
        <p:spPr>
          <a:xfrm>
            <a:off x="200700" y="671755"/>
            <a:ext cx="8742600" cy="3644400"/>
          </a:xfrm>
          <a:prstGeom prst="rect">
            <a:avLst/>
          </a:prstGeom>
          <a:noFill/>
          <a:ln>
            <a:noFill/>
          </a:ln>
        </p:spPr>
        <p:txBody>
          <a:bodyPr anchorCtr="0" anchor="t" bIns="39550" lIns="79125" spcFirstLastPara="1" rIns="79125" wrap="square" tIns="39550">
            <a:noAutofit/>
          </a:bodyPr>
          <a:lstStyle/>
          <a:p>
            <a:pPr indent="-323850" lvl="0" marL="457200" rtl="0" algn="l">
              <a:lnSpc>
                <a:spcPct val="115000"/>
              </a:lnSpc>
              <a:spcBef>
                <a:spcPts val="1200"/>
              </a:spcBef>
              <a:spcAft>
                <a:spcPts val="0"/>
              </a:spcAft>
              <a:buClr>
                <a:srgbClr val="3C4441"/>
              </a:buClr>
              <a:buSzPts val="1500"/>
              <a:buFont typeface="Zen Kaku Gothic New"/>
              <a:buChar char="●"/>
            </a:pPr>
            <a:r>
              <a:rPr lang="ja" sz="1500">
                <a:solidFill>
                  <a:srgbClr val="3C4441"/>
                </a:solidFill>
                <a:latin typeface="Zen Kaku Gothic New"/>
                <a:ea typeface="Zen Kaku Gothic New"/>
                <a:cs typeface="Zen Kaku Gothic New"/>
                <a:sym typeface="Zen Kaku Gothic New"/>
              </a:rPr>
              <a:t>メダップは、「経営から、病院を変える。病院から、医療を変える。」をVisionに掲げ、病院経営に特化したSaaSとプロフェッショナルサービスを提供しています。病院経営が戦後最悪といわれる環境のなかでも売上年1.5倍の成長を続けており、その先には医療事務AIという新市場への挑戦が始まっています。</a:t>
            </a:r>
            <a:endParaRPr sz="1500">
              <a:solidFill>
                <a:srgbClr val="3C4441"/>
              </a:solidFill>
              <a:latin typeface="Zen Kaku Gothic New"/>
              <a:ea typeface="Zen Kaku Gothic New"/>
              <a:cs typeface="Zen Kaku Gothic New"/>
              <a:sym typeface="Zen Kaku Gothic New"/>
            </a:endParaRPr>
          </a:p>
          <a:p>
            <a:pPr indent="-323850" lvl="0" marL="457200" rtl="0" algn="l">
              <a:lnSpc>
                <a:spcPct val="115000"/>
              </a:lnSpc>
              <a:spcBef>
                <a:spcPts val="0"/>
              </a:spcBef>
              <a:spcAft>
                <a:spcPts val="0"/>
              </a:spcAft>
              <a:buClr>
                <a:srgbClr val="3C4441"/>
              </a:buClr>
              <a:buSzPts val="1500"/>
              <a:buFont typeface="Zen Kaku Gothic New"/>
              <a:buChar char="●"/>
            </a:pPr>
            <a:r>
              <a:rPr lang="ja" sz="1500">
                <a:solidFill>
                  <a:srgbClr val="3C4441"/>
                </a:solidFill>
                <a:latin typeface="Zen Kaku Gothic New"/>
                <a:ea typeface="Zen Kaku Gothic New"/>
                <a:cs typeface="Zen Kaku Gothic New"/>
                <a:sym typeface="Zen Kaku Gothic New"/>
              </a:rPr>
              <a:t>いま、顧客が当社に求めるものは「ツールの導入・定着」から「経営指標を動かす実行支援」へと変わりつつあります。この局面で必要なのは、顧客理解を起点に、CS/PS・セールス・データ・新規事業へと段階的に領域を広げながら、事業のボトルネックを潰していける人です。</a:t>
            </a:r>
            <a:endParaRPr sz="1500">
              <a:solidFill>
                <a:srgbClr val="3C4441"/>
              </a:solidFill>
              <a:latin typeface="Zen Kaku Gothic New"/>
              <a:ea typeface="Zen Kaku Gothic New"/>
              <a:cs typeface="Zen Kaku Gothic New"/>
              <a:sym typeface="Zen Kaku Gothic New"/>
            </a:endParaRPr>
          </a:p>
          <a:p>
            <a:pPr indent="-323850" lvl="0" marL="457200" rtl="0" algn="l">
              <a:lnSpc>
                <a:spcPct val="115000"/>
              </a:lnSpc>
              <a:spcBef>
                <a:spcPts val="0"/>
              </a:spcBef>
              <a:spcAft>
                <a:spcPts val="0"/>
              </a:spcAft>
              <a:buClr>
                <a:srgbClr val="3C4441"/>
              </a:buClr>
              <a:buSzPts val="1500"/>
              <a:buFont typeface="Zen Kaku Gothic New"/>
              <a:buChar char="●"/>
            </a:pPr>
            <a:r>
              <a:rPr lang="ja" sz="1500">
                <a:solidFill>
                  <a:srgbClr val="3C4441"/>
                </a:solidFill>
                <a:latin typeface="Zen Kaku Gothic New"/>
                <a:ea typeface="Zen Kaku Gothic New"/>
                <a:cs typeface="Zen Kaku Gothic New"/>
                <a:sym typeface="Zen Kaku Gothic New"/>
              </a:rPr>
              <a:t>XX</a:t>
            </a:r>
            <a:r>
              <a:rPr lang="ja" sz="1500">
                <a:solidFill>
                  <a:srgbClr val="3C4441"/>
                </a:solidFill>
                <a:latin typeface="Zen Kaku Gothic New"/>
                <a:ea typeface="Zen Kaku Gothic New"/>
                <a:cs typeface="Zen Kaku Gothic New"/>
                <a:sym typeface="Zen Kaku Gothic New"/>
              </a:rPr>
              <a:t>。</a:t>
            </a:r>
            <a:endParaRPr sz="1500">
              <a:solidFill>
                <a:srgbClr val="3C4441"/>
              </a:solidFill>
              <a:latin typeface="Zen Kaku Gothic New"/>
              <a:ea typeface="Zen Kaku Gothic New"/>
              <a:cs typeface="Zen Kaku Gothic New"/>
              <a:sym typeface="Zen Kaku Gothic New"/>
            </a:endParaRPr>
          </a:p>
          <a:p>
            <a:pPr indent="-323850" lvl="0" marL="457200" rtl="0" algn="l">
              <a:lnSpc>
                <a:spcPct val="115000"/>
              </a:lnSpc>
              <a:spcBef>
                <a:spcPts val="0"/>
              </a:spcBef>
              <a:spcAft>
                <a:spcPts val="0"/>
              </a:spcAft>
              <a:buClr>
                <a:srgbClr val="3C4441"/>
              </a:buClr>
              <a:buSzPts val="1500"/>
              <a:buFont typeface="Zen Kaku Gothic New"/>
              <a:buChar char="●"/>
            </a:pPr>
            <a:r>
              <a:rPr lang="ja" sz="1500">
                <a:solidFill>
                  <a:srgbClr val="3C4441"/>
                </a:solidFill>
                <a:latin typeface="Zen Kaku Gothic New"/>
                <a:ea typeface="Zen Kaku Gothic New"/>
                <a:cs typeface="Zen Kaku Gothic New"/>
                <a:sym typeface="Zen Kaku Gothic New"/>
              </a:rPr>
              <a:t>この挑戦をともに進める仲間として</a:t>
            </a:r>
            <a:r>
              <a:rPr lang="ja" sz="1500">
                <a:solidFill>
                  <a:srgbClr val="3C4441"/>
                </a:solidFill>
                <a:latin typeface="Zen Kaku Gothic New"/>
                <a:ea typeface="Zen Kaku Gothic New"/>
                <a:cs typeface="Zen Kaku Gothic New"/>
                <a:sym typeface="Zen Kaku Gothic New"/>
              </a:rPr>
              <a:t>XX</a:t>
            </a:r>
            <a:r>
              <a:rPr lang="ja" sz="1500">
                <a:solidFill>
                  <a:srgbClr val="3C4441"/>
                </a:solidFill>
                <a:latin typeface="Zen Kaku Gothic New"/>
                <a:ea typeface="Zen Kaku Gothic New"/>
                <a:cs typeface="Zen Kaku Gothic New"/>
                <a:sym typeface="Zen Kaku Gothic New"/>
              </a:rPr>
              <a:t>さんをお迎えしたく、本参画案をお持ちしました。</a:t>
            </a:r>
            <a:endParaRPr sz="1500">
              <a:solidFill>
                <a:srgbClr val="3C4441"/>
              </a:solidFill>
              <a:latin typeface="Zen Kaku Gothic New"/>
              <a:ea typeface="Zen Kaku Gothic New"/>
              <a:cs typeface="Zen Kaku Gothic New"/>
              <a:sym typeface="Zen Kaku Gothic New"/>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pic>
        <p:nvPicPr>
          <p:cNvPr id="274" name="Google Shape;274;p55"/>
          <p:cNvPicPr preferRelativeResize="0"/>
          <p:nvPr/>
        </p:nvPicPr>
        <p:blipFill>
          <a:blip r:embed="rId3">
            <a:alphaModFix/>
          </a:blip>
          <a:stretch>
            <a:fillRect/>
          </a:stretch>
        </p:blipFill>
        <p:spPr>
          <a:xfrm>
            <a:off x="5601938" y="3235497"/>
            <a:ext cx="2368323" cy="1495879"/>
          </a:xfrm>
          <a:prstGeom prst="rect">
            <a:avLst/>
          </a:prstGeom>
          <a:noFill/>
          <a:ln>
            <a:noFill/>
          </a:ln>
        </p:spPr>
      </p:pic>
      <p:pic>
        <p:nvPicPr>
          <p:cNvPr id="275" name="Google Shape;275;p55"/>
          <p:cNvPicPr preferRelativeResize="0"/>
          <p:nvPr/>
        </p:nvPicPr>
        <p:blipFill>
          <a:blip r:embed="rId4">
            <a:alphaModFix/>
          </a:blip>
          <a:stretch>
            <a:fillRect/>
          </a:stretch>
        </p:blipFill>
        <p:spPr>
          <a:xfrm>
            <a:off x="2745955" y="3085028"/>
            <a:ext cx="1089312" cy="863344"/>
          </a:xfrm>
          <a:prstGeom prst="rect">
            <a:avLst/>
          </a:prstGeom>
          <a:noFill/>
          <a:ln>
            <a:noFill/>
          </a:ln>
        </p:spPr>
      </p:pic>
      <p:pic>
        <p:nvPicPr>
          <p:cNvPr id="276" name="Google Shape;276;p55"/>
          <p:cNvPicPr preferRelativeResize="0"/>
          <p:nvPr/>
        </p:nvPicPr>
        <p:blipFill>
          <a:blip r:embed="rId4">
            <a:alphaModFix/>
          </a:blip>
          <a:stretch>
            <a:fillRect/>
          </a:stretch>
        </p:blipFill>
        <p:spPr>
          <a:xfrm>
            <a:off x="1753202" y="2618412"/>
            <a:ext cx="1089312" cy="863344"/>
          </a:xfrm>
          <a:prstGeom prst="rect">
            <a:avLst/>
          </a:prstGeom>
          <a:noFill/>
          <a:ln>
            <a:noFill/>
          </a:ln>
        </p:spPr>
      </p:pic>
      <p:pic>
        <p:nvPicPr>
          <p:cNvPr id="277" name="Google Shape;277;p55"/>
          <p:cNvPicPr preferRelativeResize="0"/>
          <p:nvPr/>
        </p:nvPicPr>
        <p:blipFill>
          <a:blip r:embed="rId4">
            <a:alphaModFix/>
          </a:blip>
          <a:stretch>
            <a:fillRect/>
          </a:stretch>
        </p:blipFill>
        <p:spPr>
          <a:xfrm>
            <a:off x="760475" y="3085028"/>
            <a:ext cx="1089312" cy="863344"/>
          </a:xfrm>
          <a:prstGeom prst="rect">
            <a:avLst/>
          </a:prstGeom>
          <a:noFill/>
          <a:ln>
            <a:noFill/>
          </a:ln>
        </p:spPr>
      </p:pic>
      <p:sp>
        <p:nvSpPr>
          <p:cNvPr id="278" name="Google Shape;278;p55"/>
          <p:cNvSpPr/>
          <p:nvPr/>
        </p:nvSpPr>
        <p:spPr>
          <a:xfrm>
            <a:off x="305704" y="147225"/>
            <a:ext cx="6052800" cy="30150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Clr>
                <a:srgbClr val="000000"/>
              </a:buClr>
              <a:buFont typeface="Arial"/>
              <a:buNone/>
            </a:pPr>
            <a:r>
              <a:rPr b="1" lang="ja" sz="1500">
                <a:solidFill>
                  <a:schemeClr val="dk1"/>
                </a:solidFill>
                <a:latin typeface="Zen Kaku Gothic New"/>
                <a:ea typeface="Zen Kaku Gothic New"/>
                <a:cs typeface="Zen Kaku Gothic New"/>
                <a:sym typeface="Zen Kaku Gothic New"/>
              </a:rPr>
              <a:t>メダップの目指すVision</a:t>
            </a:r>
            <a:endParaRPr sz="1500">
              <a:latin typeface="Zen Kaku Gothic New"/>
              <a:ea typeface="Zen Kaku Gothic New"/>
              <a:cs typeface="Zen Kaku Gothic New"/>
              <a:sym typeface="Zen Kaku Gothic New"/>
            </a:endParaRPr>
          </a:p>
        </p:txBody>
      </p:sp>
      <p:sp>
        <p:nvSpPr>
          <p:cNvPr id="279" name="Google Shape;279;p55"/>
          <p:cNvSpPr txBox="1"/>
          <p:nvPr/>
        </p:nvSpPr>
        <p:spPr>
          <a:xfrm>
            <a:off x="305700" y="931100"/>
            <a:ext cx="8613000" cy="269700"/>
          </a:xfrm>
          <a:prstGeom prst="rect">
            <a:avLst/>
          </a:prstGeom>
          <a:noFill/>
          <a:ln>
            <a:noFill/>
          </a:ln>
        </p:spPr>
        <p:txBody>
          <a:bodyPr anchorCtr="0" anchor="ctr" bIns="19050" lIns="19050" spcFirstLastPara="1" rIns="19050" wrap="square" tIns="19050">
            <a:noAutofit/>
          </a:bodyPr>
          <a:lstStyle/>
          <a:p>
            <a:pPr indent="0" lvl="0" marL="0" marR="0" rtl="0" algn="ctr">
              <a:lnSpc>
                <a:spcPct val="115000"/>
              </a:lnSpc>
              <a:spcBef>
                <a:spcPts val="0"/>
              </a:spcBef>
              <a:spcAft>
                <a:spcPts val="0"/>
              </a:spcAft>
              <a:buClr>
                <a:schemeClr val="accent6"/>
              </a:buClr>
              <a:buSzPts val="1100"/>
              <a:buFont typeface="Arial"/>
              <a:buNone/>
            </a:pPr>
            <a:r>
              <a:rPr b="1" lang="ja" sz="2000">
                <a:solidFill>
                  <a:schemeClr val="dk1"/>
                </a:solidFill>
                <a:latin typeface="Zen Kaku Gothic New"/>
                <a:ea typeface="Zen Kaku Gothic New"/>
                <a:cs typeface="Zen Kaku Gothic New"/>
                <a:sym typeface="Zen Kaku Gothic New"/>
              </a:rPr>
              <a:t>経営から、病院を変える。病院から、医療を変える。</a:t>
            </a:r>
            <a:endParaRPr b="1" sz="2000">
              <a:solidFill>
                <a:schemeClr val="dk1"/>
              </a:solidFill>
              <a:latin typeface="Zen Kaku Gothic New"/>
              <a:ea typeface="Zen Kaku Gothic New"/>
              <a:cs typeface="Zen Kaku Gothic New"/>
              <a:sym typeface="Zen Kaku Gothic New"/>
            </a:endParaRPr>
          </a:p>
        </p:txBody>
      </p:sp>
      <p:sp>
        <p:nvSpPr>
          <p:cNvPr id="280" name="Google Shape;280;p55"/>
          <p:cNvSpPr txBox="1"/>
          <p:nvPr/>
        </p:nvSpPr>
        <p:spPr>
          <a:xfrm>
            <a:off x="746562" y="2056300"/>
            <a:ext cx="3102600" cy="3693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ja" sz="1200">
                <a:latin typeface="Zen Kaku Gothic New"/>
                <a:ea typeface="Zen Kaku Gothic New"/>
                <a:cs typeface="Zen Kaku Gothic New"/>
                <a:sym typeface="Zen Kaku Gothic New"/>
              </a:rPr>
              <a:t>当社プロダクトが提供できる価値</a:t>
            </a:r>
            <a:endParaRPr b="1" sz="1200">
              <a:latin typeface="Zen Kaku Gothic New"/>
              <a:ea typeface="Zen Kaku Gothic New"/>
              <a:cs typeface="Zen Kaku Gothic New"/>
              <a:sym typeface="Zen Kaku Gothic New"/>
            </a:endParaRPr>
          </a:p>
        </p:txBody>
      </p:sp>
      <p:sp>
        <p:nvSpPr>
          <p:cNvPr id="281" name="Google Shape;281;p55"/>
          <p:cNvSpPr txBox="1"/>
          <p:nvPr/>
        </p:nvSpPr>
        <p:spPr>
          <a:xfrm>
            <a:off x="5645049" y="2056300"/>
            <a:ext cx="2075700" cy="369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1200">
                <a:latin typeface="Zen Kaku Gothic New"/>
                <a:ea typeface="Zen Kaku Gothic New"/>
                <a:cs typeface="Zen Kaku Gothic New"/>
                <a:sym typeface="Zen Kaku Gothic New"/>
              </a:rPr>
              <a:t>課題を病院自身が解決</a:t>
            </a:r>
            <a:endParaRPr b="1" sz="1200">
              <a:latin typeface="Zen Kaku Gothic New"/>
              <a:ea typeface="Zen Kaku Gothic New"/>
              <a:cs typeface="Zen Kaku Gothic New"/>
              <a:sym typeface="Zen Kaku Gothic New"/>
            </a:endParaRPr>
          </a:p>
        </p:txBody>
      </p:sp>
      <p:sp>
        <p:nvSpPr>
          <p:cNvPr id="282" name="Google Shape;282;p55"/>
          <p:cNvSpPr/>
          <p:nvPr/>
        </p:nvSpPr>
        <p:spPr>
          <a:xfrm>
            <a:off x="4291468" y="3292992"/>
            <a:ext cx="378900" cy="360000"/>
          </a:xfrm>
          <a:prstGeom prst="rightArrow">
            <a:avLst>
              <a:gd fmla="val 44290" name="adj1"/>
              <a:gd fmla="val 61861" name="adj2"/>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55"/>
          <p:cNvSpPr/>
          <p:nvPr/>
        </p:nvSpPr>
        <p:spPr>
          <a:xfrm>
            <a:off x="7648522" y="3548456"/>
            <a:ext cx="815400" cy="486000"/>
          </a:xfrm>
          <a:prstGeom prst="roundRect">
            <a:avLst>
              <a:gd fmla="val 8890" name="adj"/>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1700">
                <a:solidFill>
                  <a:schemeClr val="dk1"/>
                </a:solidFill>
                <a:latin typeface="Zen Kaku Gothic New"/>
                <a:ea typeface="Zen Kaku Gothic New"/>
                <a:cs typeface="Zen Kaku Gothic New"/>
                <a:sym typeface="Zen Kaku Gothic New"/>
              </a:rPr>
              <a:t>‥‥</a:t>
            </a:r>
            <a:endParaRPr sz="2200"/>
          </a:p>
        </p:txBody>
      </p:sp>
      <p:sp>
        <p:nvSpPr>
          <p:cNvPr id="284" name="Google Shape;284;p55"/>
          <p:cNvSpPr/>
          <p:nvPr/>
        </p:nvSpPr>
        <p:spPr>
          <a:xfrm>
            <a:off x="7892773" y="4061634"/>
            <a:ext cx="165300" cy="1653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55"/>
          <p:cNvSpPr/>
          <p:nvPr/>
        </p:nvSpPr>
        <p:spPr>
          <a:xfrm>
            <a:off x="7782718" y="4197698"/>
            <a:ext cx="110100" cy="1101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55"/>
          <p:cNvSpPr/>
          <p:nvPr/>
        </p:nvSpPr>
        <p:spPr>
          <a:xfrm>
            <a:off x="4919059" y="3837809"/>
            <a:ext cx="815400" cy="486000"/>
          </a:xfrm>
          <a:prstGeom prst="roundRect">
            <a:avLst>
              <a:gd fmla="val 8890" name="adj"/>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1700">
                <a:solidFill>
                  <a:schemeClr val="dk1"/>
                </a:solidFill>
                <a:latin typeface="Zen Kaku Gothic New"/>
                <a:ea typeface="Zen Kaku Gothic New"/>
                <a:cs typeface="Zen Kaku Gothic New"/>
                <a:sym typeface="Zen Kaku Gothic New"/>
              </a:rPr>
              <a:t>‥‥</a:t>
            </a:r>
            <a:endParaRPr sz="2200"/>
          </a:p>
        </p:txBody>
      </p:sp>
      <p:sp>
        <p:nvSpPr>
          <p:cNvPr id="287" name="Google Shape;287;p55"/>
          <p:cNvSpPr/>
          <p:nvPr/>
        </p:nvSpPr>
        <p:spPr>
          <a:xfrm>
            <a:off x="5326610" y="4364033"/>
            <a:ext cx="165300" cy="1653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55"/>
          <p:cNvSpPr/>
          <p:nvPr/>
        </p:nvSpPr>
        <p:spPr>
          <a:xfrm>
            <a:off x="5491860" y="4487052"/>
            <a:ext cx="110100" cy="1101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55"/>
          <p:cNvSpPr txBox="1"/>
          <p:nvPr/>
        </p:nvSpPr>
        <p:spPr>
          <a:xfrm>
            <a:off x="897418" y="3333064"/>
            <a:ext cx="8154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ja" sz="1100">
                <a:solidFill>
                  <a:schemeClr val="lt1"/>
                </a:solidFill>
                <a:latin typeface="Zen Kaku Gothic New"/>
                <a:ea typeface="Zen Kaku Gothic New"/>
                <a:cs typeface="Zen Kaku Gothic New"/>
                <a:sym typeface="Zen Kaku Gothic New"/>
              </a:rPr>
              <a:t>データ化</a:t>
            </a:r>
            <a:endParaRPr b="1" sz="1100">
              <a:solidFill>
                <a:schemeClr val="lt1"/>
              </a:solidFill>
              <a:latin typeface="Zen Kaku Gothic New"/>
              <a:ea typeface="Zen Kaku Gothic New"/>
              <a:cs typeface="Zen Kaku Gothic New"/>
              <a:sym typeface="Zen Kaku Gothic New"/>
            </a:endParaRPr>
          </a:p>
        </p:txBody>
      </p:sp>
      <p:sp>
        <p:nvSpPr>
          <p:cNvPr id="290" name="Google Shape;290;p55"/>
          <p:cNvSpPr txBox="1"/>
          <p:nvPr/>
        </p:nvSpPr>
        <p:spPr>
          <a:xfrm>
            <a:off x="1753213" y="2788475"/>
            <a:ext cx="1089300" cy="523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ja" sz="1100">
                <a:solidFill>
                  <a:schemeClr val="lt1"/>
                </a:solidFill>
                <a:latin typeface="Zen Kaku Gothic New"/>
                <a:ea typeface="Zen Kaku Gothic New"/>
                <a:cs typeface="Zen Kaku Gothic New"/>
                <a:sym typeface="Zen Kaku Gothic New"/>
              </a:rPr>
              <a:t>意思決定</a:t>
            </a:r>
            <a:endParaRPr b="1" sz="1100">
              <a:solidFill>
                <a:schemeClr val="lt1"/>
              </a:solidFill>
              <a:latin typeface="Zen Kaku Gothic New"/>
              <a:ea typeface="Zen Kaku Gothic New"/>
              <a:cs typeface="Zen Kaku Gothic New"/>
              <a:sym typeface="Zen Kaku Gothic New"/>
            </a:endParaRPr>
          </a:p>
          <a:p>
            <a:pPr indent="0" lvl="0" marL="0" rtl="0" algn="ctr">
              <a:spcBef>
                <a:spcPts val="0"/>
              </a:spcBef>
              <a:spcAft>
                <a:spcPts val="0"/>
              </a:spcAft>
              <a:buNone/>
            </a:pPr>
            <a:r>
              <a:rPr b="1" lang="ja" sz="1100">
                <a:solidFill>
                  <a:schemeClr val="lt1"/>
                </a:solidFill>
                <a:latin typeface="Zen Kaku Gothic New"/>
                <a:ea typeface="Zen Kaku Gothic New"/>
                <a:cs typeface="Zen Kaku Gothic New"/>
                <a:sym typeface="Zen Kaku Gothic New"/>
              </a:rPr>
              <a:t>の高度化</a:t>
            </a:r>
            <a:endParaRPr b="1" sz="1100">
              <a:solidFill>
                <a:schemeClr val="lt1"/>
              </a:solidFill>
              <a:latin typeface="Zen Kaku Gothic New"/>
              <a:ea typeface="Zen Kaku Gothic New"/>
              <a:cs typeface="Zen Kaku Gothic New"/>
              <a:sym typeface="Zen Kaku Gothic New"/>
            </a:endParaRPr>
          </a:p>
        </p:txBody>
      </p:sp>
      <p:sp>
        <p:nvSpPr>
          <p:cNvPr id="291" name="Google Shape;291;p55"/>
          <p:cNvSpPr txBox="1"/>
          <p:nvPr/>
        </p:nvSpPr>
        <p:spPr>
          <a:xfrm>
            <a:off x="2908249" y="3170351"/>
            <a:ext cx="815400" cy="692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Clr>
                <a:schemeClr val="dk1"/>
              </a:buClr>
              <a:buSzPts val="1100"/>
              <a:buFont typeface="Arial"/>
              <a:buNone/>
            </a:pPr>
            <a:r>
              <a:rPr b="1" lang="ja" sz="1100">
                <a:solidFill>
                  <a:schemeClr val="lt1"/>
                </a:solidFill>
                <a:latin typeface="Zen Kaku Gothic New"/>
                <a:ea typeface="Zen Kaku Gothic New"/>
                <a:cs typeface="Zen Kaku Gothic New"/>
                <a:sym typeface="Zen Kaku Gothic New"/>
              </a:rPr>
              <a:t>業務の</a:t>
            </a:r>
            <a:endParaRPr b="1" sz="1100">
              <a:solidFill>
                <a:schemeClr val="lt1"/>
              </a:solidFill>
              <a:latin typeface="Zen Kaku Gothic New"/>
              <a:ea typeface="Zen Kaku Gothic New"/>
              <a:cs typeface="Zen Kaku Gothic New"/>
              <a:sym typeface="Zen Kaku Gothic New"/>
            </a:endParaRPr>
          </a:p>
          <a:p>
            <a:pPr indent="0" lvl="0" marL="0" rtl="0" algn="ctr">
              <a:spcBef>
                <a:spcPts val="0"/>
              </a:spcBef>
              <a:spcAft>
                <a:spcPts val="0"/>
              </a:spcAft>
              <a:buNone/>
            </a:pPr>
            <a:r>
              <a:rPr b="1" lang="ja" sz="1100">
                <a:solidFill>
                  <a:schemeClr val="lt1"/>
                </a:solidFill>
                <a:latin typeface="Zen Kaku Gothic New"/>
                <a:ea typeface="Zen Kaku Gothic New"/>
                <a:cs typeface="Zen Kaku Gothic New"/>
                <a:sym typeface="Zen Kaku Gothic New"/>
              </a:rPr>
              <a:t>定型化/効率化</a:t>
            </a:r>
            <a:endParaRPr b="1" sz="1100">
              <a:solidFill>
                <a:schemeClr val="lt1"/>
              </a:solidFill>
              <a:latin typeface="Zen Kaku Gothic New"/>
              <a:ea typeface="Zen Kaku Gothic New"/>
              <a:cs typeface="Zen Kaku Gothic New"/>
              <a:sym typeface="Zen Kaku Gothic New"/>
            </a:endParaRPr>
          </a:p>
        </p:txBody>
      </p:sp>
      <p:grpSp>
        <p:nvGrpSpPr>
          <p:cNvPr id="292" name="Google Shape;292;p55"/>
          <p:cNvGrpSpPr/>
          <p:nvPr/>
        </p:nvGrpSpPr>
        <p:grpSpPr>
          <a:xfrm>
            <a:off x="1590362" y="3617475"/>
            <a:ext cx="1414622" cy="1137848"/>
            <a:chOff x="3497100" y="3793625"/>
            <a:chExt cx="1268605" cy="1020400"/>
          </a:xfrm>
        </p:grpSpPr>
        <p:pic>
          <p:nvPicPr>
            <p:cNvPr id="293" name="Google Shape;293;p55"/>
            <p:cNvPicPr preferRelativeResize="0"/>
            <p:nvPr/>
          </p:nvPicPr>
          <p:blipFill>
            <a:blip r:embed="rId5">
              <a:alphaModFix/>
            </a:blip>
            <a:stretch>
              <a:fillRect/>
            </a:stretch>
          </p:blipFill>
          <p:spPr>
            <a:xfrm>
              <a:off x="3497100" y="3793625"/>
              <a:ext cx="1268605" cy="1020400"/>
            </a:xfrm>
            <a:prstGeom prst="rect">
              <a:avLst/>
            </a:prstGeom>
            <a:noFill/>
            <a:ln>
              <a:noFill/>
            </a:ln>
          </p:spPr>
        </p:pic>
        <p:pic>
          <p:nvPicPr>
            <p:cNvPr id="294" name="Google Shape;294;p55"/>
            <p:cNvPicPr preferRelativeResize="0"/>
            <p:nvPr/>
          </p:nvPicPr>
          <p:blipFill>
            <a:blip r:embed="rId6">
              <a:alphaModFix/>
            </a:blip>
            <a:stretch>
              <a:fillRect/>
            </a:stretch>
          </p:blipFill>
          <p:spPr>
            <a:xfrm>
              <a:off x="3567013" y="3854050"/>
              <a:ext cx="1128774" cy="637150"/>
            </a:xfrm>
            <a:prstGeom prst="rect">
              <a:avLst/>
            </a:prstGeom>
            <a:noFill/>
            <a:ln>
              <a:noFill/>
            </a:ln>
          </p:spPr>
        </p:pic>
      </p:grpSp>
      <p:pic>
        <p:nvPicPr>
          <p:cNvPr id="295" name="Google Shape;295;p55"/>
          <p:cNvPicPr preferRelativeResize="0"/>
          <p:nvPr/>
        </p:nvPicPr>
        <p:blipFill>
          <a:blip r:embed="rId7">
            <a:alphaModFix/>
          </a:blip>
          <a:stretch>
            <a:fillRect/>
          </a:stretch>
        </p:blipFill>
        <p:spPr>
          <a:xfrm>
            <a:off x="7194069" y="2619131"/>
            <a:ext cx="1085560" cy="739987"/>
          </a:xfrm>
          <a:prstGeom prst="rect">
            <a:avLst/>
          </a:prstGeom>
          <a:noFill/>
          <a:ln>
            <a:noFill/>
          </a:ln>
        </p:spPr>
      </p:pic>
      <p:pic>
        <p:nvPicPr>
          <p:cNvPr id="296" name="Google Shape;296;p55"/>
          <p:cNvPicPr preferRelativeResize="0"/>
          <p:nvPr/>
        </p:nvPicPr>
        <p:blipFill>
          <a:blip r:embed="rId7">
            <a:alphaModFix/>
          </a:blip>
          <a:stretch>
            <a:fillRect/>
          </a:stretch>
        </p:blipFill>
        <p:spPr>
          <a:xfrm flipH="1">
            <a:off x="5004117" y="2804930"/>
            <a:ext cx="1085560" cy="739987"/>
          </a:xfrm>
          <a:prstGeom prst="rect">
            <a:avLst/>
          </a:prstGeom>
          <a:noFill/>
          <a:ln>
            <a:noFill/>
          </a:ln>
        </p:spPr>
      </p:pic>
      <p:sp>
        <p:nvSpPr>
          <p:cNvPr id="297" name="Google Shape;297;p55"/>
          <p:cNvSpPr txBox="1"/>
          <p:nvPr/>
        </p:nvSpPr>
        <p:spPr>
          <a:xfrm>
            <a:off x="7329140" y="2736727"/>
            <a:ext cx="8154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ja" sz="1100">
                <a:solidFill>
                  <a:schemeClr val="dk1"/>
                </a:solidFill>
                <a:latin typeface="Zen Kaku Gothic New"/>
                <a:ea typeface="Zen Kaku Gothic New"/>
                <a:cs typeface="Zen Kaku Gothic New"/>
                <a:sym typeface="Zen Kaku Gothic New"/>
              </a:rPr>
              <a:t>病院経営</a:t>
            </a:r>
            <a:endParaRPr b="1" sz="1100">
              <a:solidFill>
                <a:schemeClr val="dk1"/>
              </a:solidFill>
              <a:latin typeface="Zen Kaku Gothic New"/>
              <a:ea typeface="Zen Kaku Gothic New"/>
              <a:cs typeface="Zen Kaku Gothic New"/>
              <a:sym typeface="Zen Kaku Gothic New"/>
            </a:endParaRPr>
          </a:p>
        </p:txBody>
      </p:sp>
      <p:sp>
        <p:nvSpPr>
          <p:cNvPr id="298" name="Google Shape;298;p55"/>
          <p:cNvSpPr txBox="1"/>
          <p:nvPr/>
        </p:nvSpPr>
        <p:spPr>
          <a:xfrm>
            <a:off x="5071645" y="2944913"/>
            <a:ext cx="9504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ja" sz="1100">
                <a:solidFill>
                  <a:schemeClr val="dk1"/>
                </a:solidFill>
                <a:latin typeface="Zen Kaku Gothic New"/>
                <a:ea typeface="Zen Kaku Gothic New"/>
                <a:cs typeface="Zen Kaku Gothic New"/>
                <a:sym typeface="Zen Kaku Gothic New"/>
              </a:rPr>
              <a:t>働き方改革</a:t>
            </a:r>
            <a:endParaRPr b="1" sz="1100">
              <a:solidFill>
                <a:schemeClr val="dk1"/>
              </a:solidFill>
              <a:latin typeface="Zen Kaku Gothic New"/>
              <a:ea typeface="Zen Kaku Gothic New"/>
              <a:cs typeface="Zen Kaku Gothic New"/>
              <a:sym typeface="Zen Kaku Gothic New"/>
            </a:endParaRPr>
          </a:p>
        </p:txBody>
      </p:sp>
      <p:cxnSp>
        <p:nvCxnSpPr>
          <p:cNvPr id="299" name="Google Shape;299;p55"/>
          <p:cNvCxnSpPr/>
          <p:nvPr/>
        </p:nvCxnSpPr>
        <p:spPr>
          <a:xfrm>
            <a:off x="3054125" y="1665450"/>
            <a:ext cx="2821800" cy="0"/>
          </a:xfrm>
          <a:prstGeom prst="straightConnector1">
            <a:avLst/>
          </a:prstGeom>
          <a:noFill/>
          <a:ln cap="flat" cmpd="sng" w="28575">
            <a:solidFill>
              <a:schemeClr val="dk1"/>
            </a:solidFill>
            <a:prstDash val="solid"/>
            <a:round/>
            <a:headEnd len="med" w="med" type="none"/>
            <a:tailEnd len="med" w="med" type="none"/>
          </a:ln>
        </p:spPr>
      </p:cxnSp>
      <p:sp>
        <p:nvSpPr>
          <p:cNvPr id="300" name="Google Shape;300;p55"/>
          <p:cNvSpPr txBox="1"/>
          <p:nvPr>
            <p:ph idx="12" type="sldNum"/>
          </p:nvPr>
        </p:nvSpPr>
        <p:spPr>
          <a:xfrm>
            <a:off x="8763484" y="4749901"/>
            <a:ext cx="5487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fld id="{00000000-1234-1234-1234-123412341234}" type="slidenum">
              <a:rPr lang="ja"/>
              <a:t>‹#›</a:t>
            </a:fld>
            <a:endParaRPr/>
          </a:p>
        </p:txBody>
      </p:sp>
      <p:sp>
        <p:nvSpPr>
          <p:cNvPr id="301" name="Google Shape;301;p55"/>
          <p:cNvSpPr txBox="1"/>
          <p:nvPr/>
        </p:nvSpPr>
        <p:spPr>
          <a:xfrm>
            <a:off x="568200" y="1353570"/>
            <a:ext cx="8007600" cy="183300"/>
          </a:xfrm>
          <a:prstGeom prst="rect">
            <a:avLst/>
          </a:prstGeom>
          <a:noFill/>
          <a:ln>
            <a:noFill/>
          </a:ln>
        </p:spPr>
        <p:txBody>
          <a:bodyPr anchorCtr="0" anchor="t" bIns="19050" lIns="19050" spcFirstLastPara="1" rIns="19050" wrap="square" tIns="19050">
            <a:noAutofit/>
          </a:bodyPr>
          <a:lstStyle/>
          <a:p>
            <a:pPr indent="0" lvl="0" marL="0" rtl="0" algn="ctr">
              <a:lnSpc>
                <a:spcPct val="150000"/>
              </a:lnSpc>
              <a:spcBef>
                <a:spcPts val="0"/>
              </a:spcBef>
              <a:spcAft>
                <a:spcPts val="0"/>
              </a:spcAft>
              <a:buClr>
                <a:srgbClr val="000000"/>
              </a:buClr>
              <a:buSzPts val="1100"/>
              <a:buFont typeface="Arial"/>
              <a:buNone/>
            </a:pPr>
            <a:r>
              <a:rPr b="1" lang="ja">
                <a:solidFill>
                  <a:srgbClr val="000000"/>
                </a:solidFill>
                <a:latin typeface="Zen Kaku Gothic New"/>
                <a:ea typeface="Zen Kaku Gothic New"/>
                <a:cs typeface="Zen Kaku Gothic New"/>
                <a:sym typeface="Zen Kaku Gothic New"/>
              </a:rPr>
              <a:t>ひいては </a:t>
            </a:r>
            <a:r>
              <a:rPr b="1" lang="ja" sz="1700">
                <a:solidFill>
                  <a:srgbClr val="000000"/>
                </a:solidFill>
                <a:latin typeface="Zen Kaku Gothic New"/>
                <a:ea typeface="Zen Kaku Gothic New"/>
                <a:cs typeface="Zen Kaku Gothic New"/>
                <a:sym typeface="Zen Kaku Gothic New"/>
              </a:rPr>
              <a:t>持続可能で質の高い地域医療</a:t>
            </a:r>
            <a:r>
              <a:rPr b="1" lang="ja" sz="1700">
                <a:latin typeface="Zen Kaku Gothic New"/>
                <a:ea typeface="Zen Kaku Gothic New"/>
                <a:cs typeface="Zen Kaku Gothic New"/>
                <a:sym typeface="Zen Kaku Gothic New"/>
              </a:rPr>
              <a:t> </a:t>
            </a:r>
            <a:r>
              <a:rPr b="1" lang="ja">
                <a:latin typeface="Zen Kaku Gothic New"/>
                <a:ea typeface="Zen Kaku Gothic New"/>
                <a:cs typeface="Zen Kaku Gothic New"/>
                <a:sym typeface="Zen Kaku Gothic New"/>
              </a:rPr>
              <a:t>に貢献する</a:t>
            </a:r>
            <a:endParaRPr b="1" sz="1300">
              <a:solidFill>
                <a:srgbClr val="000000"/>
              </a:solidFill>
              <a:latin typeface="Zen Kaku Gothic New"/>
              <a:ea typeface="Zen Kaku Gothic New"/>
              <a:cs typeface="Zen Kaku Gothic New"/>
              <a:sym typeface="Zen Kaku Gothic New"/>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56"/>
          <p:cNvSpPr/>
          <p:nvPr/>
        </p:nvSpPr>
        <p:spPr>
          <a:xfrm>
            <a:off x="305698" y="147225"/>
            <a:ext cx="8581200" cy="301500"/>
          </a:xfrm>
          <a:prstGeom prst="rect">
            <a:avLst/>
          </a:prstGeom>
          <a:noFill/>
          <a:ln>
            <a:noFill/>
          </a:ln>
        </p:spPr>
        <p:txBody>
          <a:bodyPr anchorCtr="0" anchor="ctr" bIns="0" lIns="0" spcFirstLastPara="1" rIns="0" wrap="square" tIns="0">
            <a:noAutofit/>
          </a:bodyPr>
          <a:lstStyle/>
          <a:p>
            <a:pPr indent="0" lvl="0" marL="0" rtl="0" algn="l">
              <a:lnSpc>
                <a:spcPct val="150000"/>
              </a:lnSpc>
              <a:spcBef>
                <a:spcPts val="0"/>
              </a:spcBef>
              <a:spcAft>
                <a:spcPts val="0"/>
              </a:spcAft>
              <a:buClr>
                <a:schemeClr val="dk1"/>
              </a:buClr>
              <a:buFont typeface="Arial"/>
              <a:buNone/>
            </a:pPr>
            <a:r>
              <a:rPr b="1" lang="ja" sz="1500">
                <a:solidFill>
                  <a:schemeClr val="dk1"/>
                </a:solidFill>
                <a:latin typeface="Zen Kaku Gothic New"/>
                <a:ea typeface="Zen Kaku Gothic New"/>
                <a:cs typeface="Zen Kaku Gothic New"/>
                <a:sym typeface="Zen Kaku Gothic New"/>
              </a:rPr>
              <a:t>医療施設最適配置・機能分化・地域連携とは</a:t>
            </a:r>
            <a:endParaRPr b="1" sz="1500">
              <a:solidFill>
                <a:schemeClr val="dk1"/>
              </a:solidFill>
              <a:latin typeface="Zen Kaku Gothic New"/>
              <a:ea typeface="Zen Kaku Gothic New"/>
              <a:cs typeface="Zen Kaku Gothic New"/>
              <a:sym typeface="Zen Kaku Gothic New"/>
            </a:endParaRPr>
          </a:p>
        </p:txBody>
      </p:sp>
      <p:sp>
        <p:nvSpPr>
          <p:cNvPr id="307" name="Google Shape;307;p56"/>
          <p:cNvSpPr txBox="1"/>
          <p:nvPr/>
        </p:nvSpPr>
        <p:spPr>
          <a:xfrm>
            <a:off x="3081054" y="2060388"/>
            <a:ext cx="29583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ja" sz="900" u="sng">
                <a:latin typeface="Zen Kaku Gothic New"/>
                <a:ea typeface="Zen Kaku Gothic New"/>
                <a:cs typeface="Zen Kaku Gothic New"/>
                <a:sym typeface="Zen Kaku Gothic New"/>
              </a:rPr>
              <a:t>機能分化・連携が目指す状態</a:t>
            </a:r>
            <a:endParaRPr b="1" sz="900" u="sng">
              <a:latin typeface="Zen Kaku Gothic New"/>
              <a:ea typeface="Zen Kaku Gothic New"/>
              <a:cs typeface="Zen Kaku Gothic New"/>
              <a:sym typeface="Zen Kaku Gothic New"/>
            </a:endParaRPr>
          </a:p>
          <a:p>
            <a:pPr indent="0" lvl="0" marL="0" rtl="0" algn="ctr">
              <a:spcBef>
                <a:spcPts val="0"/>
              </a:spcBef>
              <a:spcAft>
                <a:spcPts val="0"/>
              </a:spcAft>
              <a:buNone/>
            </a:pPr>
            <a:r>
              <a:rPr lang="ja" sz="900">
                <a:latin typeface="Zen Kaku Gothic New"/>
                <a:ea typeface="Zen Kaku Gothic New"/>
                <a:cs typeface="Zen Kaku Gothic New"/>
                <a:sym typeface="Zen Kaku Gothic New"/>
              </a:rPr>
              <a:t>左: 医療システム全体　右:病院内の業務</a:t>
            </a:r>
            <a:endParaRPr sz="900">
              <a:latin typeface="Zen Kaku Gothic New"/>
              <a:ea typeface="Zen Kaku Gothic New"/>
              <a:cs typeface="Zen Kaku Gothic New"/>
              <a:sym typeface="Zen Kaku Gothic New"/>
            </a:endParaRPr>
          </a:p>
        </p:txBody>
      </p:sp>
      <p:sp>
        <p:nvSpPr>
          <p:cNvPr id="308" name="Google Shape;308;p56"/>
          <p:cNvSpPr txBox="1"/>
          <p:nvPr/>
        </p:nvSpPr>
        <p:spPr>
          <a:xfrm>
            <a:off x="115913" y="4421000"/>
            <a:ext cx="17784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800">
                <a:latin typeface="Zen Kaku Gothic New"/>
                <a:ea typeface="Zen Kaku Gothic New"/>
                <a:cs typeface="Zen Kaku Gothic New"/>
                <a:sym typeface="Zen Kaku Gothic New"/>
              </a:rPr>
              <a:t>1 患者がクリニックを受診</a:t>
            </a:r>
            <a:endParaRPr sz="800">
              <a:latin typeface="Zen Kaku Gothic New"/>
              <a:ea typeface="Zen Kaku Gothic New"/>
              <a:cs typeface="Zen Kaku Gothic New"/>
              <a:sym typeface="Zen Kaku Gothic New"/>
            </a:endParaRPr>
          </a:p>
        </p:txBody>
      </p:sp>
      <p:sp>
        <p:nvSpPr>
          <p:cNvPr id="309" name="Google Shape;309;p56"/>
          <p:cNvSpPr txBox="1"/>
          <p:nvPr/>
        </p:nvSpPr>
        <p:spPr>
          <a:xfrm>
            <a:off x="115913" y="2857438"/>
            <a:ext cx="14175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800">
                <a:latin typeface="Zen Kaku Gothic New"/>
                <a:ea typeface="Zen Kaku Gothic New"/>
                <a:cs typeface="Zen Kaku Gothic New"/>
                <a:sym typeface="Zen Kaku Gothic New"/>
              </a:rPr>
              <a:t>3 高度医療が必要な患者は</a:t>
            </a:r>
            <a:endParaRPr sz="800">
              <a:latin typeface="Zen Kaku Gothic New"/>
              <a:ea typeface="Zen Kaku Gothic New"/>
              <a:cs typeface="Zen Kaku Gothic New"/>
              <a:sym typeface="Zen Kaku Gothic New"/>
            </a:endParaRPr>
          </a:p>
          <a:p>
            <a:pPr indent="0" lvl="0" marL="0" rtl="0" algn="l">
              <a:spcBef>
                <a:spcPts val="0"/>
              </a:spcBef>
              <a:spcAft>
                <a:spcPts val="0"/>
              </a:spcAft>
              <a:buNone/>
            </a:pPr>
            <a:r>
              <a:rPr lang="ja" sz="800">
                <a:latin typeface="Zen Kaku Gothic New"/>
                <a:ea typeface="Zen Kaku Gothic New"/>
                <a:cs typeface="Zen Kaku Gothic New"/>
                <a:sym typeface="Zen Kaku Gothic New"/>
              </a:rPr>
              <a:t>　地域の基幹病院へ</a:t>
            </a:r>
            <a:endParaRPr sz="800">
              <a:latin typeface="Zen Kaku Gothic New"/>
              <a:ea typeface="Zen Kaku Gothic New"/>
              <a:cs typeface="Zen Kaku Gothic New"/>
              <a:sym typeface="Zen Kaku Gothic New"/>
            </a:endParaRPr>
          </a:p>
        </p:txBody>
      </p:sp>
      <p:sp>
        <p:nvSpPr>
          <p:cNvPr id="310" name="Google Shape;310;p56"/>
          <p:cNvSpPr txBox="1"/>
          <p:nvPr/>
        </p:nvSpPr>
        <p:spPr>
          <a:xfrm>
            <a:off x="289488" y="729025"/>
            <a:ext cx="8581200" cy="719100"/>
          </a:xfrm>
          <a:prstGeom prst="rect">
            <a:avLst/>
          </a:prstGeom>
          <a:noFill/>
          <a:ln>
            <a:noFill/>
          </a:ln>
        </p:spPr>
        <p:txBody>
          <a:bodyPr anchorCtr="0" anchor="t" bIns="19050" lIns="19050" spcFirstLastPara="1" rIns="19050" wrap="square" tIns="19050">
            <a:noAutofit/>
          </a:bodyPr>
          <a:lstStyle/>
          <a:p>
            <a:pPr indent="0" lvl="0" marL="0" rtl="0" algn="l">
              <a:lnSpc>
                <a:spcPct val="150000"/>
              </a:lnSpc>
              <a:spcBef>
                <a:spcPts val="0"/>
              </a:spcBef>
              <a:spcAft>
                <a:spcPts val="0"/>
              </a:spcAft>
              <a:buNone/>
            </a:pPr>
            <a:r>
              <a:rPr b="1" lang="ja" sz="1300">
                <a:solidFill>
                  <a:schemeClr val="dk1"/>
                </a:solidFill>
                <a:latin typeface="Zen Kaku Gothic New"/>
                <a:ea typeface="Zen Kaku Gothic New"/>
                <a:cs typeface="Zen Kaku Gothic New"/>
                <a:sym typeface="Zen Kaku Gothic New"/>
              </a:rPr>
              <a:t>普段の健康管理はクリニック、専門的な検査や入院は(紹介により)病院、リハビリは専門病院、在宅利用はクリニック、と患者の状況に応じて、最適な医療機関にかかること</a:t>
            </a:r>
            <a:endParaRPr b="1" sz="1300">
              <a:solidFill>
                <a:schemeClr val="dk1"/>
              </a:solidFill>
              <a:latin typeface="Zen Kaku Gothic New"/>
              <a:ea typeface="Zen Kaku Gothic New"/>
              <a:cs typeface="Zen Kaku Gothic New"/>
              <a:sym typeface="Zen Kaku Gothic New"/>
            </a:endParaRPr>
          </a:p>
          <a:p>
            <a:pPr indent="-311150" lvl="0" marL="457200" rtl="0" algn="l">
              <a:lnSpc>
                <a:spcPct val="150000"/>
              </a:lnSpc>
              <a:spcBef>
                <a:spcPts val="0"/>
              </a:spcBef>
              <a:spcAft>
                <a:spcPts val="0"/>
              </a:spcAft>
              <a:buClr>
                <a:schemeClr val="dk1"/>
              </a:buClr>
              <a:buSzPts val="1300"/>
              <a:buFont typeface="Zen Kaku Gothic New"/>
              <a:buChar char="●"/>
            </a:pPr>
            <a:r>
              <a:rPr lang="ja" sz="1300">
                <a:solidFill>
                  <a:schemeClr val="dk1"/>
                </a:solidFill>
                <a:latin typeface="Zen Kaku Gothic New"/>
                <a:ea typeface="Zen Kaku Gothic New"/>
                <a:cs typeface="Zen Kaku Gothic New"/>
                <a:sym typeface="Zen Kaku Gothic New"/>
              </a:rPr>
              <a:t>病院の内部の視点では、広義のPatient Flow Management (PFM) と呼ばれる</a:t>
            </a:r>
            <a:endParaRPr sz="1300">
              <a:solidFill>
                <a:schemeClr val="dk1"/>
              </a:solidFill>
              <a:latin typeface="Zen Kaku Gothic New"/>
              <a:ea typeface="Zen Kaku Gothic New"/>
              <a:cs typeface="Zen Kaku Gothic New"/>
              <a:sym typeface="Zen Kaku Gothic New"/>
            </a:endParaRPr>
          </a:p>
          <a:p>
            <a:pPr indent="-311150" lvl="0" marL="457200" rtl="0" algn="l">
              <a:lnSpc>
                <a:spcPct val="150000"/>
              </a:lnSpc>
              <a:spcBef>
                <a:spcPts val="0"/>
              </a:spcBef>
              <a:spcAft>
                <a:spcPts val="0"/>
              </a:spcAft>
              <a:buClr>
                <a:schemeClr val="dk1"/>
              </a:buClr>
              <a:buSzPts val="1300"/>
              <a:buFont typeface="Zen Kaku Gothic New"/>
              <a:buChar char="●"/>
            </a:pPr>
            <a:r>
              <a:rPr lang="ja" sz="1300">
                <a:solidFill>
                  <a:schemeClr val="dk1"/>
                </a:solidFill>
                <a:latin typeface="Zen Kaku Gothic New"/>
                <a:ea typeface="Zen Kaku Gothic New"/>
                <a:cs typeface="Zen Kaku Gothic New"/>
                <a:sym typeface="Zen Kaku Gothic New"/>
              </a:rPr>
              <a:t>「働き方改革」と「病院の経営改善」を実現するうえで、最も大きな課題</a:t>
            </a:r>
            <a:endParaRPr sz="1300">
              <a:solidFill>
                <a:schemeClr val="dk1"/>
              </a:solidFill>
              <a:latin typeface="Zen Kaku Gothic New"/>
              <a:ea typeface="Zen Kaku Gothic New"/>
              <a:cs typeface="Zen Kaku Gothic New"/>
              <a:sym typeface="Zen Kaku Gothic New"/>
            </a:endParaRPr>
          </a:p>
        </p:txBody>
      </p:sp>
      <p:sp>
        <p:nvSpPr>
          <p:cNvPr id="311" name="Google Shape;311;p56"/>
          <p:cNvSpPr txBox="1"/>
          <p:nvPr/>
        </p:nvSpPr>
        <p:spPr>
          <a:xfrm>
            <a:off x="115913" y="3700400"/>
            <a:ext cx="14937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800">
                <a:latin typeface="Zen Kaku Gothic New"/>
                <a:ea typeface="Zen Kaku Gothic New"/>
                <a:cs typeface="Zen Kaku Gothic New"/>
                <a:sym typeface="Zen Kaku Gothic New"/>
              </a:rPr>
              <a:t>2 患者の必要性に応じて紹介</a:t>
            </a:r>
            <a:endParaRPr sz="800">
              <a:latin typeface="Zen Kaku Gothic New"/>
              <a:ea typeface="Zen Kaku Gothic New"/>
              <a:cs typeface="Zen Kaku Gothic New"/>
              <a:sym typeface="Zen Kaku Gothic New"/>
            </a:endParaRPr>
          </a:p>
        </p:txBody>
      </p:sp>
      <p:grpSp>
        <p:nvGrpSpPr>
          <p:cNvPr id="312" name="Google Shape;312;p56"/>
          <p:cNvGrpSpPr/>
          <p:nvPr/>
        </p:nvGrpSpPr>
        <p:grpSpPr>
          <a:xfrm>
            <a:off x="1786637" y="2724053"/>
            <a:ext cx="307046" cy="557714"/>
            <a:chOff x="3850975" y="1570325"/>
            <a:chExt cx="425625" cy="773100"/>
          </a:xfrm>
        </p:grpSpPr>
        <p:pic>
          <p:nvPicPr>
            <p:cNvPr id="313" name="Google Shape;313;p56"/>
            <p:cNvPicPr preferRelativeResize="0"/>
            <p:nvPr/>
          </p:nvPicPr>
          <p:blipFill>
            <a:blip r:embed="rId3">
              <a:alphaModFix/>
            </a:blip>
            <a:stretch>
              <a:fillRect/>
            </a:stretch>
          </p:blipFill>
          <p:spPr>
            <a:xfrm>
              <a:off x="3850975" y="1586750"/>
              <a:ext cx="425625" cy="756675"/>
            </a:xfrm>
            <a:prstGeom prst="rect">
              <a:avLst/>
            </a:prstGeom>
            <a:noFill/>
            <a:ln>
              <a:noFill/>
            </a:ln>
          </p:spPr>
        </p:pic>
        <p:pic>
          <p:nvPicPr>
            <p:cNvPr id="314" name="Google Shape;314;p56"/>
            <p:cNvPicPr preferRelativeResize="0"/>
            <p:nvPr/>
          </p:nvPicPr>
          <p:blipFill>
            <a:blip r:embed="rId4">
              <a:alphaModFix/>
            </a:blip>
            <a:stretch>
              <a:fillRect/>
            </a:stretch>
          </p:blipFill>
          <p:spPr>
            <a:xfrm>
              <a:off x="3935975" y="1570325"/>
              <a:ext cx="255625" cy="255625"/>
            </a:xfrm>
            <a:prstGeom prst="rect">
              <a:avLst/>
            </a:prstGeom>
            <a:noFill/>
            <a:ln>
              <a:noFill/>
            </a:ln>
          </p:spPr>
        </p:pic>
      </p:grpSp>
      <p:grpSp>
        <p:nvGrpSpPr>
          <p:cNvPr id="315" name="Google Shape;315;p56"/>
          <p:cNvGrpSpPr/>
          <p:nvPr/>
        </p:nvGrpSpPr>
        <p:grpSpPr>
          <a:xfrm>
            <a:off x="2407355" y="2989410"/>
            <a:ext cx="158971" cy="288753"/>
            <a:chOff x="3850975" y="1570325"/>
            <a:chExt cx="425625" cy="773100"/>
          </a:xfrm>
        </p:grpSpPr>
        <p:pic>
          <p:nvPicPr>
            <p:cNvPr id="316" name="Google Shape;316;p56"/>
            <p:cNvPicPr preferRelativeResize="0"/>
            <p:nvPr/>
          </p:nvPicPr>
          <p:blipFill>
            <a:blip r:embed="rId3">
              <a:alphaModFix/>
            </a:blip>
            <a:stretch>
              <a:fillRect/>
            </a:stretch>
          </p:blipFill>
          <p:spPr>
            <a:xfrm>
              <a:off x="3850975" y="1586750"/>
              <a:ext cx="425625" cy="756675"/>
            </a:xfrm>
            <a:prstGeom prst="rect">
              <a:avLst/>
            </a:prstGeom>
            <a:noFill/>
            <a:ln>
              <a:noFill/>
            </a:ln>
          </p:spPr>
        </p:pic>
        <p:pic>
          <p:nvPicPr>
            <p:cNvPr id="317" name="Google Shape;317;p56"/>
            <p:cNvPicPr preferRelativeResize="0"/>
            <p:nvPr/>
          </p:nvPicPr>
          <p:blipFill>
            <a:blip r:embed="rId4">
              <a:alphaModFix/>
            </a:blip>
            <a:stretch>
              <a:fillRect/>
            </a:stretch>
          </p:blipFill>
          <p:spPr>
            <a:xfrm>
              <a:off x="3935975" y="1570325"/>
              <a:ext cx="255625" cy="255625"/>
            </a:xfrm>
            <a:prstGeom prst="rect">
              <a:avLst/>
            </a:prstGeom>
            <a:noFill/>
            <a:ln>
              <a:noFill/>
            </a:ln>
          </p:spPr>
        </p:pic>
      </p:grpSp>
      <p:pic>
        <p:nvPicPr>
          <p:cNvPr id="318" name="Google Shape;318;p56"/>
          <p:cNvPicPr preferRelativeResize="0"/>
          <p:nvPr/>
        </p:nvPicPr>
        <p:blipFill>
          <a:blip r:embed="rId5">
            <a:alphaModFix/>
          </a:blip>
          <a:stretch>
            <a:fillRect/>
          </a:stretch>
        </p:blipFill>
        <p:spPr>
          <a:xfrm>
            <a:off x="2336236" y="3855515"/>
            <a:ext cx="184406" cy="244338"/>
          </a:xfrm>
          <a:prstGeom prst="rect">
            <a:avLst/>
          </a:prstGeom>
          <a:noFill/>
          <a:ln>
            <a:noFill/>
          </a:ln>
        </p:spPr>
      </p:pic>
      <p:pic>
        <p:nvPicPr>
          <p:cNvPr id="319" name="Google Shape;319;p56"/>
          <p:cNvPicPr preferRelativeResize="0"/>
          <p:nvPr/>
        </p:nvPicPr>
        <p:blipFill>
          <a:blip r:embed="rId5">
            <a:alphaModFix/>
          </a:blip>
          <a:stretch>
            <a:fillRect/>
          </a:stretch>
        </p:blipFill>
        <p:spPr>
          <a:xfrm>
            <a:off x="2591997" y="3855515"/>
            <a:ext cx="184406" cy="244338"/>
          </a:xfrm>
          <a:prstGeom prst="rect">
            <a:avLst/>
          </a:prstGeom>
          <a:noFill/>
          <a:ln>
            <a:noFill/>
          </a:ln>
        </p:spPr>
      </p:pic>
      <p:grpSp>
        <p:nvGrpSpPr>
          <p:cNvPr id="320" name="Google Shape;320;p56"/>
          <p:cNvGrpSpPr/>
          <p:nvPr/>
        </p:nvGrpSpPr>
        <p:grpSpPr>
          <a:xfrm>
            <a:off x="2704197" y="2989410"/>
            <a:ext cx="158971" cy="288753"/>
            <a:chOff x="3850975" y="1570325"/>
            <a:chExt cx="425625" cy="773100"/>
          </a:xfrm>
        </p:grpSpPr>
        <p:pic>
          <p:nvPicPr>
            <p:cNvPr id="321" name="Google Shape;321;p56"/>
            <p:cNvPicPr preferRelativeResize="0"/>
            <p:nvPr/>
          </p:nvPicPr>
          <p:blipFill>
            <a:blip r:embed="rId3">
              <a:alphaModFix/>
            </a:blip>
            <a:stretch>
              <a:fillRect/>
            </a:stretch>
          </p:blipFill>
          <p:spPr>
            <a:xfrm>
              <a:off x="3850975" y="1586750"/>
              <a:ext cx="425625" cy="756675"/>
            </a:xfrm>
            <a:prstGeom prst="rect">
              <a:avLst/>
            </a:prstGeom>
            <a:noFill/>
            <a:ln>
              <a:noFill/>
            </a:ln>
          </p:spPr>
        </p:pic>
        <p:pic>
          <p:nvPicPr>
            <p:cNvPr id="322" name="Google Shape;322;p56"/>
            <p:cNvPicPr preferRelativeResize="0"/>
            <p:nvPr/>
          </p:nvPicPr>
          <p:blipFill>
            <a:blip r:embed="rId4">
              <a:alphaModFix/>
            </a:blip>
            <a:stretch>
              <a:fillRect/>
            </a:stretch>
          </p:blipFill>
          <p:spPr>
            <a:xfrm>
              <a:off x="3935975" y="1570325"/>
              <a:ext cx="255625" cy="255625"/>
            </a:xfrm>
            <a:prstGeom prst="rect">
              <a:avLst/>
            </a:prstGeom>
            <a:noFill/>
            <a:ln>
              <a:noFill/>
            </a:ln>
          </p:spPr>
        </p:pic>
      </p:grpSp>
      <p:pic>
        <p:nvPicPr>
          <p:cNvPr id="323" name="Google Shape;323;p56"/>
          <p:cNvPicPr preferRelativeResize="0"/>
          <p:nvPr/>
        </p:nvPicPr>
        <p:blipFill rotWithShape="1">
          <a:blip r:embed="rId6">
            <a:alphaModFix/>
          </a:blip>
          <a:srcRect b="23898" l="23521" r="20569" t="15799"/>
          <a:stretch/>
        </p:blipFill>
        <p:spPr>
          <a:xfrm>
            <a:off x="2206947" y="4507482"/>
            <a:ext cx="188069" cy="202845"/>
          </a:xfrm>
          <a:prstGeom prst="rect">
            <a:avLst/>
          </a:prstGeom>
          <a:noFill/>
          <a:ln>
            <a:noFill/>
          </a:ln>
        </p:spPr>
      </p:pic>
      <p:pic>
        <p:nvPicPr>
          <p:cNvPr id="324" name="Google Shape;324;p56"/>
          <p:cNvPicPr preferRelativeResize="0"/>
          <p:nvPr/>
        </p:nvPicPr>
        <p:blipFill rotWithShape="1">
          <a:blip r:embed="rId6">
            <a:alphaModFix/>
          </a:blip>
          <a:srcRect b="23898" l="23521" r="20569" t="15799"/>
          <a:stretch/>
        </p:blipFill>
        <p:spPr>
          <a:xfrm>
            <a:off x="2453353" y="4507482"/>
            <a:ext cx="188069" cy="202845"/>
          </a:xfrm>
          <a:prstGeom prst="rect">
            <a:avLst/>
          </a:prstGeom>
          <a:noFill/>
          <a:ln>
            <a:noFill/>
          </a:ln>
        </p:spPr>
      </p:pic>
      <p:pic>
        <p:nvPicPr>
          <p:cNvPr id="325" name="Google Shape;325;p56"/>
          <p:cNvPicPr preferRelativeResize="0"/>
          <p:nvPr/>
        </p:nvPicPr>
        <p:blipFill rotWithShape="1">
          <a:blip r:embed="rId6">
            <a:alphaModFix/>
          </a:blip>
          <a:srcRect b="23898" l="23521" r="20569" t="15799"/>
          <a:stretch/>
        </p:blipFill>
        <p:spPr>
          <a:xfrm>
            <a:off x="2699760" y="4507482"/>
            <a:ext cx="188069" cy="202845"/>
          </a:xfrm>
          <a:prstGeom prst="rect">
            <a:avLst/>
          </a:prstGeom>
          <a:noFill/>
          <a:ln>
            <a:noFill/>
          </a:ln>
        </p:spPr>
      </p:pic>
      <p:pic>
        <p:nvPicPr>
          <p:cNvPr id="326" name="Google Shape;326;p56"/>
          <p:cNvPicPr preferRelativeResize="0"/>
          <p:nvPr/>
        </p:nvPicPr>
        <p:blipFill rotWithShape="1">
          <a:blip r:embed="rId6">
            <a:alphaModFix/>
          </a:blip>
          <a:srcRect b="23898" l="23521" r="20569" t="15799"/>
          <a:stretch/>
        </p:blipFill>
        <p:spPr>
          <a:xfrm>
            <a:off x="1960540" y="4507482"/>
            <a:ext cx="188069" cy="202845"/>
          </a:xfrm>
          <a:prstGeom prst="rect">
            <a:avLst/>
          </a:prstGeom>
          <a:noFill/>
          <a:ln>
            <a:noFill/>
          </a:ln>
        </p:spPr>
      </p:pic>
      <p:pic>
        <p:nvPicPr>
          <p:cNvPr id="327" name="Google Shape;327;p56"/>
          <p:cNvPicPr preferRelativeResize="0"/>
          <p:nvPr/>
        </p:nvPicPr>
        <p:blipFill rotWithShape="1">
          <a:blip r:embed="rId6">
            <a:alphaModFix/>
          </a:blip>
          <a:srcRect b="23898" l="23521" r="20569" t="15799"/>
          <a:stretch/>
        </p:blipFill>
        <p:spPr>
          <a:xfrm>
            <a:off x="1714133" y="4507482"/>
            <a:ext cx="188069" cy="202845"/>
          </a:xfrm>
          <a:prstGeom prst="rect">
            <a:avLst/>
          </a:prstGeom>
          <a:noFill/>
          <a:ln>
            <a:noFill/>
          </a:ln>
        </p:spPr>
      </p:pic>
      <p:cxnSp>
        <p:nvCxnSpPr>
          <p:cNvPr id="328" name="Google Shape;328;p56"/>
          <p:cNvCxnSpPr/>
          <p:nvPr/>
        </p:nvCxnSpPr>
        <p:spPr>
          <a:xfrm rot="10800000">
            <a:off x="2400197" y="4099972"/>
            <a:ext cx="0" cy="407400"/>
          </a:xfrm>
          <a:prstGeom prst="straightConnector1">
            <a:avLst/>
          </a:prstGeom>
          <a:noFill/>
          <a:ln cap="flat" cmpd="sng" w="19050">
            <a:solidFill>
              <a:schemeClr val="accent4"/>
            </a:solidFill>
            <a:prstDash val="solid"/>
            <a:round/>
            <a:headEnd len="med" w="med" type="none"/>
            <a:tailEnd len="med" w="med" type="triangle"/>
          </a:ln>
        </p:spPr>
      </p:cxnSp>
      <p:cxnSp>
        <p:nvCxnSpPr>
          <p:cNvPr id="329" name="Google Shape;329;p56"/>
          <p:cNvCxnSpPr/>
          <p:nvPr/>
        </p:nvCxnSpPr>
        <p:spPr>
          <a:xfrm rot="10800000">
            <a:off x="2710250" y="4099972"/>
            <a:ext cx="0" cy="407400"/>
          </a:xfrm>
          <a:prstGeom prst="straightConnector1">
            <a:avLst/>
          </a:prstGeom>
          <a:noFill/>
          <a:ln cap="flat" cmpd="sng" w="19050">
            <a:solidFill>
              <a:schemeClr val="accent4"/>
            </a:solidFill>
            <a:prstDash val="solid"/>
            <a:round/>
            <a:headEnd len="med" w="med" type="none"/>
            <a:tailEnd len="med" w="med" type="triangle"/>
          </a:ln>
        </p:spPr>
      </p:cxnSp>
      <p:cxnSp>
        <p:nvCxnSpPr>
          <p:cNvPr id="330" name="Google Shape;330;p56"/>
          <p:cNvCxnSpPr/>
          <p:nvPr/>
        </p:nvCxnSpPr>
        <p:spPr>
          <a:xfrm rot="10800000">
            <a:off x="2655279" y="4099972"/>
            <a:ext cx="0" cy="407400"/>
          </a:xfrm>
          <a:prstGeom prst="straightConnector1">
            <a:avLst/>
          </a:prstGeom>
          <a:noFill/>
          <a:ln cap="flat" cmpd="sng" w="19050">
            <a:solidFill>
              <a:schemeClr val="accent4"/>
            </a:solidFill>
            <a:prstDash val="solid"/>
            <a:round/>
            <a:headEnd len="med" w="med" type="none"/>
            <a:tailEnd len="med" w="med" type="triangle"/>
          </a:ln>
        </p:spPr>
      </p:cxnSp>
      <p:cxnSp>
        <p:nvCxnSpPr>
          <p:cNvPr id="331" name="Google Shape;331;p56"/>
          <p:cNvCxnSpPr/>
          <p:nvPr/>
        </p:nvCxnSpPr>
        <p:spPr>
          <a:xfrm rot="10800000">
            <a:off x="2455167" y="4099972"/>
            <a:ext cx="0" cy="407400"/>
          </a:xfrm>
          <a:prstGeom prst="straightConnector1">
            <a:avLst/>
          </a:prstGeom>
          <a:noFill/>
          <a:ln cap="flat" cmpd="sng" w="19050">
            <a:solidFill>
              <a:schemeClr val="accent4"/>
            </a:solidFill>
            <a:prstDash val="solid"/>
            <a:round/>
            <a:headEnd len="med" w="med" type="none"/>
            <a:tailEnd len="med" w="med" type="triangle"/>
          </a:ln>
        </p:spPr>
      </p:cxnSp>
      <p:cxnSp>
        <p:nvCxnSpPr>
          <p:cNvPr id="332" name="Google Shape;332;p56"/>
          <p:cNvCxnSpPr>
            <a:stCxn id="318" idx="0"/>
          </p:cNvCxnSpPr>
          <p:nvPr/>
        </p:nvCxnSpPr>
        <p:spPr>
          <a:xfrm rot="10800000">
            <a:off x="2067539" y="3374615"/>
            <a:ext cx="360900" cy="480900"/>
          </a:xfrm>
          <a:prstGeom prst="straightConnector1">
            <a:avLst/>
          </a:prstGeom>
          <a:noFill/>
          <a:ln cap="flat" cmpd="sng" w="19050">
            <a:solidFill>
              <a:schemeClr val="accent4"/>
            </a:solidFill>
            <a:prstDash val="solid"/>
            <a:round/>
            <a:headEnd len="med" w="med" type="none"/>
            <a:tailEnd len="med" w="med" type="triangle"/>
          </a:ln>
        </p:spPr>
      </p:cxnSp>
      <p:pic>
        <p:nvPicPr>
          <p:cNvPr id="333" name="Google Shape;333;p56"/>
          <p:cNvPicPr preferRelativeResize="0"/>
          <p:nvPr/>
        </p:nvPicPr>
        <p:blipFill>
          <a:blip r:embed="rId5">
            <a:alphaModFix/>
          </a:blip>
          <a:stretch>
            <a:fillRect/>
          </a:stretch>
        </p:blipFill>
        <p:spPr>
          <a:xfrm>
            <a:off x="1824714" y="3855515"/>
            <a:ext cx="184406" cy="244338"/>
          </a:xfrm>
          <a:prstGeom prst="rect">
            <a:avLst/>
          </a:prstGeom>
          <a:noFill/>
          <a:ln>
            <a:noFill/>
          </a:ln>
        </p:spPr>
      </p:pic>
      <p:pic>
        <p:nvPicPr>
          <p:cNvPr id="334" name="Google Shape;334;p56"/>
          <p:cNvPicPr preferRelativeResize="0"/>
          <p:nvPr/>
        </p:nvPicPr>
        <p:blipFill>
          <a:blip r:embed="rId5">
            <a:alphaModFix/>
          </a:blip>
          <a:stretch>
            <a:fillRect/>
          </a:stretch>
        </p:blipFill>
        <p:spPr>
          <a:xfrm>
            <a:off x="2080475" y="3855515"/>
            <a:ext cx="184406" cy="244338"/>
          </a:xfrm>
          <a:prstGeom prst="rect">
            <a:avLst/>
          </a:prstGeom>
          <a:noFill/>
          <a:ln>
            <a:noFill/>
          </a:ln>
        </p:spPr>
      </p:pic>
      <p:cxnSp>
        <p:nvCxnSpPr>
          <p:cNvPr id="335" name="Google Shape;335;p56"/>
          <p:cNvCxnSpPr/>
          <p:nvPr/>
        </p:nvCxnSpPr>
        <p:spPr>
          <a:xfrm rot="10800000">
            <a:off x="1887458" y="4099972"/>
            <a:ext cx="0" cy="407400"/>
          </a:xfrm>
          <a:prstGeom prst="straightConnector1">
            <a:avLst/>
          </a:prstGeom>
          <a:noFill/>
          <a:ln cap="flat" cmpd="sng" w="19050">
            <a:solidFill>
              <a:schemeClr val="accent4"/>
            </a:solidFill>
            <a:prstDash val="solid"/>
            <a:round/>
            <a:headEnd len="med" w="med" type="none"/>
            <a:tailEnd len="med" w="med" type="triangle"/>
          </a:ln>
        </p:spPr>
      </p:cxnSp>
      <p:cxnSp>
        <p:nvCxnSpPr>
          <p:cNvPr id="336" name="Google Shape;336;p56"/>
          <p:cNvCxnSpPr/>
          <p:nvPr/>
        </p:nvCxnSpPr>
        <p:spPr>
          <a:xfrm rot="10800000">
            <a:off x="2199953" y="4099972"/>
            <a:ext cx="0" cy="407400"/>
          </a:xfrm>
          <a:prstGeom prst="straightConnector1">
            <a:avLst/>
          </a:prstGeom>
          <a:noFill/>
          <a:ln cap="flat" cmpd="sng" w="19050">
            <a:solidFill>
              <a:schemeClr val="accent4"/>
            </a:solidFill>
            <a:prstDash val="solid"/>
            <a:round/>
            <a:headEnd len="med" w="med" type="none"/>
            <a:tailEnd len="med" w="med" type="triangle"/>
          </a:ln>
        </p:spPr>
      </p:cxnSp>
      <p:cxnSp>
        <p:nvCxnSpPr>
          <p:cNvPr id="337" name="Google Shape;337;p56"/>
          <p:cNvCxnSpPr/>
          <p:nvPr/>
        </p:nvCxnSpPr>
        <p:spPr>
          <a:xfrm rot="10800000">
            <a:off x="2144983" y="4099972"/>
            <a:ext cx="0" cy="407400"/>
          </a:xfrm>
          <a:prstGeom prst="straightConnector1">
            <a:avLst/>
          </a:prstGeom>
          <a:noFill/>
          <a:ln cap="flat" cmpd="sng" w="19050">
            <a:solidFill>
              <a:schemeClr val="accent4"/>
            </a:solidFill>
            <a:prstDash val="solid"/>
            <a:round/>
            <a:headEnd len="med" w="med" type="none"/>
            <a:tailEnd len="med" w="med" type="triangle"/>
          </a:ln>
        </p:spPr>
      </p:cxnSp>
      <p:cxnSp>
        <p:nvCxnSpPr>
          <p:cNvPr id="338" name="Google Shape;338;p56"/>
          <p:cNvCxnSpPr/>
          <p:nvPr/>
        </p:nvCxnSpPr>
        <p:spPr>
          <a:xfrm rot="10800000">
            <a:off x="1942429" y="4099972"/>
            <a:ext cx="0" cy="407400"/>
          </a:xfrm>
          <a:prstGeom prst="straightConnector1">
            <a:avLst/>
          </a:prstGeom>
          <a:noFill/>
          <a:ln cap="flat" cmpd="sng" w="19050">
            <a:solidFill>
              <a:schemeClr val="accent4"/>
            </a:solidFill>
            <a:prstDash val="solid"/>
            <a:round/>
            <a:headEnd len="med" w="med" type="none"/>
            <a:tailEnd len="med" w="med" type="triangle"/>
          </a:ln>
        </p:spPr>
      </p:cxnSp>
      <p:cxnSp>
        <p:nvCxnSpPr>
          <p:cNvPr id="339" name="Google Shape;339;p56"/>
          <p:cNvCxnSpPr/>
          <p:nvPr/>
        </p:nvCxnSpPr>
        <p:spPr>
          <a:xfrm rot="10800000">
            <a:off x="1913322" y="3367415"/>
            <a:ext cx="3600" cy="488100"/>
          </a:xfrm>
          <a:prstGeom prst="straightConnector1">
            <a:avLst/>
          </a:prstGeom>
          <a:noFill/>
          <a:ln cap="flat" cmpd="sng" w="19050">
            <a:solidFill>
              <a:schemeClr val="accent4"/>
            </a:solidFill>
            <a:prstDash val="solid"/>
            <a:round/>
            <a:headEnd len="med" w="med" type="none"/>
            <a:tailEnd len="med" w="med" type="triangle"/>
          </a:ln>
        </p:spPr>
      </p:cxnSp>
      <p:cxnSp>
        <p:nvCxnSpPr>
          <p:cNvPr id="340" name="Google Shape;340;p56"/>
          <p:cNvCxnSpPr>
            <a:endCxn id="316" idx="1"/>
          </p:cNvCxnSpPr>
          <p:nvPr/>
        </p:nvCxnSpPr>
        <p:spPr>
          <a:xfrm>
            <a:off x="2126855" y="3136854"/>
            <a:ext cx="280500" cy="0"/>
          </a:xfrm>
          <a:prstGeom prst="straightConnector1">
            <a:avLst/>
          </a:prstGeom>
          <a:noFill/>
          <a:ln cap="flat" cmpd="sng" w="19050">
            <a:solidFill>
              <a:schemeClr val="accent4"/>
            </a:solidFill>
            <a:prstDash val="solid"/>
            <a:round/>
            <a:headEnd len="med" w="med" type="none"/>
            <a:tailEnd len="med" w="med" type="triangle"/>
          </a:ln>
        </p:spPr>
      </p:cxnSp>
      <p:cxnSp>
        <p:nvCxnSpPr>
          <p:cNvPr id="341" name="Google Shape;341;p56"/>
          <p:cNvCxnSpPr>
            <a:stCxn id="319" idx="0"/>
          </p:cNvCxnSpPr>
          <p:nvPr/>
        </p:nvCxnSpPr>
        <p:spPr>
          <a:xfrm flipH="1" rot="10800000">
            <a:off x="2684200" y="3378515"/>
            <a:ext cx="68700" cy="477000"/>
          </a:xfrm>
          <a:prstGeom prst="straightConnector1">
            <a:avLst/>
          </a:prstGeom>
          <a:noFill/>
          <a:ln cap="flat" cmpd="sng" w="19050">
            <a:solidFill>
              <a:schemeClr val="accent4"/>
            </a:solidFill>
            <a:prstDash val="solid"/>
            <a:round/>
            <a:headEnd len="med" w="med" type="none"/>
            <a:tailEnd len="med" w="med" type="triangle"/>
          </a:ln>
        </p:spPr>
      </p:cxnSp>
      <p:sp>
        <p:nvSpPr>
          <p:cNvPr id="342" name="Google Shape;342;p56"/>
          <p:cNvSpPr txBox="1"/>
          <p:nvPr/>
        </p:nvSpPr>
        <p:spPr>
          <a:xfrm>
            <a:off x="3094425" y="3700400"/>
            <a:ext cx="13848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800">
                <a:latin typeface="Zen Kaku Gothic New"/>
                <a:ea typeface="Zen Kaku Gothic New"/>
                <a:cs typeface="Zen Kaku Gothic New"/>
                <a:sym typeface="Zen Kaku Gothic New"/>
              </a:rPr>
              <a:t>4 リハビリなどは</a:t>
            </a:r>
            <a:br>
              <a:rPr lang="ja" sz="800">
                <a:latin typeface="Zen Kaku Gothic New"/>
                <a:ea typeface="Zen Kaku Gothic New"/>
                <a:cs typeface="Zen Kaku Gothic New"/>
                <a:sym typeface="Zen Kaku Gothic New"/>
              </a:rPr>
            </a:br>
            <a:r>
              <a:rPr lang="ja" sz="800">
                <a:latin typeface="Zen Kaku Gothic New"/>
                <a:ea typeface="Zen Kaku Gothic New"/>
                <a:cs typeface="Zen Kaku Gothic New"/>
                <a:sym typeface="Zen Kaku Gothic New"/>
              </a:rPr>
              <a:t>　特化した病院へ転院</a:t>
            </a:r>
            <a:endParaRPr sz="800">
              <a:latin typeface="Zen Kaku Gothic New"/>
              <a:ea typeface="Zen Kaku Gothic New"/>
              <a:cs typeface="Zen Kaku Gothic New"/>
              <a:sym typeface="Zen Kaku Gothic New"/>
            </a:endParaRPr>
          </a:p>
        </p:txBody>
      </p:sp>
      <p:sp>
        <p:nvSpPr>
          <p:cNvPr id="343" name="Google Shape;343;p56"/>
          <p:cNvSpPr txBox="1"/>
          <p:nvPr/>
        </p:nvSpPr>
        <p:spPr>
          <a:xfrm>
            <a:off x="3094425" y="2857438"/>
            <a:ext cx="13848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800">
                <a:latin typeface="Zen Kaku Gothic New"/>
                <a:ea typeface="Zen Kaku Gothic New"/>
                <a:cs typeface="Zen Kaku Gothic New"/>
                <a:sym typeface="Zen Kaku Gothic New"/>
              </a:rPr>
              <a:t>3 </a:t>
            </a:r>
            <a:r>
              <a:rPr lang="ja" sz="800">
                <a:solidFill>
                  <a:schemeClr val="dk1"/>
                </a:solidFill>
                <a:latin typeface="Zen Kaku Gothic New"/>
                <a:ea typeface="Zen Kaku Gothic New"/>
                <a:cs typeface="Zen Kaku Gothic New"/>
                <a:sym typeface="Zen Kaku Gothic New"/>
              </a:rPr>
              <a:t>軽症の入院患者は</a:t>
            </a:r>
            <a:endParaRPr sz="800">
              <a:solidFill>
                <a:schemeClr val="dk1"/>
              </a:solidFill>
              <a:latin typeface="Zen Kaku Gothic New"/>
              <a:ea typeface="Zen Kaku Gothic New"/>
              <a:cs typeface="Zen Kaku Gothic New"/>
              <a:sym typeface="Zen Kaku Gothic New"/>
            </a:endParaRPr>
          </a:p>
          <a:p>
            <a:pPr indent="0" lvl="0" marL="0" rtl="0" algn="l">
              <a:spcBef>
                <a:spcPts val="0"/>
              </a:spcBef>
              <a:spcAft>
                <a:spcPts val="0"/>
              </a:spcAft>
              <a:buNone/>
            </a:pPr>
            <a:r>
              <a:rPr lang="ja" sz="800">
                <a:latin typeface="Zen Kaku Gothic New"/>
                <a:ea typeface="Zen Kaku Gothic New"/>
                <a:cs typeface="Zen Kaku Gothic New"/>
                <a:sym typeface="Zen Kaku Gothic New"/>
              </a:rPr>
              <a:t>   地域に密着した病院へ</a:t>
            </a:r>
            <a:endParaRPr sz="800">
              <a:latin typeface="Zen Kaku Gothic New"/>
              <a:ea typeface="Zen Kaku Gothic New"/>
              <a:cs typeface="Zen Kaku Gothic New"/>
              <a:sym typeface="Zen Kaku Gothic New"/>
            </a:endParaRPr>
          </a:p>
        </p:txBody>
      </p:sp>
      <p:grpSp>
        <p:nvGrpSpPr>
          <p:cNvPr id="344" name="Google Shape;344;p56"/>
          <p:cNvGrpSpPr/>
          <p:nvPr/>
        </p:nvGrpSpPr>
        <p:grpSpPr>
          <a:xfrm>
            <a:off x="4836796" y="3428521"/>
            <a:ext cx="4222402" cy="954247"/>
            <a:chOff x="96425" y="2426175"/>
            <a:chExt cx="8734800" cy="1848600"/>
          </a:xfrm>
        </p:grpSpPr>
        <p:sp>
          <p:nvSpPr>
            <p:cNvPr id="345" name="Google Shape;345;p56"/>
            <p:cNvSpPr/>
            <p:nvPr/>
          </p:nvSpPr>
          <p:spPr>
            <a:xfrm>
              <a:off x="96425" y="2426175"/>
              <a:ext cx="8734800" cy="1848600"/>
            </a:xfrm>
            <a:prstGeom prst="roundRect">
              <a:avLst>
                <a:gd fmla="val 5263" name="adj"/>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latin typeface="Zen Kaku Gothic New"/>
                <a:ea typeface="Zen Kaku Gothic New"/>
                <a:cs typeface="Zen Kaku Gothic New"/>
                <a:sym typeface="Zen Kaku Gothic New"/>
              </a:endParaRPr>
            </a:p>
          </p:txBody>
        </p:sp>
        <p:sp>
          <p:nvSpPr>
            <p:cNvPr id="346" name="Google Shape;346;p56"/>
            <p:cNvSpPr/>
            <p:nvPr/>
          </p:nvSpPr>
          <p:spPr>
            <a:xfrm>
              <a:off x="3925525" y="2900900"/>
              <a:ext cx="4596300" cy="470100"/>
            </a:xfrm>
            <a:prstGeom prst="homePlate">
              <a:avLst>
                <a:gd fmla="val 23802" name="adj"/>
              </a:avLst>
            </a:prstGeom>
            <a:solidFill>
              <a:schemeClr val="lt2"/>
            </a:solidFill>
            <a:ln cap="flat" cmpd="sng" w="381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r">
                <a:spcBef>
                  <a:spcPts val="0"/>
                </a:spcBef>
                <a:spcAft>
                  <a:spcPts val="0"/>
                </a:spcAft>
                <a:buNone/>
              </a:pPr>
              <a:r>
                <a:rPr b="1" lang="ja" sz="700">
                  <a:solidFill>
                    <a:schemeClr val="dk1"/>
                  </a:solidFill>
                  <a:latin typeface="Zen Kaku Gothic New"/>
                  <a:ea typeface="Zen Kaku Gothic New"/>
                  <a:cs typeface="Zen Kaku Gothic New"/>
                  <a:sym typeface="Zen Kaku Gothic New"/>
                </a:rPr>
                <a:t>再診へ  　　　</a:t>
              </a:r>
              <a:endParaRPr b="1" sz="700">
                <a:solidFill>
                  <a:schemeClr val="dk1"/>
                </a:solidFill>
                <a:latin typeface="Zen Kaku Gothic New"/>
                <a:ea typeface="Zen Kaku Gothic New"/>
                <a:cs typeface="Zen Kaku Gothic New"/>
                <a:sym typeface="Zen Kaku Gothic New"/>
              </a:endParaRPr>
            </a:p>
          </p:txBody>
        </p:sp>
        <p:sp>
          <p:nvSpPr>
            <p:cNvPr id="347" name="Google Shape;347;p56"/>
            <p:cNvSpPr/>
            <p:nvPr/>
          </p:nvSpPr>
          <p:spPr>
            <a:xfrm>
              <a:off x="3925525" y="3415700"/>
              <a:ext cx="4613700" cy="738900"/>
            </a:xfrm>
            <a:prstGeom prst="homePlate">
              <a:avLst>
                <a:gd fmla="val 23802" name="adj"/>
              </a:avLst>
            </a:prstGeom>
            <a:solidFill>
              <a:schemeClr val="lt2"/>
            </a:solidFill>
            <a:ln cap="flat" cmpd="sng" w="381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ja" sz="700">
                  <a:solidFill>
                    <a:schemeClr val="dk1"/>
                  </a:solidFill>
                  <a:latin typeface="Zen Kaku Gothic New"/>
                  <a:ea typeface="Zen Kaku Gothic New"/>
                  <a:cs typeface="Zen Kaku Gothic New"/>
                  <a:sym typeface="Zen Kaku Gothic New"/>
                </a:rPr>
                <a:t>逆紹介</a:t>
              </a:r>
              <a:endParaRPr b="1" sz="700">
                <a:solidFill>
                  <a:schemeClr val="dk1"/>
                </a:solidFill>
                <a:latin typeface="Zen Kaku Gothic New"/>
                <a:ea typeface="Zen Kaku Gothic New"/>
                <a:cs typeface="Zen Kaku Gothic New"/>
                <a:sym typeface="Zen Kaku Gothic New"/>
              </a:endParaRPr>
            </a:p>
          </p:txBody>
        </p:sp>
        <p:sp>
          <p:nvSpPr>
            <p:cNvPr id="348" name="Google Shape;348;p56"/>
            <p:cNvSpPr/>
            <p:nvPr/>
          </p:nvSpPr>
          <p:spPr>
            <a:xfrm>
              <a:off x="6091225" y="2648700"/>
              <a:ext cx="2393700" cy="247200"/>
            </a:xfrm>
            <a:prstGeom prst="homePlate">
              <a:avLst>
                <a:gd fmla="val 23802" name="adj"/>
              </a:avLst>
            </a:prstGeom>
            <a:solidFill>
              <a:schemeClr val="lt2"/>
            </a:solidFill>
            <a:ln cap="flat" cmpd="sng" w="381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ja" sz="700">
                  <a:solidFill>
                    <a:schemeClr val="dk1"/>
                  </a:solidFill>
                  <a:latin typeface="Zen Kaku Gothic New"/>
                  <a:ea typeface="Zen Kaku Gothic New"/>
                  <a:cs typeface="Zen Kaku Gothic New"/>
                  <a:sym typeface="Zen Kaku Gothic New"/>
                </a:rPr>
                <a:t>転院</a:t>
              </a:r>
              <a:endParaRPr b="1" sz="700">
                <a:solidFill>
                  <a:schemeClr val="dk1"/>
                </a:solidFill>
                <a:latin typeface="Zen Kaku Gothic New"/>
                <a:ea typeface="Zen Kaku Gothic New"/>
                <a:cs typeface="Zen Kaku Gothic New"/>
                <a:sym typeface="Zen Kaku Gothic New"/>
              </a:endParaRPr>
            </a:p>
          </p:txBody>
        </p:sp>
        <p:sp>
          <p:nvSpPr>
            <p:cNvPr id="349" name="Google Shape;349;p56"/>
            <p:cNvSpPr/>
            <p:nvPr/>
          </p:nvSpPr>
          <p:spPr>
            <a:xfrm>
              <a:off x="3925525" y="2648700"/>
              <a:ext cx="2475900" cy="573900"/>
            </a:xfrm>
            <a:prstGeom prst="homePlate">
              <a:avLst>
                <a:gd fmla="val 23802" name="adj"/>
              </a:avLst>
            </a:prstGeom>
            <a:solidFill>
              <a:schemeClr val="lt2"/>
            </a:solidFill>
            <a:ln cap="flat" cmpd="sng" w="38100">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b="1" sz="500">
                <a:solidFill>
                  <a:schemeClr val="dk1"/>
                </a:solidFill>
                <a:latin typeface="Zen Kaku Gothic New"/>
                <a:ea typeface="Zen Kaku Gothic New"/>
                <a:cs typeface="Zen Kaku Gothic New"/>
                <a:sym typeface="Zen Kaku Gothic New"/>
              </a:endParaRPr>
            </a:p>
            <a:p>
              <a:pPr indent="0" lvl="0" marL="0" rtl="0" algn="l">
                <a:spcBef>
                  <a:spcPts val="0"/>
                </a:spcBef>
                <a:spcAft>
                  <a:spcPts val="0"/>
                </a:spcAft>
                <a:buClr>
                  <a:schemeClr val="dk1"/>
                </a:buClr>
                <a:buSzPts val="1100"/>
                <a:buFont typeface="Arial"/>
                <a:buNone/>
              </a:pPr>
              <a:r>
                <a:rPr b="1" lang="ja" sz="800">
                  <a:solidFill>
                    <a:schemeClr val="dk1"/>
                  </a:solidFill>
                  <a:latin typeface="Zen Kaku Gothic New"/>
                  <a:ea typeface="Zen Kaku Gothic New"/>
                  <a:cs typeface="Zen Kaku Gothic New"/>
                  <a:sym typeface="Zen Kaku Gothic New"/>
                </a:rPr>
                <a:t>ベッドコントロール</a:t>
              </a:r>
              <a:endParaRPr b="1" sz="800">
                <a:solidFill>
                  <a:schemeClr val="dk1"/>
                </a:solidFill>
                <a:latin typeface="Zen Kaku Gothic New"/>
                <a:ea typeface="Zen Kaku Gothic New"/>
                <a:cs typeface="Zen Kaku Gothic New"/>
                <a:sym typeface="Zen Kaku Gothic New"/>
              </a:endParaRPr>
            </a:p>
          </p:txBody>
        </p:sp>
        <p:sp>
          <p:nvSpPr>
            <p:cNvPr id="350" name="Google Shape;350;p56"/>
            <p:cNvSpPr/>
            <p:nvPr/>
          </p:nvSpPr>
          <p:spPr>
            <a:xfrm>
              <a:off x="4371475" y="2653700"/>
              <a:ext cx="1523400" cy="247200"/>
            </a:xfrm>
            <a:prstGeom prst="homePlate">
              <a:avLst>
                <a:gd fmla="val 23802" name="adj"/>
              </a:avLst>
            </a:prstGeom>
            <a:solidFill>
              <a:schemeClr val="lt2"/>
            </a:solidFill>
            <a:ln cap="flat" cmpd="sng" w="381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ja" sz="400">
                  <a:solidFill>
                    <a:schemeClr val="dk1"/>
                  </a:solidFill>
                  <a:latin typeface="Zen Kaku Gothic New"/>
                  <a:ea typeface="Zen Kaku Gothic New"/>
                  <a:cs typeface="Zen Kaku Gothic New"/>
                  <a:sym typeface="Zen Kaku Gothic New"/>
                </a:rPr>
                <a:t>手術室コントロール</a:t>
              </a:r>
              <a:endParaRPr b="1" sz="400">
                <a:solidFill>
                  <a:schemeClr val="dk1"/>
                </a:solidFill>
                <a:latin typeface="Zen Kaku Gothic New"/>
                <a:ea typeface="Zen Kaku Gothic New"/>
                <a:cs typeface="Zen Kaku Gothic New"/>
                <a:sym typeface="Zen Kaku Gothic New"/>
              </a:endParaRPr>
            </a:p>
          </p:txBody>
        </p:sp>
        <p:sp>
          <p:nvSpPr>
            <p:cNvPr id="351" name="Google Shape;351;p56"/>
            <p:cNvSpPr/>
            <p:nvPr/>
          </p:nvSpPr>
          <p:spPr>
            <a:xfrm>
              <a:off x="2718310" y="2648703"/>
              <a:ext cx="1207200" cy="1506300"/>
            </a:xfrm>
            <a:prstGeom prst="homePlate">
              <a:avLst>
                <a:gd fmla="val 23802" name="adj"/>
              </a:avLst>
            </a:prstGeom>
            <a:solidFill>
              <a:schemeClr val="lt2"/>
            </a:solidFill>
            <a:ln cap="flat" cmpd="sng" w="381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ja" sz="700">
                  <a:solidFill>
                    <a:schemeClr val="dk1"/>
                  </a:solidFill>
                  <a:latin typeface="Zen Kaku Gothic New"/>
                  <a:ea typeface="Zen Kaku Gothic New"/>
                  <a:cs typeface="Zen Kaku Gothic New"/>
                  <a:sym typeface="Zen Kaku Gothic New"/>
                </a:rPr>
                <a:t>外来</a:t>
              </a:r>
              <a:endParaRPr b="1" sz="700">
                <a:solidFill>
                  <a:schemeClr val="dk1"/>
                </a:solidFill>
                <a:latin typeface="Zen Kaku Gothic New"/>
                <a:ea typeface="Zen Kaku Gothic New"/>
                <a:cs typeface="Zen Kaku Gothic New"/>
                <a:sym typeface="Zen Kaku Gothic New"/>
              </a:endParaRPr>
            </a:p>
          </p:txBody>
        </p:sp>
        <p:sp>
          <p:nvSpPr>
            <p:cNvPr id="352" name="Google Shape;352;p56"/>
            <p:cNvSpPr/>
            <p:nvPr/>
          </p:nvSpPr>
          <p:spPr>
            <a:xfrm>
              <a:off x="1120884" y="2655675"/>
              <a:ext cx="1568700" cy="358200"/>
            </a:xfrm>
            <a:prstGeom prst="homePlate">
              <a:avLst>
                <a:gd fmla="val 23802" name="adj"/>
              </a:avLst>
            </a:prstGeom>
            <a:solidFill>
              <a:schemeClr val="lt2"/>
            </a:solidFill>
            <a:ln cap="flat" cmpd="sng" w="381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ja" sz="700">
                  <a:solidFill>
                    <a:schemeClr val="dk1"/>
                  </a:solidFill>
                  <a:latin typeface="Zen Kaku Gothic New"/>
                  <a:ea typeface="Zen Kaku Gothic New"/>
                  <a:cs typeface="Zen Kaku Gothic New"/>
                  <a:sym typeface="Zen Kaku Gothic New"/>
                </a:rPr>
                <a:t>紹介</a:t>
              </a:r>
              <a:endParaRPr b="1" sz="700">
                <a:solidFill>
                  <a:schemeClr val="dk1"/>
                </a:solidFill>
                <a:latin typeface="Zen Kaku Gothic New"/>
                <a:ea typeface="Zen Kaku Gothic New"/>
                <a:cs typeface="Zen Kaku Gothic New"/>
                <a:sym typeface="Zen Kaku Gothic New"/>
              </a:endParaRPr>
            </a:p>
          </p:txBody>
        </p:sp>
        <p:sp>
          <p:nvSpPr>
            <p:cNvPr id="353" name="Google Shape;353;p56"/>
            <p:cNvSpPr/>
            <p:nvPr/>
          </p:nvSpPr>
          <p:spPr>
            <a:xfrm>
              <a:off x="1120884" y="3035707"/>
              <a:ext cx="1568700" cy="358200"/>
            </a:xfrm>
            <a:prstGeom prst="homePlate">
              <a:avLst>
                <a:gd fmla="val 23802" name="adj"/>
              </a:avLst>
            </a:prstGeom>
            <a:solidFill>
              <a:schemeClr val="lt2"/>
            </a:solidFill>
            <a:ln cap="flat" cmpd="sng" w="381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ja" sz="700">
                  <a:solidFill>
                    <a:schemeClr val="dk1"/>
                  </a:solidFill>
                  <a:latin typeface="Zen Kaku Gothic New"/>
                  <a:ea typeface="Zen Kaku Gothic New"/>
                  <a:cs typeface="Zen Kaku Gothic New"/>
                  <a:sym typeface="Zen Kaku Gothic New"/>
                </a:rPr>
                <a:t>救急</a:t>
              </a:r>
              <a:endParaRPr b="1" sz="700">
                <a:solidFill>
                  <a:schemeClr val="dk1"/>
                </a:solidFill>
                <a:latin typeface="Zen Kaku Gothic New"/>
                <a:ea typeface="Zen Kaku Gothic New"/>
                <a:cs typeface="Zen Kaku Gothic New"/>
                <a:sym typeface="Zen Kaku Gothic New"/>
              </a:endParaRPr>
            </a:p>
          </p:txBody>
        </p:sp>
        <p:sp>
          <p:nvSpPr>
            <p:cNvPr id="354" name="Google Shape;354;p56"/>
            <p:cNvSpPr/>
            <p:nvPr/>
          </p:nvSpPr>
          <p:spPr>
            <a:xfrm>
              <a:off x="1120884" y="3415738"/>
              <a:ext cx="1568700" cy="358200"/>
            </a:xfrm>
            <a:prstGeom prst="homePlate">
              <a:avLst>
                <a:gd fmla="val 23802" name="adj"/>
              </a:avLst>
            </a:prstGeom>
            <a:solidFill>
              <a:schemeClr val="lt2"/>
            </a:solidFill>
            <a:ln cap="flat" cmpd="sng" w="381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ja" sz="700">
                  <a:solidFill>
                    <a:schemeClr val="dk1"/>
                  </a:solidFill>
                  <a:latin typeface="Zen Kaku Gothic New"/>
                  <a:ea typeface="Zen Kaku Gothic New"/>
                  <a:cs typeface="Zen Kaku Gothic New"/>
                  <a:sym typeface="Zen Kaku Gothic New"/>
                </a:rPr>
                <a:t>ウォークイン</a:t>
              </a:r>
              <a:endParaRPr b="1" sz="700">
                <a:solidFill>
                  <a:schemeClr val="dk1"/>
                </a:solidFill>
                <a:latin typeface="Zen Kaku Gothic New"/>
                <a:ea typeface="Zen Kaku Gothic New"/>
                <a:cs typeface="Zen Kaku Gothic New"/>
                <a:sym typeface="Zen Kaku Gothic New"/>
              </a:endParaRPr>
            </a:p>
          </p:txBody>
        </p:sp>
        <p:sp>
          <p:nvSpPr>
            <p:cNvPr id="355" name="Google Shape;355;p56"/>
            <p:cNvSpPr/>
            <p:nvPr/>
          </p:nvSpPr>
          <p:spPr>
            <a:xfrm>
              <a:off x="1120884" y="3796738"/>
              <a:ext cx="1568700" cy="358200"/>
            </a:xfrm>
            <a:prstGeom prst="homePlate">
              <a:avLst>
                <a:gd fmla="val 23802" name="adj"/>
              </a:avLst>
            </a:prstGeom>
            <a:solidFill>
              <a:schemeClr val="lt2"/>
            </a:solidFill>
            <a:ln cap="flat" cmpd="sng" w="381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ja" sz="700">
                  <a:solidFill>
                    <a:schemeClr val="dk1"/>
                  </a:solidFill>
                </a:rPr>
                <a:t>再診</a:t>
              </a:r>
              <a:endParaRPr b="1" sz="700">
                <a:solidFill>
                  <a:schemeClr val="dk1"/>
                </a:solidFill>
              </a:endParaRPr>
            </a:p>
          </p:txBody>
        </p:sp>
        <p:sp>
          <p:nvSpPr>
            <p:cNvPr id="356" name="Google Shape;356;p56"/>
            <p:cNvSpPr txBox="1"/>
            <p:nvPr/>
          </p:nvSpPr>
          <p:spPr>
            <a:xfrm>
              <a:off x="259297" y="2913295"/>
              <a:ext cx="533700" cy="77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ja" sz="700">
                  <a:latin typeface="Zen Kaku Gothic New"/>
                  <a:ea typeface="Zen Kaku Gothic New"/>
                  <a:cs typeface="Zen Kaku Gothic New"/>
                  <a:sym typeface="Zen Kaku Gothic New"/>
                </a:rPr>
                <a:t>初診</a:t>
              </a:r>
              <a:endParaRPr b="1" sz="700">
                <a:latin typeface="Zen Kaku Gothic New"/>
                <a:ea typeface="Zen Kaku Gothic New"/>
                <a:cs typeface="Zen Kaku Gothic New"/>
                <a:sym typeface="Zen Kaku Gothic New"/>
              </a:endParaRPr>
            </a:p>
          </p:txBody>
        </p:sp>
        <p:sp>
          <p:nvSpPr>
            <p:cNvPr id="357" name="Google Shape;357;p56"/>
            <p:cNvSpPr/>
            <p:nvPr/>
          </p:nvSpPr>
          <p:spPr>
            <a:xfrm>
              <a:off x="745480" y="2678875"/>
              <a:ext cx="141600" cy="1069800"/>
            </a:xfrm>
            <a:prstGeom prst="leftBrace">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latin typeface="Zen Kaku Gothic New"/>
                <a:ea typeface="Zen Kaku Gothic New"/>
                <a:cs typeface="Zen Kaku Gothic New"/>
                <a:sym typeface="Zen Kaku Gothic New"/>
              </a:endParaRPr>
            </a:p>
          </p:txBody>
        </p:sp>
      </p:grpSp>
      <p:sp>
        <p:nvSpPr>
          <p:cNvPr id="358" name="Google Shape;358;p56"/>
          <p:cNvSpPr txBox="1"/>
          <p:nvPr/>
        </p:nvSpPr>
        <p:spPr>
          <a:xfrm>
            <a:off x="5472900" y="2731850"/>
            <a:ext cx="29082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a:latin typeface="Zen Kaku Gothic New"/>
                <a:ea typeface="Zen Kaku Gothic New"/>
                <a:cs typeface="Zen Kaku Gothic New"/>
                <a:sym typeface="Zen Kaku Gothic New"/>
              </a:rPr>
              <a:t>機能分化・連携の最適化 ≒</a:t>
            </a:r>
            <a:endParaRPr>
              <a:latin typeface="Zen Kaku Gothic New"/>
              <a:ea typeface="Zen Kaku Gothic New"/>
              <a:cs typeface="Zen Kaku Gothic New"/>
              <a:sym typeface="Zen Kaku Gothic New"/>
            </a:endParaRPr>
          </a:p>
          <a:p>
            <a:pPr indent="0" lvl="0" marL="0" rtl="0" algn="ctr">
              <a:spcBef>
                <a:spcPts val="0"/>
              </a:spcBef>
              <a:spcAft>
                <a:spcPts val="0"/>
              </a:spcAft>
              <a:buNone/>
            </a:pPr>
            <a:r>
              <a:rPr lang="ja">
                <a:latin typeface="Zen Kaku Gothic New"/>
                <a:ea typeface="Zen Kaku Gothic New"/>
                <a:cs typeface="Zen Kaku Gothic New"/>
                <a:sym typeface="Zen Kaku Gothic New"/>
              </a:rPr>
              <a:t>Patient Flow Managementの最適化</a:t>
            </a:r>
            <a:endParaRPr>
              <a:latin typeface="Zen Kaku Gothic New"/>
              <a:ea typeface="Zen Kaku Gothic New"/>
              <a:cs typeface="Zen Kaku Gothic New"/>
              <a:sym typeface="Zen Kaku Gothic New"/>
            </a:endParaRPr>
          </a:p>
        </p:txBody>
      </p:sp>
      <p:sp>
        <p:nvSpPr>
          <p:cNvPr id="359" name="Google Shape;359;p56"/>
          <p:cNvSpPr txBox="1"/>
          <p:nvPr/>
        </p:nvSpPr>
        <p:spPr>
          <a:xfrm>
            <a:off x="4043300" y="2522100"/>
            <a:ext cx="1033800" cy="19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sz="700">
                <a:latin typeface="Zen Kaku Gothic New"/>
                <a:ea typeface="Zen Kaku Gothic New"/>
                <a:cs typeface="Zen Kaku Gothic New"/>
                <a:sym typeface="Zen Kaku Gothic New"/>
              </a:rPr>
              <a:t>病院内での業務</a:t>
            </a:r>
            <a:endParaRPr sz="700">
              <a:latin typeface="Zen Kaku Gothic New"/>
              <a:ea typeface="Zen Kaku Gothic New"/>
              <a:cs typeface="Zen Kaku Gothic New"/>
              <a:sym typeface="Zen Kaku Gothic New"/>
            </a:endParaRPr>
          </a:p>
        </p:txBody>
      </p:sp>
      <p:sp>
        <p:nvSpPr>
          <p:cNvPr id="360" name="Google Shape;360;p56"/>
          <p:cNvSpPr txBox="1"/>
          <p:nvPr/>
        </p:nvSpPr>
        <p:spPr>
          <a:xfrm>
            <a:off x="3094425" y="4421000"/>
            <a:ext cx="13848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800">
                <a:latin typeface="Zen Kaku Gothic New"/>
                <a:ea typeface="Zen Kaku Gothic New"/>
                <a:cs typeface="Zen Kaku Gothic New"/>
                <a:sym typeface="Zen Kaku Gothic New"/>
              </a:rPr>
              <a:t>5 地域へ帰っていく</a:t>
            </a:r>
            <a:endParaRPr sz="800">
              <a:latin typeface="Zen Kaku Gothic New"/>
              <a:ea typeface="Zen Kaku Gothic New"/>
              <a:cs typeface="Zen Kaku Gothic New"/>
              <a:sym typeface="Zen Kaku Gothic New"/>
            </a:endParaRPr>
          </a:p>
        </p:txBody>
      </p:sp>
      <p:cxnSp>
        <p:nvCxnSpPr>
          <p:cNvPr id="361" name="Google Shape;361;p56"/>
          <p:cNvCxnSpPr/>
          <p:nvPr/>
        </p:nvCxnSpPr>
        <p:spPr>
          <a:xfrm>
            <a:off x="4560200" y="2866525"/>
            <a:ext cx="0" cy="1899900"/>
          </a:xfrm>
          <a:prstGeom prst="straightConnector1">
            <a:avLst/>
          </a:prstGeom>
          <a:noFill/>
          <a:ln cap="flat" cmpd="sng" w="9525">
            <a:solidFill>
              <a:schemeClr val="dk2"/>
            </a:solidFill>
            <a:prstDash val="solid"/>
            <a:round/>
            <a:headEnd len="med" w="med" type="none"/>
            <a:tailEnd len="med" w="med" type="none"/>
          </a:ln>
        </p:spPr>
      </p:cxnSp>
      <p:cxnSp>
        <p:nvCxnSpPr>
          <p:cNvPr id="362" name="Google Shape;362;p56"/>
          <p:cNvCxnSpPr>
            <a:stCxn id="314" idx="0"/>
            <a:endCxn id="358" idx="0"/>
          </p:cNvCxnSpPr>
          <p:nvPr/>
        </p:nvCxnSpPr>
        <p:spPr>
          <a:xfrm flipH="1" rot="-5400000">
            <a:off x="4429710" y="234503"/>
            <a:ext cx="7800" cy="4986900"/>
          </a:xfrm>
          <a:prstGeom prst="bentConnector3">
            <a:avLst>
              <a:gd fmla="val -3052885" name="adj1"/>
            </a:avLst>
          </a:prstGeom>
          <a:noFill/>
          <a:ln cap="flat" cmpd="sng" w="9525">
            <a:solidFill>
              <a:schemeClr val="accent1"/>
            </a:solidFill>
            <a:prstDash val="dash"/>
            <a:round/>
            <a:headEnd len="med" w="med" type="none"/>
            <a:tailEnd len="med" w="med" type="triangle"/>
          </a:ln>
        </p:spPr>
      </p:cxnSp>
      <p:sp>
        <p:nvSpPr>
          <p:cNvPr id="363" name="Google Shape;363;p56"/>
          <p:cNvSpPr txBox="1"/>
          <p:nvPr>
            <p:ph idx="12" type="sldNum"/>
          </p:nvPr>
        </p:nvSpPr>
        <p:spPr>
          <a:xfrm>
            <a:off x="8763484" y="4749901"/>
            <a:ext cx="5487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fld id="{00000000-1234-1234-1234-123412341234}" type="slidenum">
              <a:rPr lang="ja"/>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57"/>
          <p:cNvSpPr/>
          <p:nvPr/>
        </p:nvSpPr>
        <p:spPr>
          <a:xfrm>
            <a:off x="4150950" y="2511500"/>
            <a:ext cx="1652700" cy="1735200"/>
          </a:xfrm>
          <a:prstGeom prst="roundRect">
            <a:avLst>
              <a:gd fmla="val 3735" name="adj"/>
            </a:avLst>
          </a:prstGeom>
          <a:noFill/>
          <a:ln cap="flat" cmpd="sng" w="9525">
            <a:solidFill>
              <a:schemeClr val="dk2"/>
            </a:solidFill>
            <a:prstDash val="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Zen Kaku Gothic New"/>
              <a:ea typeface="Zen Kaku Gothic New"/>
              <a:cs typeface="Zen Kaku Gothic New"/>
              <a:sym typeface="Zen Kaku Gothic New"/>
            </a:endParaRPr>
          </a:p>
        </p:txBody>
      </p:sp>
      <p:sp>
        <p:nvSpPr>
          <p:cNvPr id="369" name="Google Shape;369;p57"/>
          <p:cNvSpPr/>
          <p:nvPr/>
        </p:nvSpPr>
        <p:spPr>
          <a:xfrm>
            <a:off x="3849200" y="2041650"/>
            <a:ext cx="4080600" cy="2919000"/>
          </a:xfrm>
          <a:prstGeom prst="roundRect">
            <a:avLst>
              <a:gd fmla="val 3735" name="adj"/>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Zen Kaku Gothic New"/>
              <a:ea typeface="Zen Kaku Gothic New"/>
              <a:cs typeface="Zen Kaku Gothic New"/>
              <a:sym typeface="Zen Kaku Gothic New"/>
            </a:endParaRPr>
          </a:p>
        </p:txBody>
      </p:sp>
      <p:sp>
        <p:nvSpPr>
          <p:cNvPr id="370" name="Google Shape;370;p57"/>
          <p:cNvSpPr/>
          <p:nvPr/>
        </p:nvSpPr>
        <p:spPr>
          <a:xfrm>
            <a:off x="305698" y="147225"/>
            <a:ext cx="8581200" cy="301500"/>
          </a:xfrm>
          <a:prstGeom prst="rect">
            <a:avLst/>
          </a:prstGeom>
          <a:noFill/>
          <a:ln>
            <a:noFill/>
          </a:ln>
        </p:spPr>
        <p:txBody>
          <a:bodyPr anchorCtr="0" anchor="ctr" bIns="0" lIns="0" spcFirstLastPara="1" rIns="0" wrap="square" tIns="0">
            <a:noAutofit/>
          </a:bodyPr>
          <a:lstStyle/>
          <a:p>
            <a:pPr indent="0" lvl="0" marL="0" rtl="0" algn="l">
              <a:lnSpc>
                <a:spcPct val="150000"/>
              </a:lnSpc>
              <a:spcBef>
                <a:spcPts val="0"/>
              </a:spcBef>
              <a:spcAft>
                <a:spcPts val="0"/>
              </a:spcAft>
              <a:buClr>
                <a:schemeClr val="dk1"/>
              </a:buClr>
              <a:buFont typeface="Arial"/>
              <a:buNone/>
            </a:pPr>
            <a:r>
              <a:rPr b="1" lang="ja" sz="1500">
                <a:solidFill>
                  <a:schemeClr val="dk1"/>
                </a:solidFill>
                <a:latin typeface="Zen Kaku Gothic New"/>
                <a:ea typeface="Zen Kaku Gothic New"/>
                <a:cs typeface="Zen Kaku Gothic New"/>
                <a:sym typeface="Zen Kaku Gothic New"/>
              </a:rPr>
              <a:t>地域連携強化による患者のメリット</a:t>
            </a:r>
            <a:endParaRPr b="1" sz="1500">
              <a:solidFill>
                <a:schemeClr val="dk1"/>
              </a:solidFill>
              <a:latin typeface="Zen Kaku Gothic New"/>
              <a:ea typeface="Zen Kaku Gothic New"/>
              <a:cs typeface="Zen Kaku Gothic New"/>
              <a:sym typeface="Zen Kaku Gothic New"/>
            </a:endParaRPr>
          </a:p>
        </p:txBody>
      </p:sp>
      <p:sp>
        <p:nvSpPr>
          <p:cNvPr id="371" name="Google Shape;371;p57"/>
          <p:cNvSpPr txBox="1"/>
          <p:nvPr/>
        </p:nvSpPr>
        <p:spPr>
          <a:xfrm>
            <a:off x="783063" y="2724150"/>
            <a:ext cx="14175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800">
                <a:latin typeface="Zen Kaku Gothic New"/>
                <a:ea typeface="Zen Kaku Gothic New"/>
                <a:cs typeface="Zen Kaku Gothic New"/>
                <a:sym typeface="Zen Kaku Gothic New"/>
              </a:rPr>
              <a:t>クリニックを受診</a:t>
            </a:r>
            <a:endParaRPr sz="800">
              <a:latin typeface="Zen Kaku Gothic New"/>
              <a:ea typeface="Zen Kaku Gothic New"/>
              <a:cs typeface="Zen Kaku Gothic New"/>
              <a:sym typeface="Zen Kaku Gothic New"/>
            </a:endParaRPr>
          </a:p>
        </p:txBody>
      </p:sp>
      <p:sp>
        <p:nvSpPr>
          <p:cNvPr id="372" name="Google Shape;372;p57"/>
          <p:cNvSpPr txBox="1"/>
          <p:nvPr/>
        </p:nvSpPr>
        <p:spPr>
          <a:xfrm>
            <a:off x="289488" y="729025"/>
            <a:ext cx="8581200" cy="719100"/>
          </a:xfrm>
          <a:prstGeom prst="rect">
            <a:avLst/>
          </a:prstGeom>
          <a:noFill/>
          <a:ln>
            <a:noFill/>
          </a:ln>
        </p:spPr>
        <p:txBody>
          <a:bodyPr anchorCtr="0" anchor="t" bIns="19050" lIns="19050" spcFirstLastPara="1" rIns="19050" wrap="square" tIns="19050">
            <a:noAutofit/>
          </a:bodyPr>
          <a:lstStyle/>
          <a:p>
            <a:pPr indent="0" lvl="0" marL="0" rtl="0" algn="l">
              <a:lnSpc>
                <a:spcPct val="150000"/>
              </a:lnSpc>
              <a:spcBef>
                <a:spcPts val="0"/>
              </a:spcBef>
              <a:spcAft>
                <a:spcPts val="0"/>
              </a:spcAft>
              <a:buNone/>
            </a:pPr>
            <a:r>
              <a:rPr b="1" lang="ja" sz="1300">
                <a:solidFill>
                  <a:schemeClr val="dk1"/>
                </a:solidFill>
                <a:latin typeface="Zen Kaku Gothic New"/>
                <a:ea typeface="Zen Kaku Gothic New"/>
                <a:cs typeface="Zen Kaku Gothic New"/>
                <a:sym typeface="Zen Kaku Gothic New"/>
              </a:rPr>
              <a:t>より医療の質の高い/アクセスのよい/早く受診できる </a:t>
            </a:r>
            <a:r>
              <a:rPr b="1" lang="ja" sz="1600">
                <a:solidFill>
                  <a:schemeClr val="dk1"/>
                </a:solidFill>
                <a:latin typeface="Zen Kaku Gothic New"/>
                <a:ea typeface="Zen Kaku Gothic New"/>
                <a:cs typeface="Zen Kaku Gothic New"/>
                <a:sym typeface="Zen Kaku Gothic New"/>
              </a:rPr>
              <a:t>患者と家族にとって、より良い選択肢 </a:t>
            </a:r>
            <a:r>
              <a:rPr b="1" lang="ja" sz="1300">
                <a:solidFill>
                  <a:schemeClr val="dk1"/>
                </a:solidFill>
                <a:latin typeface="Zen Kaku Gothic New"/>
                <a:ea typeface="Zen Kaku Gothic New"/>
                <a:cs typeface="Zen Kaku Gothic New"/>
                <a:sym typeface="Zen Kaku Gothic New"/>
              </a:rPr>
              <a:t>が得られる</a:t>
            </a:r>
            <a:endParaRPr b="1" sz="1300">
              <a:solidFill>
                <a:schemeClr val="dk1"/>
              </a:solidFill>
              <a:latin typeface="Zen Kaku Gothic New"/>
              <a:ea typeface="Zen Kaku Gothic New"/>
              <a:cs typeface="Zen Kaku Gothic New"/>
              <a:sym typeface="Zen Kaku Gothic New"/>
            </a:endParaRPr>
          </a:p>
          <a:p>
            <a:pPr indent="-311150" lvl="0" marL="457200" rtl="0" algn="l">
              <a:lnSpc>
                <a:spcPct val="150000"/>
              </a:lnSpc>
              <a:spcBef>
                <a:spcPts val="0"/>
              </a:spcBef>
              <a:spcAft>
                <a:spcPts val="0"/>
              </a:spcAft>
              <a:buClr>
                <a:schemeClr val="dk1"/>
              </a:buClr>
              <a:buSzPts val="1300"/>
              <a:buFont typeface="Zen Kaku Gothic New"/>
              <a:buChar char="●"/>
            </a:pPr>
            <a:r>
              <a:rPr b="1" lang="ja" sz="1300">
                <a:solidFill>
                  <a:schemeClr val="dk1"/>
                </a:solidFill>
                <a:latin typeface="Zen Kaku Gothic New"/>
                <a:ea typeface="Zen Kaku Gothic New"/>
                <a:cs typeface="Zen Kaku Gothic New"/>
                <a:sym typeface="Zen Kaku Gothic New"/>
              </a:rPr>
              <a:t>例: 連携強化によりかかりつけ医が最新の治療法がA病院でできることを知っていたため、同じ直腸がんでも人工肛門にならずに治療できるケースがある</a:t>
            </a:r>
            <a:endParaRPr sz="1300">
              <a:solidFill>
                <a:schemeClr val="dk1"/>
              </a:solidFill>
              <a:latin typeface="Zen Kaku Gothic New"/>
              <a:ea typeface="Zen Kaku Gothic New"/>
              <a:cs typeface="Zen Kaku Gothic New"/>
              <a:sym typeface="Zen Kaku Gothic New"/>
            </a:endParaRPr>
          </a:p>
        </p:txBody>
      </p:sp>
      <p:grpSp>
        <p:nvGrpSpPr>
          <p:cNvPr id="373" name="Google Shape;373;p57"/>
          <p:cNvGrpSpPr/>
          <p:nvPr/>
        </p:nvGrpSpPr>
        <p:grpSpPr>
          <a:xfrm>
            <a:off x="4913112" y="2633778"/>
            <a:ext cx="307046" cy="557714"/>
            <a:chOff x="3850975" y="1570325"/>
            <a:chExt cx="425625" cy="773100"/>
          </a:xfrm>
        </p:grpSpPr>
        <p:pic>
          <p:nvPicPr>
            <p:cNvPr id="374" name="Google Shape;374;p57"/>
            <p:cNvPicPr preferRelativeResize="0"/>
            <p:nvPr/>
          </p:nvPicPr>
          <p:blipFill>
            <a:blip r:embed="rId3">
              <a:alphaModFix/>
            </a:blip>
            <a:stretch>
              <a:fillRect/>
            </a:stretch>
          </p:blipFill>
          <p:spPr>
            <a:xfrm>
              <a:off x="3850975" y="1586750"/>
              <a:ext cx="425625" cy="756675"/>
            </a:xfrm>
            <a:prstGeom prst="rect">
              <a:avLst/>
            </a:prstGeom>
            <a:noFill/>
            <a:ln>
              <a:noFill/>
            </a:ln>
          </p:spPr>
        </p:pic>
        <p:pic>
          <p:nvPicPr>
            <p:cNvPr id="375" name="Google Shape;375;p57"/>
            <p:cNvPicPr preferRelativeResize="0"/>
            <p:nvPr/>
          </p:nvPicPr>
          <p:blipFill>
            <a:blip r:embed="rId4">
              <a:alphaModFix/>
            </a:blip>
            <a:stretch>
              <a:fillRect/>
            </a:stretch>
          </p:blipFill>
          <p:spPr>
            <a:xfrm>
              <a:off x="3935975" y="1570325"/>
              <a:ext cx="255625" cy="255625"/>
            </a:xfrm>
            <a:prstGeom prst="rect">
              <a:avLst/>
            </a:prstGeom>
            <a:noFill/>
            <a:ln>
              <a:noFill/>
            </a:ln>
          </p:spPr>
        </p:pic>
      </p:grpSp>
      <p:grpSp>
        <p:nvGrpSpPr>
          <p:cNvPr id="376" name="Google Shape;376;p57"/>
          <p:cNvGrpSpPr/>
          <p:nvPr/>
        </p:nvGrpSpPr>
        <p:grpSpPr>
          <a:xfrm>
            <a:off x="5499043" y="4458735"/>
            <a:ext cx="158971" cy="288753"/>
            <a:chOff x="3850975" y="1570325"/>
            <a:chExt cx="425625" cy="773100"/>
          </a:xfrm>
        </p:grpSpPr>
        <p:pic>
          <p:nvPicPr>
            <p:cNvPr id="377" name="Google Shape;377;p57"/>
            <p:cNvPicPr preferRelativeResize="0"/>
            <p:nvPr/>
          </p:nvPicPr>
          <p:blipFill>
            <a:blip r:embed="rId3">
              <a:alphaModFix/>
            </a:blip>
            <a:stretch>
              <a:fillRect/>
            </a:stretch>
          </p:blipFill>
          <p:spPr>
            <a:xfrm>
              <a:off x="3850975" y="1586750"/>
              <a:ext cx="425625" cy="756675"/>
            </a:xfrm>
            <a:prstGeom prst="rect">
              <a:avLst/>
            </a:prstGeom>
            <a:noFill/>
            <a:ln>
              <a:noFill/>
            </a:ln>
          </p:spPr>
        </p:pic>
        <p:pic>
          <p:nvPicPr>
            <p:cNvPr id="378" name="Google Shape;378;p57"/>
            <p:cNvPicPr preferRelativeResize="0"/>
            <p:nvPr/>
          </p:nvPicPr>
          <p:blipFill>
            <a:blip r:embed="rId4">
              <a:alphaModFix/>
            </a:blip>
            <a:stretch>
              <a:fillRect/>
            </a:stretch>
          </p:blipFill>
          <p:spPr>
            <a:xfrm>
              <a:off x="3935975" y="1570325"/>
              <a:ext cx="255625" cy="255625"/>
            </a:xfrm>
            <a:prstGeom prst="rect">
              <a:avLst/>
            </a:prstGeom>
            <a:noFill/>
            <a:ln>
              <a:noFill/>
            </a:ln>
          </p:spPr>
        </p:pic>
      </p:grpSp>
      <p:pic>
        <p:nvPicPr>
          <p:cNvPr id="379" name="Google Shape;379;p57"/>
          <p:cNvPicPr preferRelativeResize="0"/>
          <p:nvPr/>
        </p:nvPicPr>
        <p:blipFill>
          <a:blip r:embed="rId5">
            <a:alphaModFix/>
          </a:blip>
          <a:stretch>
            <a:fillRect/>
          </a:stretch>
        </p:blipFill>
        <p:spPr>
          <a:xfrm>
            <a:off x="1904427" y="3207948"/>
            <a:ext cx="311760" cy="413100"/>
          </a:xfrm>
          <a:prstGeom prst="rect">
            <a:avLst/>
          </a:prstGeom>
          <a:noFill/>
          <a:ln>
            <a:noFill/>
          </a:ln>
        </p:spPr>
      </p:pic>
      <p:grpSp>
        <p:nvGrpSpPr>
          <p:cNvPr id="380" name="Google Shape;380;p57"/>
          <p:cNvGrpSpPr/>
          <p:nvPr/>
        </p:nvGrpSpPr>
        <p:grpSpPr>
          <a:xfrm>
            <a:off x="4495810" y="3725685"/>
            <a:ext cx="158971" cy="288753"/>
            <a:chOff x="3850975" y="1570325"/>
            <a:chExt cx="425625" cy="773100"/>
          </a:xfrm>
        </p:grpSpPr>
        <p:pic>
          <p:nvPicPr>
            <p:cNvPr id="381" name="Google Shape;381;p57"/>
            <p:cNvPicPr preferRelativeResize="0"/>
            <p:nvPr/>
          </p:nvPicPr>
          <p:blipFill>
            <a:blip r:embed="rId3">
              <a:alphaModFix/>
            </a:blip>
            <a:stretch>
              <a:fillRect/>
            </a:stretch>
          </p:blipFill>
          <p:spPr>
            <a:xfrm>
              <a:off x="3850975" y="1586750"/>
              <a:ext cx="425625" cy="756675"/>
            </a:xfrm>
            <a:prstGeom prst="rect">
              <a:avLst/>
            </a:prstGeom>
            <a:noFill/>
            <a:ln>
              <a:noFill/>
            </a:ln>
          </p:spPr>
        </p:pic>
        <p:pic>
          <p:nvPicPr>
            <p:cNvPr id="382" name="Google Shape;382;p57"/>
            <p:cNvPicPr preferRelativeResize="0"/>
            <p:nvPr/>
          </p:nvPicPr>
          <p:blipFill>
            <a:blip r:embed="rId4">
              <a:alphaModFix/>
            </a:blip>
            <a:stretch>
              <a:fillRect/>
            </a:stretch>
          </p:blipFill>
          <p:spPr>
            <a:xfrm>
              <a:off x="3935975" y="1570325"/>
              <a:ext cx="255625" cy="255625"/>
            </a:xfrm>
            <a:prstGeom prst="rect">
              <a:avLst/>
            </a:prstGeom>
            <a:noFill/>
            <a:ln>
              <a:noFill/>
            </a:ln>
          </p:spPr>
        </p:pic>
      </p:grpSp>
      <p:pic>
        <p:nvPicPr>
          <p:cNvPr id="383" name="Google Shape;383;p57"/>
          <p:cNvPicPr preferRelativeResize="0"/>
          <p:nvPr/>
        </p:nvPicPr>
        <p:blipFill rotWithShape="1">
          <a:blip r:embed="rId6">
            <a:alphaModFix/>
          </a:blip>
          <a:srcRect b="23898" l="23521" r="20569" t="15799"/>
          <a:stretch/>
        </p:blipFill>
        <p:spPr>
          <a:xfrm>
            <a:off x="521843" y="3225326"/>
            <a:ext cx="317953" cy="342949"/>
          </a:xfrm>
          <a:prstGeom prst="rect">
            <a:avLst/>
          </a:prstGeom>
          <a:noFill/>
          <a:ln>
            <a:noFill/>
          </a:ln>
        </p:spPr>
      </p:pic>
      <p:grpSp>
        <p:nvGrpSpPr>
          <p:cNvPr id="384" name="Google Shape;384;p57"/>
          <p:cNvGrpSpPr/>
          <p:nvPr/>
        </p:nvGrpSpPr>
        <p:grpSpPr>
          <a:xfrm>
            <a:off x="4913112" y="3532203"/>
            <a:ext cx="307046" cy="557714"/>
            <a:chOff x="3850975" y="1570325"/>
            <a:chExt cx="425625" cy="773100"/>
          </a:xfrm>
        </p:grpSpPr>
        <p:pic>
          <p:nvPicPr>
            <p:cNvPr id="385" name="Google Shape;385;p57"/>
            <p:cNvPicPr preferRelativeResize="0"/>
            <p:nvPr/>
          </p:nvPicPr>
          <p:blipFill>
            <a:blip r:embed="rId3">
              <a:alphaModFix/>
            </a:blip>
            <a:stretch>
              <a:fillRect/>
            </a:stretch>
          </p:blipFill>
          <p:spPr>
            <a:xfrm>
              <a:off x="3850975" y="1586750"/>
              <a:ext cx="425625" cy="756675"/>
            </a:xfrm>
            <a:prstGeom prst="rect">
              <a:avLst/>
            </a:prstGeom>
            <a:noFill/>
            <a:ln>
              <a:noFill/>
            </a:ln>
          </p:spPr>
        </p:pic>
        <p:pic>
          <p:nvPicPr>
            <p:cNvPr id="386" name="Google Shape;386;p57"/>
            <p:cNvPicPr preferRelativeResize="0"/>
            <p:nvPr/>
          </p:nvPicPr>
          <p:blipFill>
            <a:blip r:embed="rId4">
              <a:alphaModFix/>
            </a:blip>
            <a:stretch>
              <a:fillRect/>
            </a:stretch>
          </p:blipFill>
          <p:spPr>
            <a:xfrm>
              <a:off x="3935975" y="1570325"/>
              <a:ext cx="255625" cy="255625"/>
            </a:xfrm>
            <a:prstGeom prst="rect">
              <a:avLst/>
            </a:prstGeom>
            <a:noFill/>
            <a:ln>
              <a:noFill/>
            </a:ln>
          </p:spPr>
        </p:pic>
      </p:grpSp>
      <p:grpSp>
        <p:nvGrpSpPr>
          <p:cNvPr id="387" name="Google Shape;387;p57"/>
          <p:cNvGrpSpPr/>
          <p:nvPr/>
        </p:nvGrpSpPr>
        <p:grpSpPr>
          <a:xfrm>
            <a:off x="6557487" y="4176828"/>
            <a:ext cx="307046" cy="557714"/>
            <a:chOff x="3850975" y="1570325"/>
            <a:chExt cx="425625" cy="773100"/>
          </a:xfrm>
        </p:grpSpPr>
        <p:pic>
          <p:nvPicPr>
            <p:cNvPr id="388" name="Google Shape;388;p57"/>
            <p:cNvPicPr preferRelativeResize="0"/>
            <p:nvPr/>
          </p:nvPicPr>
          <p:blipFill>
            <a:blip r:embed="rId3">
              <a:alphaModFix/>
            </a:blip>
            <a:stretch>
              <a:fillRect/>
            </a:stretch>
          </p:blipFill>
          <p:spPr>
            <a:xfrm>
              <a:off x="3850975" y="1586750"/>
              <a:ext cx="425625" cy="756675"/>
            </a:xfrm>
            <a:prstGeom prst="rect">
              <a:avLst/>
            </a:prstGeom>
            <a:noFill/>
            <a:ln>
              <a:noFill/>
            </a:ln>
          </p:spPr>
        </p:pic>
        <p:pic>
          <p:nvPicPr>
            <p:cNvPr id="389" name="Google Shape;389;p57"/>
            <p:cNvPicPr preferRelativeResize="0"/>
            <p:nvPr/>
          </p:nvPicPr>
          <p:blipFill>
            <a:blip r:embed="rId4">
              <a:alphaModFix/>
            </a:blip>
            <a:stretch>
              <a:fillRect/>
            </a:stretch>
          </p:blipFill>
          <p:spPr>
            <a:xfrm>
              <a:off x="3935975" y="1570325"/>
              <a:ext cx="255625" cy="255625"/>
            </a:xfrm>
            <a:prstGeom prst="rect">
              <a:avLst/>
            </a:prstGeom>
            <a:noFill/>
            <a:ln>
              <a:noFill/>
            </a:ln>
          </p:spPr>
        </p:pic>
      </p:grpSp>
      <p:sp>
        <p:nvSpPr>
          <p:cNvPr id="390" name="Google Shape;390;p57"/>
          <p:cNvSpPr txBox="1"/>
          <p:nvPr/>
        </p:nvSpPr>
        <p:spPr>
          <a:xfrm>
            <a:off x="4096850" y="2204425"/>
            <a:ext cx="25368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ja" sz="800">
                <a:solidFill>
                  <a:schemeClr val="dk1"/>
                </a:solidFill>
                <a:latin typeface="Zen Kaku Gothic New"/>
                <a:ea typeface="Zen Kaku Gothic New"/>
                <a:cs typeface="Zen Kaku Gothic New"/>
                <a:sym typeface="Zen Kaku Gothic New"/>
              </a:rPr>
              <a:t>地域連携活動が不十分な場合の、患者の選択肢</a:t>
            </a:r>
            <a:endParaRPr b="1" sz="800">
              <a:solidFill>
                <a:schemeClr val="dk1"/>
              </a:solidFill>
              <a:latin typeface="Zen Kaku Gothic New"/>
              <a:ea typeface="Zen Kaku Gothic New"/>
              <a:cs typeface="Zen Kaku Gothic New"/>
              <a:sym typeface="Zen Kaku Gothic New"/>
            </a:endParaRPr>
          </a:p>
        </p:txBody>
      </p:sp>
      <p:sp>
        <p:nvSpPr>
          <p:cNvPr id="391" name="Google Shape;391;p57"/>
          <p:cNvSpPr txBox="1"/>
          <p:nvPr/>
        </p:nvSpPr>
        <p:spPr>
          <a:xfrm>
            <a:off x="3849200" y="1663563"/>
            <a:ext cx="403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ja" sz="1000">
                <a:solidFill>
                  <a:schemeClr val="accent1"/>
                </a:solidFill>
                <a:latin typeface="Zen Kaku Gothic New"/>
                <a:ea typeface="Zen Kaku Gothic New"/>
                <a:cs typeface="Zen Kaku Gothic New"/>
                <a:sym typeface="Zen Kaku Gothic New"/>
              </a:rPr>
              <a:t>地域連携活動が十分な場合の、患者の選択肢</a:t>
            </a:r>
            <a:endParaRPr b="1" sz="1000">
              <a:solidFill>
                <a:schemeClr val="accent1"/>
              </a:solidFill>
              <a:latin typeface="Zen Kaku Gothic New"/>
              <a:ea typeface="Zen Kaku Gothic New"/>
              <a:cs typeface="Zen Kaku Gothic New"/>
              <a:sym typeface="Zen Kaku Gothic New"/>
            </a:endParaRPr>
          </a:p>
        </p:txBody>
      </p:sp>
      <p:cxnSp>
        <p:nvCxnSpPr>
          <p:cNvPr id="392" name="Google Shape;392;p57"/>
          <p:cNvCxnSpPr>
            <a:stCxn id="383" idx="3"/>
            <a:endCxn id="379" idx="1"/>
          </p:cNvCxnSpPr>
          <p:nvPr/>
        </p:nvCxnSpPr>
        <p:spPr>
          <a:xfrm>
            <a:off x="839796" y="3396800"/>
            <a:ext cx="1064700" cy="17700"/>
          </a:xfrm>
          <a:prstGeom prst="straightConnector1">
            <a:avLst/>
          </a:prstGeom>
          <a:noFill/>
          <a:ln cap="flat" cmpd="sng" w="19050">
            <a:solidFill>
              <a:schemeClr val="accent4"/>
            </a:solidFill>
            <a:prstDash val="solid"/>
            <a:round/>
            <a:headEnd len="med" w="med" type="none"/>
            <a:tailEnd len="med" w="med" type="triangle"/>
          </a:ln>
        </p:spPr>
      </p:cxnSp>
      <p:grpSp>
        <p:nvGrpSpPr>
          <p:cNvPr id="393" name="Google Shape;393;p57"/>
          <p:cNvGrpSpPr/>
          <p:nvPr/>
        </p:nvGrpSpPr>
        <p:grpSpPr>
          <a:xfrm>
            <a:off x="6675612" y="2774828"/>
            <a:ext cx="307046" cy="557714"/>
            <a:chOff x="3850975" y="1570325"/>
            <a:chExt cx="425625" cy="773100"/>
          </a:xfrm>
        </p:grpSpPr>
        <p:pic>
          <p:nvPicPr>
            <p:cNvPr id="394" name="Google Shape;394;p57"/>
            <p:cNvPicPr preferRelativeResize="0"/>
            <p:nvPr/>
          </p:nvPicPr>
          <p:blipFill>
            <a:blip r:embed="rId3">
              <a:alphaModFix/>
            </a:blip>
            <a:stretch>
              <a:fillRect/>
            </a:stretch>
          </p:blipFill>
          <p:spPr>
            <a:xfrm>
              <a:off x="3850975" y="1586750"/>
              <a:ext cx="425625" cy="756675"/>
            </a:xfrm>
            <a:prstGeom prst="rect">
              <a:avLst/>
            </a:prstGeom>
            <a:noFill/>
            <a:ln>
              <a:noFill/>
            </a:ln>
          </p:spPr>
        </p:pic>
        <p:pic>
          <p:nvPicPr>
            <p:cNvPr id="395" name="Google Shape;395;p57"/>
            <p:cNvPicPr preferRelativeResize="0"/>
            <p:nvPr/>
          </p:nvPicPr>
          <p:blipFill>
            <a:blip r:embed="rId4">
              <a:alphaModFix/>
            </a:blip>
            <a:stretch>
              <a:fillRect/>
            </a:stretch>
          </p:blipFill>
          <p:spPr>
            <a:xfrm>
              <a:off x="3935975" y="1570325"/>
              <a:ext cx="255625" cy="255625"/>
            </a:xfrm>
            <a:prstGeom prst="rect">
              <a:avLst/>
            </a:prstGeom>
            <a:noFill/>
            <a:ln>
              <a:noFill/>
            </a:ln>
          </p:spPr>
        </p:pic>
      </p:grpSp>
      <p:grpSp>
        <p:nvGrpSpPr>
          <p:cNvPr id="396" name="Google Shape;396;p57"/>
          <p:cNvGrpSpPr/>
          <p:nvPr/>
        </p:nvGrpSpPr>
        <p:grpSpPr>
          <a:xfrm>
            <a:off x="4500622" y="4458735"/>
            <a:ext cx="158971" cy="288753"/>
            <a:chOff x="3850975" y="1570325"/>
            <a:chExt cx="425625" cy="773100"/>
          </a:xfrm>
        </p:grpSpPr>
        <p:pic>
          <p:nvPicPr>
            <p:cNvPr id="397" name="Google Shape;397;p57"/>
            <p:cNvPicPr preferRelativeResize="0"/>
            <p:nvPr/>
          </p:nvPicPr>
          <p:blipFill>
            <a:blip r:embed="rId3">
              <a:alphaModFix/>
            </a:blip>
            <a:stretch>
              <a:fillRect/>
            </a:stretch>
          </p:blipFill>
          <p:spPr>
            <a:xfrm>
              <a:off x="3850975" y="1586750"/>
              <a:ext cx="425625" cy="756675"/>
            </a:xfrm>
            <a:prstGeom prst="rect">
              <a:avLst/>
            </a:prstGeom>
            <a:noFill/>
            <a:ln>
              <a:noFill/>
            </a:ln>
          </p:spPr>
        </p:pic>
        <p:pic>
          <p:nvPicPr>
            <p:cNvPr id="398" name="Google Shape;398;p57"/>
            <p:cNvPicPr preferRelativeResize="0"/>
            <p:nvPr/>
          </p:nvPicPr>
          <p:blipFill>
            <a:blip r:embed="rId4">
              <a:alphaModFix/>
            </a:blip>
            <a:stretch>
              <a:fillRect/>
            </a:stretch>
          </p:blipFill>
          <p:spPr>
            <a:xfrm>
              <a:off x="3935975" y="1570325"/>
              <a:ext cx="255625" cy="255625"/>
            </a:xfrm>
            <a:prstGeom prst="rect">
              <a:avLst/>
            </a:prstGeom>
            <a:noFill/>
            <a:ln>
              <a:noFill/>
            </a:ln>
          </p:spPr>
        </p:pic>
      </p:grpSp>
      <p:sp>
        <p:nvSpPr>
          <p:cNvPr id="399" name="Google Shape;399;p57"/>
          <p:cNvSpPr txBox="1"/>
          <p:nvPr/>
        </p:nvSpPr>
        <p:spPr>
          <a:xfrm>
            <a:off x="2216175" y="2711775"/>
            <a:ext cx="16329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800">
                <a:latin typeface="Zen Kaku Gothic New"/>
                <a:ea typeface="Zen Kaku Gothic New"/>
                <a:cs typeface="Zen Kaku Gothic New"/>
                <a:sym typeface="Zen Kaku Gothic New"/>
              </a:rPr>
              <a:t>クリニックの知る情報をベースに紹介の候補先を打診</a:t>
            </a:r>
            <a:endParaRPr sz="800">
              <a:latin typeface="Zen Kaku Gothic New"/>
              <a:ea typeface="Zen Kaku Gothic New"/>
              <a:cs typeface="Zen Kaku Gothic New"/>
              <a:sym typeface="Zen Kaku Gothic New"/>
            </a:endParaRPr>
          </a:p>
        </p:txBody>
      </p:sp>
      <p:cxnSp>
        <p:nvCxnSpPr>
          <p:cNvPr id="400" name="Google Shape;400;p57"/>
          <p:cNvCxnSpPr/>
          <p:nvPr/>
        </p:nvCxnSpPr>
        <p:spPr>
          <a:xfrm>
            <a:off x="2216180" y="3365630"/>
            <a:ext cx="852900" cy="0"/>
          </a:xfrm>
          <a:prstGeom prst="straightConnector1">
            <a:avLst/>
          </a:prstGeom>
          <a:noFill/>
          <a:ln cap="flat" cmpd="sng" w="19050">
            <a:solidFill>
              <a:schemeClr val="accent4"/>
            </a:solidFill>
            <a:prstDash val="solid"/>
            <a:round/>
            <a:headEnd len="med" w="med" type="none"/>
            <a:tailEnd len="med" w="med" type="triangle"/>
          </a:ln>
        </p:spPr>
      </p:cxnSp>
      <p:cxnSp>
        <p:nvCxnSpPr>
          <p:cNvPr id="401" name="Google Shape;401;p57"/>
          <p:cNvCxnSpPr/>
          <p:nvPr/>
        </p:nvCxnSpPr>
        <p:spPr>
          <a:xfrm>
            <a:off x="2216180" y="3365630"/>
            <a:ext cx="872400" cy="413100"/>
          </a:xfrm>
          <a:prstGeom prst="straightConnector1">
            <a:avLst/>
          </a:prstGeom>
          <a:noFill/>
          <a:ln cap="flat" cmpd="sng" w="19050">
            <a:solidFill>
              <a:schemeClr val="accent4"/>
            </a:solidFill>
            <a:prstDash val="solid"/>
            <a:round/>
            <a:headEnd len="med" w="med" type="none"/>
            <a:tailEnd len="med" w="med" type="triangle"/>
          </a:ln>
        </p:spPr>
      </p:cxnSp>
      <p:cxnSp>
        <p:nvCxnSpPr>
          <p:cNvPr id="402" name="Google Shape;402;p57"/>
          <p:cNvCxnSpPr/>
          <p:nvPr/>
        </p:nvCxnSpPr>
        <p:spPr>
          <a:xfrm>
            <a:off x="4381950" y="1032050"/>
            <a:ext cx="3419400" cy="0"/>
          </a:xfrm>
          <a:prstGeom prst="straightConnector1">
            <a:avLst/>
          </a:prstGeom>
          <a:noFill/>
          <a:ln cap="flat" cmpd="sng" w="28575">
            <a:solidFill>
              <a:schemeClr val="dk1"/>
            </a:solidFill>
            <a:prstDash val="solid"/>
            <a:round/>
            <a:headEnd len="med" w="med" type="none"/>
            <a:tailEnd len="med" w="med" type="none"/>
          </a:ln>
        </p:spPr>
      </p:cxnSp>
      <p:sp>
        <p:nvSpPr>
          <p:cNvPr id="403" name="Google Shape;403;p57"/>
          <p:cNvSpPr txBox="1"/>
          <p:nvPr>
            <p:ph idx="12" type="sldNum"/>
          </p:nvPr>
        </p:nvSpPr>
        <p:spPr>
          <a:xfrm>
            <a:off x="8763484" y="4749901"/>
            <a:ext cx="5487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fld id="{00000000-1234-1234-1234-123412341234}" type="slidenum">
              <a:rPr lang="ja"/>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pic>
        <p:nvPicPr>
          <p:cNvPr id="408" name="Google Shape;408;p58" title="Vector 15.png"/>
          <p:cNvPicPr preferRelativeResize="0"/>
          <p:nvPr/>
        </p:nvPicPr>
        <p:blipFill rotWithShape="1">
          <a:blip r:embed="rId3">
            <a:alphaModFix/>
          </a:blip>
          <a:srcRect b="10210" l="6478" r="18973" t="34391"/>
          <a:stretch/>
        </p:blipFill>
        <p:spPr>
          <a:xfrm>
            <a:off x="1850" y="0"/>
            <a:ext cx="9144003" cy="5143498"/>
          </a:xfrm>
          <a:prstGeom prst="rect">
            <a:avLst/>
          </a:prstGeom>
          <a:noFill/>
          <a:ln>
            <a:noFill/>
          </a:ln>
        </p:spPr>
      </p:pic>
      <p:grpSp>
        <p:nvGrpSpPr>
          <p:cNvPr id="409" name="Google Shape;409;p58"/>
          <p:cNvGrpSpPr/>
          <p:nvPr/>
        </p:nvGrpSpPr>
        <p:grpSpPr>
          <a:xfrm>
            <a:off x="-90223" y="946038"/>
            <a:ext cx="7416313" cy="4076412"/>
            <a:chOff x="-90223" y="946038"/>
            <a:chExt cx="7416313" cy="4076412"/>
          </a:xfrm>
        </p:grpSpPr>
        <p:sp>
          <p:nvSpPr>
            <p:cNvPr id="410" name="Google Shape;410;p58"/>
            <p:cNvSpPr/>
            <p:nvPr/>
          </p:nvSpPr>
          <p:spPr>
            <a:xfrm rot="-7060049">
              <a:off x="3385715" y="-898781"/>
              <a:ext cx="202223" cy="7968561"/>
            </a:xfrm>
            <a:prstGeom prst="triangle">
              <a:avLst>
                <a:gd fmla="val 50000" name="adj"/>
              </a:avLst>
            </a:prstGeom>
            <a:gradFill>
              <a:gsLst>
                <a:gs pos="0">
                  <a:srgbClr val="00E196"/>
                </a:gs>
                <a:gs pos="100000">
                  <a:srgbClr val="005A4B"/>
                </a:gs>
              </a:gsLst>
              <a:lin ang="8100019"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Zen Kaku Gothic New"/>
                <a:ea typeface="Zen Kaku Gothic New"/>
                <a:cs typeface="Zen Kaku Gothic New"/>
                <a:sym typeface="Zen Kaku Gothic New"/>
              </a:endParaRPr>
            </a:p>
          </p:txBody>
        </p:sp>
        <p:sp>
          <p:nvSpPr>
            <p:cNvPr id="411" name="Google Shape;411;p58"/>
            <p:cNvSpPr/>
            <p:nvPr/>
          </p:nvSpPr>
          <p:spPr>
            <a:xfrm rot="3787432">
              <a:off x="6911302" y="1065940"/>
              <a:ext cx="420074" cy="246195"/>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Zen Kaku Gothic New"/>
                <a:ea typeface="Zen Kaku Gothic New"/>
                <a:cs typeface="Zen Kaku Gothic New"/>
                <a:sym typeface="Zen Kaku Gothic New"/>
              </a:endParaRPr>
            </a:p>
          </p:txBody>
        </p:sp>
      </p:grpSp>
      <p:sp>
        <p:nvSpPr>
          <p:cNvPr id="412" name="Google Shape;412;p58"/>
          <p:cNvSpPr txBox="1"/>
          <p:nvPr>
            <p:ph idx="12" type="sldNum"/>
          </p:nvPr>
        </p:nvSpPr>
        <p:spPr>
          <a:xfrm>
            <a:off x="8763484" y="4749901"/>
            <a:ext cx="5487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fld id="{00000000-1234-1234-1234-123412341234}" type="slidenum">
              <a:rPr lang="ja"/>
              <a:t>‹#›</a:t>
            </a:fld>
            <a:endParaRPr/>
          </a:p>
        </p:txBody>
      </p:sp>
      <p:sp>
        <p:nvSpPr>
          <p:cNvPr id="413" name="Google Shape;413;p58"/>
          <p:cNvSpPr/>
          <p:nvPr/>
        </p:nvSpPr>
        <p:spPr>
          <a:xfrm>
            <a:off x="1850" y="519125"/>
            <a:ext cx="6956100" cy="28500"/>
          </a:xfrm>
          <a:prstGeom prst="rect">
            <a:avLst/>
          </a:prstGeom>
          <a:gradFill>
            <a:gsLst>
              <a:gs pos="0">
                <a:srgbClr val="005A4B"/>
              </a:gs>
              <a:gs pos="100000">
                <a:srgbClr val="00E196"/>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58"/>
          <p:cNvSpPr txBox="1"/>
          <p:nvPr/>
        </p:nvSpPr>
        <p:spPr>
          <a:xfrm>
            <a:off x="305700" y="823200"/>
            <a:ext cx="4119900" cy="946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ja" sz="1500">
                <a:solidFill>
                  <a:srgbClr val="000000"/>
                </a:solidFill>
                <a:latin typeface="Zen Kaku Gothic New Medium"/>
                <a:ea typeface="Zen Kaku Gothic New Medium"/>
                <a:cs typeface="Zen Kaku Gothic New Medium"/>
                <a:sym typeface="Zen Kaku Gothic New Medium"/>
              </a:rPr>
              <a:t>病院経営の改善を目指し、SaaSで培った業務理解・データ基盤・PS能力をもとに</a:t>
            </a:r>
            <a:endParaRPr sz="1500">
              <a:solidFill>
                <a:srgbClr val="000000"/>
              </a:solidFill>
              <a:latin typeface="Zen Kaku Gothic New Medium"/>
              <a:ea typeface="Zen Kaku Gothic New Medium"/>
              <a:cs typeface="Zen Kaku Gothic New Medium"/>
              <a:sym typeface="Zen Kaku Gothic New Medium"/>
            </a:endParaRPr>
          </a:p>
          <a:p>
            <a:pPr indent="0" lvl="0" marL="0" rtl="0" algn="l">
              <a:lnSpc>
                <a:spcPct val="115000"/>
              </a:lnSpc>
              <a:spcBef>
                <a:spcPts val="0"/>
              </a:spcBef>
              <a:spcAft>
                <a:spcPts val="0"/>
              </a:spcAft>
              <a:buNone/>
            </a:pPr>
            <a:r>
              <a:rPr lang="ja" sz="1500">
                <a:solidFill>
                  <a:srgbClr val="000000"/>
                </a:solidFill>
                <a:latin typeface="Zen Kaku Gothic New Medium"/>
                <a:ea typeface="Zen Kaku Gothic New Medium"/>
                <a:cs typeface="Zen Kaku Gothic New Medium"/>
                <a:sym typeface="Zen Kaku Gothic New Medium"/>
              </a:rPr>
              <a:t> AIソリューションへ拡張していく</a:t>
            </a:r>
            <a:endParaRPr sz="1500">
              <a:solidFill>
                <a:srgbClr val="000000"/>
              </a:solidFill>
              <a:latin typeface="Zen Kaku Gothic New Medium"/>
              <a:ea typeface="Zen Kaku Gothic New Medium"/>
              <a:cs typeface="Zen Kaku Gothic New Medium"/>
              <a:sym typeface="Zen Kaku Gothic New Medium"/>
            </a:endParaRPr>
          </a:p>
        </p:txBody>
      </p:sp>
      <p:pic>
        <p:nvPicPr>
          <p:cNvPr id="415" name="Google Shape;415;p58" title="Ellipse 4.png"/>
          <p:cNvPicPr preferRelativeResize="0"/>
          <p:nvPr/>
        </p:nvPicPr>
        <p:blipFill rotWithShape="1">
          <a:blip r:embed="rId4">
            <a:alphaModFix/>
          </a:blip>
          <a:srcRect b="0" l="0" r="3781" t="19446"/>
          <a:stretch/>
        </p:blipFill>
        <p:spPr>
          <a:xfrm>
            <a:off x="7138575" y="0"/>
            <a:ext cx="2005426" cy="1678875"/>
          </a:xfrm>
          <a:prstGeom prst="rect">
            <a:avLst/>
          </a:prstGeom>
          <a:noFill/>
          <a:ln>
            <a:noFill/>
          </a:ln>
        </p:spPr>
      </p:pic>
      <p:grpSp>
        <p:nvGrpSpPr>
          <p:cNvPr id="416" name="Google Shape;416;p58"/>
          <p:cNvGrpSpPr/>
          <p:nvPr/>
        </p:nvGrpSpPr>
        <p:grpSpPr>
          <a:xfrm rot="694710">
            <a:off x="2958953" y="3151610"/>
            <a:ext cx="1118658" cy="437220"/>
            <a:chOff x="3091670" y="3418400"/>
            <a:chExt cx="1118715" cy="437242"/>
          </a:xfrm>
        </p:grpSpPr>
        <p:sp>
          <p:nvSpPr>
            <p:cNvPr id="417" name="Google Shape;417;p58"/>
            <p:cNvSpPr/>
            <p:nvPr/>
          </p:nvSpPr>
          <p:spPr>
            <a:xfrm rot="-6141192">
              <a:off x="3484299" y="3222620"/>
              <a:ext cx="148641" cy="923445"/>
            </a:xfrm>
            <a:prstGeom prst="triangle">
              <a:avLst>
                <a:gd fmla="val 62569" name="adj"/>
              </a:avLst>
            </a:prstGeom>
            <a:solidFill>
              <a:srgbClr val="00AC7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8" name="Google Shape;418;p58"/>
            <p:cNvSpPr/>
            <p:nvPr/>
          </p:nvSpPr>
          <p:spPr>
            <a:xfrm rot="4694056">
              <a:off x="3953711" y="3477617"/>
              <a:ext cx="273650" cy="187866"/>
            </a:xfrm>
            <a:prstGeom prst="triangle">
              <a:avLst>
                <a:gd fmla="val 48011" name="adj"/>
              </a:avLst>
            </a:prstGeom>
            <a:solidFill>
              <a:srgbClr val="00AC7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419" name="Google Shape;419;p58"/>
          <p:cNvGrpSpPr/>
          <p:nvPr/>
        </p:nvGrpSpPr>
        <p:grpSpPr>
          <a:xfrm>
            <a:off x="503053" y="3281756"/>
            <a:ext cx="1748735" cy="1748735"/>
            <a:chOff x="889450" y="3354375"/>
            <a:chExt cx="1626125" cy="1626125"/>
          </a:xfrm>
        </p:grpSpPr>
        <p:pic>
          <p:nvPicPr>
            <p:cNvPr id="420" name="Google Shape;420;p58" title="Ellipse 3.png"/>
            <p:cNvPicPr preferRelativeResize="0"/>
            <p:nvPr/>
          </p:nvPicPr>
          <p:blipFill>
            <a:blip r:embed="rId5">
              <a:alphaModFix/>
            </a:blip>
            <a:stretch>
              <a:fillRect/>
            </a:stretch>
          </p:blipFill>
          <p:spPr>
            <a:xfrm>
              <a:off x="889450" y="3354375"/>
              <a:ext cx="1626125" cy="1626125"/>
            </a:xfrm>
            <a:prstGeom prst="rect">
              <a:avLst/>
            </a:prstGeom>
            <a:noFill/>
            <a:ln>
              <a:noFill/>
            </a:ln>
          </p:spPr>
        </p:pic>
        <p:sp>
          <p:nvSpPr>
            <p:cNvPr id="421" name="Google Shape;421;p58"/>
            <p:cNvSpPr txBox="1"/>
            <p:nvPr/>
          </p:nvSpPr>
          <p:spPr>
            <a:xfrm>
              <a:off x="1314613" y="3787239"/>
              <a:ext cx="775800" cy="385800"/>
            </a:xfrm>
            <a:prstGeom prst="rect">
              <a:avLst/>
            </a:prstGeom>
            <a:noFill/>
            <a:ln>
              <a:noFill/>
            </a:ln>
          </p:spPr>
          <p:txBody>
            <a:bodyPr anchorCtr="0" anchor="t" bIns="98325" lIns="98325" spcFirstLastPara="1" rIns="98325" wrap="square" tIns="98325">
              <a:spAutoFit/>
            </a:bodyPr>
            <a:lstStyle/>
            <a:p>
              <a:pPr indent="0" lvl="0" marL="0" rtl="0" algn="l">
                <a:spcBef>
                  <a:spcPts val="0"/>
                </a:spcBef>
                <a:spcAft>
                  <a:spcPts val="0"/>
                </a:spcAft>
                <a:buNone/>
              </a:pPr>
              <a:r>
                <a:rPr b="1" lang="ja" sz="1406">
                  <a:solidFill>
                    <a:srgbClr val="FFFFFF"/>
                  </a:solidFill>
                </a:rPr>
                <a:t>STEP1</a:t>
              </a:r>
              <a:endParaRPr b="1" sz="1406">
                <a:solidFill>
                  <a:srgbClr val="FFFFFF"/>
                </a:solidFill>
              </a:endParaRPr>
            </a:p>
          </p:txBody>
        </p:sp>
        <p:sp>
          <p:nvSpPr>
            <p:cNvPr id="422" name="Google Shape;422;p58"/>
            <p:cNvSpPr txBox="1"/>
            <p:nvPr/>
          </p:nvSpPr>
          <p:spPr>
            <a:xfrm>
              <a:off x="1299763" y="4011152"/>
              <a:ext cx="805500" cy="485400"/>
            </a:xfrm>
            <a:prstGeom prst="rect">
              <a:avLst/>
            </a:prstGeom>
            <a:noFill/>
            <a:ln>
              <a:noFill/>
            </a:ln>
          </p:spPr>
          <p:txBody>
            <a:bodyPr anchorCtr="0" anchor="t" bIns="98325" lIns="98325" spcFirstLastPara="1" rIns="98325" wrap="square" tIns="98325">
              <a:spAutoFit/>
            </a:bodyPr>
            <a:lstStyle/>
            <a:p>
              <a:pPr indent="0" lvl="0" marL="0" rtl="0" algn="l">
                <a:spcBef>
                  <a:spcPts val="0"/>
                </a:spcBef>
                <a:spcAft>
                  <a:spcPts val="0"/>
                </a:spcAft>
                <a:buNone/>
              </a:pPr>
              <a:r>
                <a:rPr b="1" lang="ja" sz="2100">
                  <a:solidFill>
                    <a:srgbClr val="FFFFFF"/>
                  </a:solidFill>
                </a:rPr>
                <a:t>SaaS</a:t>
              </a:r>
              <a:endParaRPr b="1" sz="2100">
                <a:solidFill>
                  <a:srgbClr val="FFFFFF"/>
                </a:solidFill>
              </a:endParaRPr>
            </a:p>
          </p:txBody>
        </p:sp>
      </p:grpSp>
      <p:grpSp>
        <p:nvGrpSpPr>
          <p:cNvPr id="423" name="Google Shape;423;p58"/>
          <p:cNvGrpSpPr/>
          <p:nvPr/>
        </p:nvGrpSpPr>
        <p:grpSpPr>
          <a:xfrm>
            <a:off x="4425438" y="1259775"/>
            <a:ext cx="1678875" cy="1678875"/>
            <a:chOff x="4425438" y="1259775"/>
            <a:chExt cx="1678875" cy="1678875"/>
          </a:xfrm>
        </p:grpSpPr>
        <p:pic>
          <p:nvPicPr>
            <p:cNvPr id="424" name="Google Shape;424;p58" title="Ellipse 2.png"/>
            <p:cNvPicPr preferRelativeResize="0"/>
            <p:nvPr/>
          </p:nvPicPr>
          <p:blipFill>
            <a:blip r:embed="rId6">
              <a:alphaModFix/>
            </a:blip>
            <a:stretch>
              <a:fillRect/>
            </a:stretch>
          </p:blipFill>
          <p:spPr>
            <a:xfrm>
              <a:off x="4425438" y="1259775"/>
              <a:ext cx="1678875" cy="1678875"/>
            </a:xfrm>
            <a:prstGeom prst="rect">
              <a:avLst/>
            </a:prstGeom>
            <a:noFill/>
            <a:ln>
              <a:noFill/>
            </a:ln>
          </p:spPr>
        </p:pic>
        <p:sp>
          <p:nvSpPr>
            <p:cNvPr id="425" name="Google Shape;425;p58"/>
            <p:cNvSpPr txBox="1"/>
            <p:nvPr/>
          </p:nvSpPr>
          <p:spPr>
            <a:xfrm>
              <a:off x="4862125" y="1696850"/>
              <a:ext cx="805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ja">
                  <a:solidFill>
                    <a:srgbClr val="FFFFFF"/>
                  </a:solidFill>
                </a:rPr>
                <a:t>STEP2</a:t>
              </a:r>
              <a:endParaRPr b="1">
                <a:solidFill>
                  <a:srgbClr val="FFFFFF"/>
                </a:solidFill>
              </a:endParaRPr>
            </a:p>
          </p:txBody>
        </p:sp>
        <p:sp>
          <p:nvSpPr>
            <p:cNvPr id="426" name="Google Shape;426;p58"/>
            <p:cNvSpPr txBox="1"/>
            <p:nvPr/>
          </p:nvSpPr>
          <p:spPr>
            <a:xfrm>
              <a:off x="5034325" y="1957040"/>
              <a:ext cx="4611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ja" sz="2100">
                  <a:solidFill>
                    <a:srgbClr val="FFFFFF"/>
                  </a:solidFill>
                </a:rPr>
                <a:t>AI</a:t>
              </a:r>
              <a:endParaRPr b="1" sz="2100">
                <a:solidFill>
                  <a:srgbClr val="FFFFFF"/>
                </a:solidFill>
              </a:endParaRPr>
            </a:p>
          </p:txBody>
        </p:sp>
      </p:grpSp>
      <p:sp>
        <p:nvSpPr>
          <p:cNvPr id="427" name="Google Shape;427;p58"/>
          <p:cNvSpPr/>
          <p:nvPr/>
        </p:nvSpPr>
        <p:spPr>
          <a:xfrm>
            <a:off x="2327946" y="4011700"/>
            <a:ext cx="3108300" cy="6978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28" name="Google Shape;428;p58"/>
          <p:cNvSpPr txBox="1"/>
          <p:nvPr/>
        </p:nvSpPr>
        <p:spPr>
          <a:xfrm>
            <a:off x="2327947" y="4068100"/>
            <a:ext cx="3108300" cy="58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ja" sz="1200">
                <a:solidFill>
                  <a:srgbClr val="000000"/>
                </a:solidFill>
              </a:rPr>
              <a:t>患者増加に向けた価値提供を軸に、</a:t>
            </a:r>
            <a:endParaRPr sz="1200">
              <a:solidFill>
                <a:srgbClr val="000000"/>
              </a:solidFill>
            </a:endParaRPr>
          </a:p>
          <a:p>
            <a:pPr indent="0" lvl="0" marL="0" rtl="0" algn="l">
              <a:lnSpc>
                <a:spcPct val="115000"/>
              </a:lnSpc>
              <a:spcBef>
                <a:spcPts val="0"/>
              </a:spcBef>
              <a:spcAft>
                <a:spcPts val="0"/>
              </a:spcAft>
              <a:buNone/>
            </a:pPr>
            <a:r>
              <a:rPr lang="ja" sz="1200">
                <a:solidFill>
                  <a:srgbClr val="000000"/>
                </a:solidFill>
              </a:rPr>
              <a:t>SaaS・データ基盤・PSを強化し事業拡大</a:t>
            </a:r>
            <a:endParaRPr sz="1200">
              <a:solidFill>
                <a:srgbClr val="000000"/>
              </a:solidFill>
            </a:endParaRPr>
          </a:p>
        </p:txBody>
      </p:sp>
      <p:grpSp>
        <p:nvGrpSpPr>
          <p:cNvPr id="429" name="Google Shape;429;p58"/>
          <p:cNvGrpSpPr/>
          <p:nvPr/>
        </p:nvGrpSpPr>
        <p:grpSpPr>
          <a:xfrm>
            <a:off x="4205900" y="2955848"/>
            <a:ext cx="2688300" cy="906813"/>
            <a:chOff x="4183725" y="3110250"/>
            <a:chExt cx="2688300" cy="906813"/>
          </a:xfrm>
        </p:grpSpPr>
        <p:sp>
          <p:nvSpPr>
            <p:cNvPr id="430" name="Google Shape;430;p58"/>
            <p:cNvSpPr/>
            <p:nvPr/>
          </p:nvSpPr>
          <p:spPr>
            <a:xfrm>
              <a:off x="4183725" y="3319263"/>
              <a:ext cx="2688300" cy="6978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1" name="Google Shape;431;p58"/>
            <p:cNvSpPr txBox="1"/>
            <p:nvPr/>
          </p:nvSpPr>
          <p:spPr>
            <a:xfrm>
              <a:off x="4237750" y="3386038"/>
              <a:ext cx="2609400" cy="58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ja" sz="1200">
                  <a:solidFill>
                    <a:srgbClr val="000000"/>
                  </a:solidFill>
                </a:rPr>
                <a:t>培ったSaaS基盤とPS能力を活かし</a:t>
              </a:r>
              <a:endParaRPr sz="1200">
                <a:solidFill>
                  <a:srgbClr val="000000"/>
                </a:solidFill>
              </a:endParaRPr>
            </a:p>
            <a:p>
              <a:pPr indent="0" lvl="0" marL="0" rtl="0" algn="l">
                <a:lnSpc>
                  <a:spcPct val="115000"/>
                </a:lnSpc>
                <a:spcBef>
                  <a:spcPts val="0"/>
                </a:spcBef>
                <a:spcAft>
                  <a:spcPts val="0"/>
                </a:spcAft>
                <a:buNone/>
              </a:pPr>
              <a:r>
                <a:rPr lang="ja" sz="1200">
                  <a:solidFill>
                    <a:srgbClr val="000000"/>
                  </a:solidFill>
                </a:rPr>
                <a:t>包括期病院市場へのforo事業を展開</a:t>
              </a:r>
              <a:endParaRPr sz="1200">
                <a:solidFill>
                  <a:srgbClr val="000000"/>
                </a:solidFill>
              </a:endParaRPr>
            </a:p>
          </p:txBody>
        </p:sp>
        <p:sp>
          <p:nvSpPr>
            <p:cNvPr id="432" name="Google Shape;432;p58"/>
            <p:cNvSpPr txBox="1"/>
            <p:nvPr/>
          </p:nvSpPr>
          <p:spPr>
            <a:xfrm>
              <a:off x="4237750" y="3110250"/>
              <a:ext cx="1495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ja">
                  <a:solidFill>
                    <a:srgbClr val="005A4B"/>
                  </a:solidFill>
                  <a:latin typeface="Zen Kaku Gothic New"/>
                  <a:ea typeface="Zen Kaku Gothic New"/>
                  <a:cs typeface="Zen Kaku Gothic New"/>
                  <a:sym typeface="Zen Kaku Gothic New"/>
                </a:rPr>
                <a:t>近隣市場へ展開</a:t>
              </a:r>
              <a:endParaRPr b="1">
                <a:solidFill>
                  <a:srgbClr val="005A4B"/>
                </a:solidFill>
                <a:latin typeface="Zen Kaku Gothic New"/>
                <a:ea typeface="Zen Kaku Gothic New"/>
                <a:cs typeface="Zen Kaku Gothic New"/>
                <a:sym typeface="Zen Kaku Gothic New"/>
              </a:endParaRPr>
            </a:p>
          </p:txBody>
        </p:sp>
      </p:grpSp>
      <p:sp>
        <p:nvSpPr>
          <p:cNvPr id="433" name="Google Shape;433;p58"/>
          <p:cNvSpPr/>
          <p:nvPr/>
        </p:nvSpPr>
        <p:spPr>
          <a:xfrm>
            <a:off x="6243808" y="1830450"/>
            <a:ext cx="2596500" cy="10671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4" name="Google Shape;434;p58"/>
          <p:cNvSpPr txBox="1"/>
          <p:nvPr/>
        </p:nvSpPr>
        <p:spPr>
          <a:xfrm>
            <a:off x="6293633" y="1871400"/>
            <a:ext cx="2546700" cy="1006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ja" sz="1200">
                <a:solidFill>
                  <a:srgbClr val="000000"/>
                </a:solidFill>
              </a:rPr>
              <a:t>蓄積したデータと現場の知見を、AIという強力な武器に。</a:t>
            </a:r>
            <a:endParaRPr sz="1200">
              <a:solidFill>
                <a:srgbClr val="000000"/>
              </a:solidFill>
            </a:endParaRPr>
          </a:p>
          <a:p>
            <a:pPr indent="0" lvl="0" marL="0" rtl="0" algn="l">
              <a:lnSpc>
                <a:spcPct val="115000"/>
              </a:lnSpc>
              <a:spcBef>
                <a:spcPts val="0"/>
              </a:spcBef>
              <a:spcAft>
                <a:spcPts val="0"/>
              </a:spcAft>
              <a:buNone/>
            </a:pPr>
            <a:r>
              <a:rPr lang="ja" sz="1200">
                <a:solidFill>
                  <a:srgbClr val="000000"/>
                </a:solidFill>
              </a:rPr>
              <a:t>病院経営へのインパクトをさらに拡大。</a:t>
            </a:r>
            <a:endParaRPr sz="1200">
              <a:solidFill>
                <a:srgbClr val="000000"/>
              </a:solidFill>
            </a:endParaRPr>
          </a:p>
        </p:txBody>
      </p:sp>
      <p:sp>
        <p:nvSpPr>
          <p:cNvPr id="435" name="Google Shape;435;p58"/>
          <p:cNvSpPr/>
          <p:nvPr/>
        </p:nvSpPr>
        <p:spPr>
          <a:xfrm>
            <a:off x="305702" y="147225"/>
            <a:ext cx="4712100" cy="30150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None/>
            </a:pPr>
            <a:r>
              <a:rPr b="1" lang="ja" sz="1500">
                <a:solidFill>
                  <a:schemeClr val="dk1"/>
                </a:solidFill>
                <a:latin typeface="Zen Kaku Gothic New"/>
                <a:ea typeface="Zen Kaku Gothic New"/>
                <a:cs typeface="Zen Kaku Gothic New"/>
                <a:sym typeface="Zen Kaku Gothic New"/>
              </a:rPr>
              <a:t>事業戦略</a:t>
            </a:r>
            <a:endParaRPr b="1" i="0" sz="1500" u="none" cap="none" strike="noStrike">
              <a:solidFill>
                <a:schemeClr val="dk1"/>
              </a:solidFill>
              <a:latin typeface="Zen Kaku Gothic New"/>
              <a:ea typeface="Zen Kaku Gothic New"/>
              <a:cs typeface="Zen Kaku Gothic New"/>
              <a:sym typeface="Zen Kaku Gothic New"/>
            </a:endParaRPr>
          </a:p>
        </p:txBody>
      </p:sp>
      <p:sp>
        <p:nvSpPr>
          <p:cNvPr id="436" name="Google Shape;436;p58"/>
          <p:cNvSpPr/>
          <p:nvPr/>
        </p:nvSpPr>
        <p:spPr>
          <a:xfrm>
            <a:off x="4423910" y="1262567"/>
            <a:ext cx="1631700" cy="1631700"/>
          </a:xfrm>
          <a:prstGeom prst="ellipse">
            <a:avLst/>
          </a:prstGeom>
          <a:noFill/>
          <a:ln cap="flat" cmpd="sng" w="28575">
            <a:solidFill>
              <a:srgbClr val="1F48C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Zen Kaku Gothic New"/>
              <a:ea typeface="Zen Kaku Gothic New"/>
              <a:cs typeface="Zen Kaku Gothic New"/>
              <a:sym typeface="Zen Kaku Gothic New"/>
            </a:endParaRPr>
          </a:p>
        </p:txBody>
      </p:sp>
      <p:sp>
        <p:nvSpPr>
          <p:cNvPr id="437" name="Google Shape;437;p58"/>
          <p:cNvSpPr txBox="1"/>
          <p:nvPr/>
        </p:nvSpPr>
        <p:spPr>
          <a:xfrm>
            <a:off x="7326104" y="309055"/>
            <a:ext cx="1750500" cy="753000"/>
          </a:xfrm>
          <a:prstGeom prst="rect">
            <a:avLst/>
          </a:prstGeom>
          <a:noFill/>
          <a:ln>
            <a:noFill/>
          </a:ln>
        </p:spPr>
        <p:txBody>
          <a:bodyPr anchorCtr="0" anchor="t" bIns="112975" lIns="112975" spcFirstLastPara="1" rIns="112975" wrap="square" tIns="112975">
            <a:spAutoFit/>
          </a:bodyPr>
          <a:lstStyle/>
          <a:p>
            <a:pPr indent="0" lvl="0" marL="0" rtl="0" algn="ctr">
              <a:spcBef>
                <a:spcPts val="0"/>
              </a:spcBef>
              <a:spcAft>
                <a:spcPts val="0"/>
              </a:spcAft>
              <a:buNone/>
            </a:pPr>
            <a:r>
              <a:rPr b="1" lang="ja" sz="1704">
                <a:solidFill>
                  <a:srgbClr val="274E13"/>
                </a:solidFill>
                <a:latin typeface="Zen Kaku Gothic New"/>
                <a:ea typeface="Zen Kaku Gothic New"/>
                <a:cs typeface="Zen Kaku Gothic New"/>
                <a:sym typeface="Zen Kaku Gothic New"/>
              </a:rPr>
              <a:t>病院の</a:t>
            </a:r>
            <a:endParaRPr b="1" sz="1704">
              <a:solidFill>
                <a:srgbClr val="274E13"/>
              </a:solidFill>
              <a:latin typeface="Zen Kaku Gothic New"/>
              <a:ea typeface="Zen Kaku Gothic New"/>
              <a:cs typeface="Zen Kaku Gothic New"/>
              <a:sym typeface="Zen Kaku Gothic New"/>
            </a:endParaRPr>
          </a:p>
          <a:p>
            <a:pPr indent="0" lvl="0" marL="0" rtl="0" algn="ctr">
              <a:spcBef>
                <a:spcPts val="0"/>
              </a:spcBef>
              <a:spcAft>
                <a:spcPts val="0"/>
              </a:spcAft>
              <a:buNone/>
            </a:pPr>
            <a:r>
              <a:rPr b="1" lang="ja" sz="1704">
                <a:solidFill>
                  <a:srgbClr val="274E13"/>
                </a:solidFill>
                <a:latin typeface="Zen Kaku Gothic New"/>
                <a:ea typeface="Zen Kaku Gothic New"/>
                <a:cs typeface="Zen Kaku Gothic New"/>
                <a:sym typeface="Zen Kaku Gothic New"/>
              </a:rPr>
              <a:t>経営改善</a:t>
            </a:r>
            <a:endParaRPr b="1" sz="1704">
              <a:solidFill>
                <a:srgbClr val="274E13"/>
              </a:solidFill>
              <a:latin typeface="Zen Kaku Gothic New"/>
              <a:ea typeface="Zen Kaku Gothic New"/>
              <a:cs typeface="Zen Kaku Gothic New"/>
              <a:sym typeface="Zen Kaku Gothic New"/>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59"/>
          <p:cNvSpPr txBox="1"/>
          <p:nvPr>
            <p:ph idx="12" type="sldNum"/>
          </p:nvPr>
        </p:nvSpPr>
        <p:spPr>
          <a:xfrm>
            <a:off x="8763484" y="4749901"/>
            <a:ext cx="5487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fld id="{00000000-1234-1234-1234-123412341234}" type="slidenum">
              <a:rPr lang="ja"/>
              <a:t>‹#›</a:t>
            </a:fld>
            <a:endParaRPr/>
          </a:p>
        </p:txBody>
      </p:sp>
      <p:sp>
        <p:nvSpPr>
          <p:cNvPr id="443" name="Google Shape;443;p59"/>
          <p:cNvSpPr/>
          <p:nvPr/>
        </p:nvSpPr>
        <p:spPr>
          <a:xfrm>
            <a:off x="305704" y="147225"/>
            <a:ext cx="6052800" cy="30150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None/>
            </a:pPr>
            <a:r>
              <a:rPr b="1" lang="ja" sz="1500">
                <a:solidFill>
                  <a:schemeClr val="dk1"/>
                </a:solidFill>
                <a:latin typeface="Zen Kaku Gothic New"/>
                <a:ea typeface="Zen Kaku Gothic New"/>
                <a:cs typeface="Zen Kaku Gothic New"/>
                <a:sym typeface="Zen Kaku Gothic New"/>
              </a:rPr>
              <a:t>入社後に期待すること</a:t>
            </a:r>
            <a:endParaRPr b="1" sz="1500">
              <a:solidFill>
                <a:schemeClr val="dk1"/>
              </a:solidFill>
              <a:latin typeface="Zen Kaku Gothic New"/>
              <a:ea typeface="Zen Kaku Gothic New"/>
              <a:cs typeface="Zen Kaku Gothic New"/>
              <a:sym typeface="Zen Kaku Gothic New"/>
            </a:endParaRPr>
          </a:p>
        </p:txBody>
      </p:sp>
      <p:sp>
        <p:nvSpPr>
          <p:cNvPr id="444" name="Google Shape;444;p59"/>
          <p:cNvSpPr txBox="1"/>
          <p:nvPr/>
        </p:nvSpPr>
        <p:spPr>
          <a:xfrm>
            <a:off x="289500" y="729025"/>
            <a:ext cx="8581200" cy="472500"/>
          </a:xfrm>
          <a:prstGeom prst="rect">
            <a:avLst/>
          </a:prstGeom>
          <a:noFill/>
          <a:ln>
            <a:noFill/>
          </a:ln>
        </p:spPr>
        <p:txBody>
          <a:bodyPr anchorCtr="0" anchor="t" bIns="19050" lIns="19050" spcFirstLastPara="1" rIns="19050" wrap="square" tIns="19050">
            <a:noAutofit/>
          </a:bodyPr>
          <a:lstStyle/>
          <a:p>
            <a:pPr indent="0" lvl="0" marL="0" rtl="0" algn="l">
              <a:spcBef>
                <a:spcPts val="0"/>
              </a:spcBef>
              <a:spcAft>
                <a:spcPts val="0"/>
              </a:spcAft>
              <a:buClr>
                <a:schemeClr val="dk1"/>
              </a:buClr>
              <a:buFont typeface="Arial"/>
              <a:buNone/>
            </a:pPr>
            <a:r>
              <a:rPr b="1" lang="ja" sz="1100">
                <a:solidFill>
                  <a:srgbClr val="1A1A1A"/>
                </a:solidFill>
                <a:latin typeface="Calibri"/>
                <a:ea typeface="Calibri"/>
                <a:cs typeface="Calibri"/>
                <a:sym typeface="Calibri"/>
              </a:rPr>
              <a:t>AI時代かつメダップがSaaS・AIへの変革中で不確実性が高いなか、</a:t>
            </a:r>
            <a:endParaRPr b="1" sz="1100">
              <a:solidFill>
                <a:schemeClr val="dk1"/>
              </a:solidFill>
            </a:endParaRPr>
          </a:p>
          <a:p>
            <a:pPr indent="0" lvl="0" marL="0" rtl="0" algn="l">
              <a:spcBef>
                <a:spcPts val="0"/>
              </a:spcBef>
              <a:spcAft>
                <a:spcPts val="0"/>
              </a:spcAft>
              <a:buClr>
                <a:schemeClr val="dk1"/>
              </a:buClr>
              <a:buFont typeface="Arial"/>
              <a:buNone/>
            </a:pPr>
            <a:r>
              <a:rPr b="1" lang="ja" sz="1100">
                <a:solidFill>
                  <a:srgbClr val="1A1A1A"/>
                </a:solidFill>
                <a:latin typeface="Calibri"/>
                <a:ea typeface="Calibri"/>
                <a:cs typeface="Calibri"/>
                <a:sym typeface="Calibri"/>
              </a:rPr>
              <a:t>FDEチームのコアメンバー／リードとして、案件の完遂と型づくりを主導していただきたいと考えています。</a:t>
            </a:r>
            <a:endParaRPr b="1" sz="1300">
              <a:latin typeface="Zen Kaku Gothic New"/>
              <a:ea typeface="Zen Kaku Gothic New"/>
              <a:cs typeface="Zen Kaku Gothic New"/>
              <a:sym typeface="Zen Kaku Gothic New"/>
            </a:endParaRPr>
          </a:p>
          <a:p>
            <a:pPr indent="0" lvl="0" marL="0" rtl="0" algn="l">
              <a:lnSpc>
                <a:spcPct val="150000"/>
              </a:lnSpc>
              <a:spcBef>
                <a:spcPts val="0"/>
              </a:spcBef>
              <a:spcAft>
                <a:spcPts val="0"/>
              </a:spcAft>
              <a:buClr>
                <a:schemeClr val="dk1"/>
              </a:buClr>
              <a:buSzPts val="1100"/>
              <a:buFont typeface="Arial"/>
              <a:buNone/>
            </a:pPr>
            <a:r>
              <a:t/>
            </a:r>
            <a:endParaRPr b="1" sz="1300">
              <a:latin typeface="Zen Kaku Gothic New"/>
              <a:ea typeface="Zen Kaku Gothic New"/>
              <a:cs typeface="Zen Kaku Gothic New"/>
              <a:sym typeface="Zen Kaku Gothic New"/>
            </a:endParaRPr>
          </a:p>
          <a:p>
            <a:pPr indent="0" lvl="0" marL="0" marR="0" rtl="0" algn="l">
              <a:lnSpc>
                <a:spcPct val="150000"/>
              </a:lnSpc>
              <a:spcBef>
                <a:spcPts val="0"/>
              </a:spcBef>
              <a:spcAft>
                <a:spcPts val="0"/>
              </a:spcAft>
              <a:buNone/>
            </a:pPr>
            <a:r>
              <a:t/>
            </a:r>
            <a:endParaRPr b="1" sz="1300">
              <a:latin typeface="Zen Kaku Gothic New"/>
              <a:ea typeface="Zen Kaku Gothic New"/>
              <a:cs typeface="Zen Kaku Gothic New"/>
              <a:sym typeface="Zen Kaku Gothic New"/>
            </a:endParaRPr>
          </a:p>
        </p:txBody>
      </p:sp>
      <p:sp>
        <p:nvSpPr>
          <p:cNvPr id="445" name="Google Shape;445;p59"/>
          <p:cNvSpPr txBox="1"/>
          <p:nvPr/>
        </p:nvSpPr>
        <p:spPr>
          <a:xfrm>
            <a:off x="362259" y="1557105"/>
            <a:ext cx="8435700" cy="2108700"/>
          </a:xfrm>
          <a:prstGeom prst="rect">
            <a:avLst/>
          </a:prstGeom>
          <a:noFill/>
          <a:ln>
            <a:noFill/>
          </a:ln>
        </p:spPr>
        <p:txBody>
          <a:bodyPr anchorCtr="0" anchor="t" bIns="34275" lIns="68575" spcFirstLastPara="1" rIns="68575" wrap="square" tIns="34275">
            <a:spAutoFit/>
          </a:bodyPr>
          <a:lstStyle/>
          <a:p>
            <a:pPr indent="0" lvl="0" marL="0" marR="0" rtl="0" algn="l">
              <a:spcBef>
                <a:spcPts val="300"/>
              </a:spcBef>
              <a:spcAft>
                <a:spcPts val="0"/>
              </a:spcAft>
              <a:buNone/>
            </a:pPr>
            <a:r>
              <a:rPr b="0" i="0" lang="ja" sz="1100" u="none" cap="none" strike="noStrike">
                <a:solidFill>
                  <a:srgbClr val="1A1A1A"/>
                </a:solidFill>
                <a:latin typeface="Calibri"/>
                <a:ea typeface="Calibri"/>
                <a:cs typeface="Calibri"/>
                <a:sym typeface="Calibri"/>
              </a:rPr>
              <a:t>● ミッション</a:t>
            </a:r>
            <a:endParaRPr sz="1100"/>
          </a:p>
          <a:p>
            <a:pPr indent="0" lvl="0" marL="0" marR="0" rtl="0" algn="l">
              <a:spcBef>
                <a:spcPts val="300"/>
              </a:spcBef>
              <a:spcAft>
                <a:spcPts val="0"/>
              </a:spcAft>
              <a:buNone/>
            </a:pPr>
            <a:r>
              <a:rPr b="0" i="0" lang="ja" sz="1100" u="none" cap="none" strike="noStrike">
                <a:solidFill>
                  <a:srgbClr val="1A1A1A"/>
                </a:solidFill>
                <a:latin typeface="Calibri"/>
                <a:ea typeface="Calibri"/>
                <a:cs typeface="Calibri"/>
                <a:sym typeface="Calibri"/>
              </a:rPr>
              <a:t>  ・顧客課題を現場で捉え、技術で解を設計・実装し、効果まで届ける</a:t>
            </a:r>
            <a:endParaRPr sz="1100"/>
          </a:p>
          <a:p>
            <a:pPr indent="0" lvl="0" marL="0" marR="0" rtl="0" algn="l">
              <a:spcBef>
                <a:spcPts val="300"/>
              </a:spcBef>
              <a:spcAft>
                <a:spcPts val="0"/>
              </a:spcAft>
              <a:buNone/>
            </a:pPr>
            <a:r>
              <a:rPr b="0" i="0" lang="ja" sz="1100" u="none" cap="none" strike="noStrike">
                <a:solidFill>
                  <a:srgbClr val="1A1A1A"/>
                </a:solidFill>
                <a:latin typeface="Calibri"/>
                <a:ea typeface="Calibri"/>
                <a:cs typeface="Calibri"/>
                <a:sym typeface="Calibri"/>
              </a:rPr>
              <a:t>  ・FDEチームの運営・案件PM・型づくり</a:t>
            </a:r>
            <a:endParaRPr sz="1100"/>
          </a:p>
          <a:p>
            <a:pPr indent="0" lvl="0" marL="0" marR="0" rtl="0" algn="l">
              <a:spcBef>
                <a:spcPts val="300"/>
              </a:spcBef>
              <a:spcAft>
                <a:spcPts val="0"/>
              </a:spcAft>
              <a:buNone/>
            </a:pPr>
            <a:r>
              <a:rPr b="0" i="0" lang="ja" sz="1100" u="none" cap="none" strike="noStrike">
                <a:solidFill>
                  <a:srgbClr val="1A1A1A"/>
                </a:solidFill>
                <a:latin typeface="Calibri"/>
                <a:ea typeface="Calibri"/>
                <a:cs typeface="Calibri"/>
                <a:sym typeface="Calibri"/>
              </a:rPr>
              <a:t>  ・</a:t>
            </a:r>
            <a:r>
              <a:rPr lang="ja" sz="1100">
                <a:solidFill>
                  <a:srgbClr val="1A1A1A"/>
                </a:solidFill>
                <a:latin typeface="Calibri"/>
                <a:ea typeface="Calibri"/>
                <a:cs typeface="Calibri"/>
                <a:sym typeface="Calibri"/>
              </a:rPr>
              <a:t>会社、プロダクト双方の</a:t>
            </a:r>
            <a:r>
              <a:rPr b="0" i="0" lang="ja" sz="1100" u="none" cap="none" strike="noStrike">
                <a:solidFill>
                  <a:srgbClr val="1A1A1A"/>
                </a:solidFill>
                <a:latin typeface="Calibri"/>
                <a:ea typeface="Calibri"/>
                <a:cs typeface="Calibri"/>
                <a:sym typeface="Calibri"/>
              </a:rPr>
              <a:t>セキュリティ</a:t>
            </a:r>
            <a:r>
              <a:rPr lang="ja" sz="1100">
                <a:solidFill>
                  <a:srgbClr val="1A1A1A"/>
                </a:solidFill>
                <a:latin typeface="Calibri"/>
                <a:ea typeface="Calibri"/>
                <a:cs typeface="Calibri"/>
                <a:sym typeface="Calibri"/>
              </a:rPr>
              <a:t>向上の推進役</a:t>
            </a:r>
            <a:endParaRPr sz="1100"/>
          </a:p>
          <a:p>
            <a:pPr indent="0" lvl="0" marL="0" marR="0" rtl="0" algn="l">
              <a:spcBef>
                <a:spcPts val="300"/>
              </a:spcBef>
              <a:spcAft>
                <a:spcPts val="0"/>
              </a:spcAft>
              <a:buNone/>
            </a:pPr>
            <a:r>
              <a:t/>
            </a:r>
            <a:endParaRPr b="0" i="0" sz="1100" u="none" cap="none" strike="noStrike">
              <a:solidFill>
                <a:srgbClr val="1A1A1A"/>
              </a:solidFill>
              <a:latin typeface="Calibri"/>
              <a:ea typeface="Calibri"/>
              <a:cs typeface="Calibri"/>
              <a:sym typeface="Calibri"/>
            </a:endParaRPr>
          </a:p>
          <a:p>
            <a:pPr indent="0" lvl="0" marL="0" marR="0" rtl="0" algn="l">
              <a:spcBef>
                <a:spcPts val="300"/>
              </a:spcBef>
              <a:spcAft>
                <a:spcPts val="0"/>
              </a:spcAft>
              <a:buNone/>
            </a:pPr>
            <a:r>
              <a:rPr b="0" i="0" lang="ja" sz="1100" u="none" cap="none" strike="noStrike">
                <a:solidFill>
                  <a:srgbClr val="1A1A1A"/>
                </a:solidFill>
                <a:latin typeface="Calibri"/>
                <a:ea typeface="Calibri"/>
                <a:cs typeface="Calibri"/>
                <a:sym typeface="Calibri"/>
              </a:rPr>
              <a:t>● 役割: Forward Deployed Engineer（FDEリード）</a:t>
            </a:r>
            <a:endParaRPr sz="1100"/>
          </a:p>
          <a:p>
            <a:pPr indent="0" lvl="0" marL="0" marR="0" rtl="0" algn="l">
              <a:spcBef>
                <a:spcPts val="300"/>
              </a:spcBef>
              <a:spcAft>
                <a:spcPts val="0"/>
              </a:spcAft>
              <a:buNone/>
            </a:pPr>
            <a:r>
              <a:rPr b="0" i="0" lang="ja" sz="1100" u="none" cap="none" strike="noStrike">
                <a:solidFill>
                  <a:srgbClr val="1A1A1A"/>
                </a:solidFill>
                <a:latin typeface="Calibri"/>
                <a:ea typeface="Calibri"/>
                <a:cs typeface="Calibri"/>
                <a:sym typeface="Calibri"/>
              </a:rPr>
              <a:t>  ・主: チーム運営・案件PM、CS/PS連携、構造化・優先度判断、型づくり</a:t>
            </a:r>
            <a:endParaRPr sz="1100"/>
          </a:p>
          <a:p>
            <a:pPr indent="0" lvl="0" marL="0" marR="0" rtl="0" algn="l">
              <a:spcBef>
                <a:spcPts val="300"/>
              </a:spcBef>
              <a:spcAft>
                <a:spcPts val="0"/>
              </a:spcAft>
              <a:buNone/>
            </a:pPr>
            <a:r>
              <a:rPr b="0" i="0" lang="ja" sz="1100" u="none" cap="none" strike="noStrike">
                <a:solidFill>
                  <a:srgbClr val="1A1A1A"/>
                </a:solidFill>
                <a:latin typeface="Calibri"/>
                <a:ea typeface="Calibri"/>
                <a:cs typeface="Calibri"/>
                <a:sym typeface="Calibri"/>
              </a:rPr>
              <a:t>  ・副: セキュリティ主担当</a:t>
            </a:r>
            <a:endParaRPr sz="1100"/>
          </a:p>
          <a:p>
            <a:pPr indent="0" lvl="0" marL="0" marR="0" rtl="0" algn="l">
              <a:spcBef>
                <a:spcPts val="300"/>
              </a:spcBef>
              <a:spcAft>
                <a:spcPts val="0"/>
              </a:spcAft>
              <a:buNone/>
            </a:pPr>
            <a:r>
              <a:rPr b="0" i="0" lang="ja" sz="1100" u="none" cap="none" strike="noStrike">
                <a:solidFill>
                  <a:srgbClr val="1A1A1A"/>
                </a:solidFill>
                <a:latin typeface="Calibri"/>
                <a:ea typeface="Calibri"/>
                <a:cs typeface="Calibri"/>
                <a:sym typeface="Calibri"/>
              </a:rPr>
              <a:t>  ・実装: 自らも関与しつつ、黒川・メンバーFDEと補完</a:t>
            </a:r>
            <a:endParaRPr sz="1100">
              <a:solidFill>
                <a:srgbClr val="1A1A1A"/>
              </a:solidFill>
              <a:latin typeface="Calibri"/>
              <a:ea typeface="Calibri"/>
              <a:cs typeface="Calibri"/>
              <a:sym typeface="Calibri"/>
            </a:endParaRPr>
          </a:p>
          <a:p>
            <a:pPr indent="0" lvl="0" marL="0" marR="0" rtl="0" algn="l">
              <a:spcBef>
                <a:spcPts val="300"/>
              </a:spcBef>
              <a:spcAft>
                <a:spcPts val="0"/>
              </a:spcAft>
              <a:buNone/>
            </a:pPr>
            <a:r>
              <a:t/>
            </a:r>
            <a:endParaRPr sz="1100">
              <a:solidFill>
                <a:srgbClr val="1A1A1A"/>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60"/>
          <p:cNvSpPr txBox="1"/>
          <p:nvPr>
            <p:ph idx="12" type="sldNum"/>
          </p:nvPr>
        </p:nvSpPr>
        <p:spPr>
          <a:xfrm>
            <a:off x="8763484" y="4749901"/>
            <a:ext cx="5487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fld id="{00000000-1234-1234-1234-123412341234}" type="slidenum">
              <a:rPr lang="ja"/>
              <a:t>‹#›</a:t>
            </a:fld>
            <a:endParaRPr/>
          </a:p>
        </p:txBody>
      </p:sp>
      <p:sp>
        <p:nvSpPr>
          <p:cNvPr id="451" name="Google Shape;451;p60"/>
          <p:cNvSpPr/>
          <p:nvPr/>
        </p:nvSpPr>
        <p:spPr>
          <a:xfrm>
            <a:off x="305704" y="147225"/>
            <a:ext cx="6052800" cy="30150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None/>
            </a:pPr>
            <a:r>
              <a:rPr b="1" lang="ja" sz="1500">
                <a:solidFill>
                  <a:schemeClr val="dk1"/>
                </a:solidFill>
                <a:latin typeface="Zen Kaku Gothic New"/>
                <a:ea typeface="Zen Kaku Gothic New"/>
                <a:cs typeface="Zen Kaku Gothic New"/>
                <a:sym typeface="Zen Kaku Gothic New"/>
              </a:rPr>
              <a:t>入社後に期待すること</a:t>
            </a:r>
            <a:endParaRPr b="1" sz="1500">
              <a:solidFill>
                <a:schemeClr val="dk1"/>
              </a:solidFill>
              <a:latin typeface="Zen Kaku Gothic New"/>
              <a:ea typeface="Zen Kaku Gothic New"/>
              <a:cs typeface="Zen Kaku Gothic New"/>
              <a:sym typeface="Zen Kaku Gothic New"/>
            </a:endParaRPr>
          </a:p>
        </p:txBody>
      </p:sp>
      <p:sp>
        <p:nvSpPr>
          <p:cNvPr id="452" name="Google Shape;452;p60"/>
          <p:cNvSpPr txBox="1"/>
          <p:nvPr/>
        </p:nvSpPr>
        <p:spPr>
          <a:xfrm>
            <a:off x="289500" y="729025"/>
            <a:ext cx="8581200" cy="472500"/>
          </a:xfrm>
          <a:prstGeom prst="rect">
            <a:avLst/>
          </a:prstGeom>
          <a:noFill/>
          <a:ln>
            <a:noFill/>
          </a:ln>
        </p:spPr>
        <p:txBody>
          <a:bodyPr anchorCtr="0" anchor="t" bIns="19050" lIns="19050" spcFirstLastPara="1" rIns="19050" wrap="square" tIns="19050">
            <a:noAutofit/>
          </a:bodyPr>
          <a:lstStyle/>
          <a:p>
            <a:pPr indent="0" lvl="0" marL="0" rtl="0" algn="l">
              <a:spcBef>
                <a:spcPts val="0"/>
              </a:spcBef>
              <a:spcAft>
                <a:spcPts val="0"/>
              </a:spcAft>
              <a:buClr>
                <a:schemeClr val="dk1"/>
              </a:buClr>
              <a:buFont typeface="Arial"/>
              <a:buNone/>
            </a:pPr>
            <a:r>
              <a:rPr b="1" lang="ja" sz="1100">
                <a:solidFill>
                  <a:srgbClr val="1A1A1A"/>
                </a:solidFill>
                <a:latin typeface="Calibri"/>
                <a:ea typeface="Calibri"/>
                <a:cs typeface="Calibri"/>
                <a:sym typeface="Calibri"/>
              </a:rPr>
              <a:t>キャリアプラン</a:t>
            </a:r>
            <a:endParaRPr b="1" sz="1100">
              <a:solidFill>
                <a:srgbClr val="1A1A1A"/>
              </a:solidFill>
              <a:latin typeface="Calibri"/>
              <a:ea typeface="Calibri"/>
              <a:cs typeface="Calibri"/>
              <a:sym typeface="Calibri"/>
            </a:endParaRPr>
          </a:p>
          <a:p>
            <a:pPr indent="0" lvl="0" marL="0" rtl="0" algn="l">
              <a:spcBef>
                <a:spcPts val="300"/>
              </a:spcBef>
              <a:spcAft>
                <a:spcPts val="0"/>
              </a:spcAft>
              <a:buClr>
                <a:schemeClr val="dk1"/>
              </a:buClr>
              <a:buFont typeface="Arial"/>
              <a:buNone/>
            </a:pPr>
            <a:r>
              <a:rPr lang="ja" sz="1100">
                <a:solidFill>
                  <a:srgbClr val="1A1A1A"/>
                </a:solidFill>
                <a:latin typeface="Calibri"/>
                <a:ea typeface="Calibri"/>
                <a:cs typeface="Calibri"/>
                <a:sym typeface="Calibri"/>
              </a:rPr>
              <a:t>  ・〜1ヶ月: キャッチアップ・関係者接点・Sec現状把握</a:t>
            </a:r>
            <a:endParaRPr sz="1100">
              <a:solidFill>
                <a:schemeClr val="dk1"/>
              </a:solidFill>
            </a:endParaRPr>
          </a:p>
          <a:p>
            <a:pPr indent="0" lvl="0" marL="0" rtl="0" algn="l">
              <a:spcBef>
                <a:spcPts val="300"/>
              </a:spcBef>
              <a:spcAft>
                <a:spcPts val="0"/>
              </a:spcAft>
              <a:buClr>
                <a:schemeClr val="dk1"/>
              </a:buClr>
              <a:buFont typeface="Arial"/>
              <a:buNone/>
            </a:pPr>
            <a:r>
              <a:rPr lang="ja" sz="1100">
                <a:solidFill>
                  <a:srgbClr val="1A1A1A"/>
                </a:solidFill>
                <a:latin typeface="Calibri"/>
                <a:ea typeface="Calibri"/>
                <a:cs typeface="Calibri"/>
                <a:sym typeface="Calibri"/>
              </a:rPr>
              <a:t>  ・〜3ヶ月: 1案件で完遂の型、運営ルール</a:t>
            </a:r>
            <a:endParaRPr sz="1100">
              <a:solidFill>
                <a:schemeClr val="dk1"/>
              </a:solidFill>
            </a:endParaRPr>
          </a:p>
          <a:p>
            <a:pPr indent="0" lvl="0" marL="0" rtl="0" algn="l">
              <a:spcBef>
                <a:spcPts val="300"/>
              </a:spcBef>
              <a:spcAft>
                <a:spcPts val="0"/>
              </a:spcAft>
              <a:buClr>
                <a:schemeClr val="dk1"/>
              </a:buClr>
              <a:buFont typeface="Arial"/>
              <a:buNone/>
            </a:pPr>
            <a:r>
              <a:rPr lang="ja" sz="1100">
                <a:solidFill>
                  <a:srgbClr val="1A1A1A"/>
                </a:solidFill>
                <a:latin typeface="Calibri"/>
                <a:ea typeface="Calibri"/>
                <a:cs typeface="Calibri"/>
                <a:sym typeface="Calibri"/>
              </a:rPr>
              <a:t>  ・〜1年: チーム自律運営・Sec基準、方針の策定</a:t>
            </a:r>
            <a:endParaRPr sz="1100">
              <a:solidFill>
                <a:srgbClr val="1A1A1A"/>
              </a:solidFill>
              <a:latin typeface="Calibri"/>
              <a:ea typeface="Calibri"/>
              <a:cs typeface="Calibri"/>
              <a:sym typeface="Calibri"/>
            </a:endParaRPr>
          </a:p>
          <a:p>
            <a:pPr indent="0" lvl="0" marL="0" rtl="0" algn="l">
              <a:spcBef>
                <a:spcPts val="300"/>
              </a:spcBef>
              <a:spcAft>
                <a:spcPts val="0"/>
              </a:spcAft>
              <a:buClr>
                <a:schemeClr val="dk1"/>
              </a:buClr>
              <a:buFont typeface="Arial"/>
              <a:buNone/>
            </a:pPr>
            <a:r>
              <a:rPr lang="ja" sz="1100">
                <a:solidFill>
                  <a:srgbClr val="1A1A1A"/>
                </a:solidFill>
                <a:latin typeface="Calibri"/>
                <a:ea typeface="Calibri"/>
                <a:cs typeface="Calibri"/>
                <a:sym typeface="Calibri"/>
              </a:rPr>
              <a:t>  ・〜3年: Product全体統括</a:t>
            </a:r>
            <a:endParaRPr b="1" sz="1100">
              <a:solidFill>
                <a:srgbClr val="1A1A1A"/>
              </a:solidFill>
              <a:latin typeface="Calibri"/>
              <a:ea typeface="Calibri"/>
              <a:cs typeface="Calibri"/>
              <a:sym typeface="Calibri"/>
            </a:endParaRPr>
          </a:p>
          <a:p>
            <a:pPr indent="0" lvl="0" marL="0" rtl="0" algn="l">
              <a:lnSpc>
                <a:spcPct val="150000"/>
              </a:lnSpc>
              <a:spcBef>
                <a:spcPts val="0"/>
              </a:spcBef>
              <a:spcAft>
                <a:spcPts val="0"/>
              </a:spcAft>
              <a:buClr>
                <a:schemeClr val="dk1"/>
              </a:buClr>
              <a:buSzPts val="1100"/>
              <a:buFont typeface="Arial"/>
              <a:buNone/>
            </a:pPr>
            <a:r>
              <a:t/>
            </a:r>
            <a:endParaRPr b="1" sz="1300">
              <a:latin typeface="Zen Kaku Gothic New"/>
              <a:ea typeface="Zen Kaku Gothic New"/>
              <a:cs typeface="Zen Kaku Gothic New"/>
              <a:sym typeface="Zen Kaku Gothic New"/>
            </a:endParaRPr>
          </a:p>
          <a:p>
            <a:pPr indent="0" lvl="0" marL="0" marR="0" rtl="0" algn="l">
              <a:lnSpc>
                <a:spcPct val="150000"/>
              </a:lnSpc>
              <a:spcBef>
                <a:spcPts val="0"/>
              </a:spcBef>
              <a:spcAft>
                <a:spcPts val="0"/>
              </a:spcAft>
              <a:buNone/>
            </a:pPr>
            <a:r>
              <a:t/>
            </a:r>
            <a:endParaRPr b="1" sz="1300">
              <a:latin typeface="Zen Kaku Gothic New"/>
              <a:ea typeface="Zen Kaku Gothic New"/>
              <a:cs typeface="Zen Kaku Gothic New"/>
              <a:sym typeface="Zen Kaku Gothic New"/>
            </a:endParaRPr>
          </a:p>
        </p:txBody>
      </p:sp>
      <p:sp>
        <p:nvSpPr>
          <p:cNvPr id="453" name="Google Shape;453;p60"/>
          <p:cNvSpPr/>
          <p:nvPr/>
        </p:nvSpPr>
        <p:spPr>
          <a:xfrm>
            <a:off x="223025" y="1874975"/>
            <a:ext cx="2670000" cy="2624100"/>
          </a:xfrm>
          <a:prstGeom prst="roundRect">
            <a:avLst>
              <a:gd fmla="val 7000" name="adj"/>
            </a:avLst>
          </a:prstGeom>
          <a:solidFill>
            <a:srgbClr val="EAF7F1"/>
          </a:solidFill>
          <a:ln cap="flat" cmpd="sng" w="12700">
            <a:solidFill>
              <a:srgbClr val="D6E2D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4" name="Google Shape;454;p60"/>
          <p:cNvSpPr/>
          <p:nvPr/>
        </p:nvSpPr>
        <p:spPr>
          <a:xfrm>
            <a:off x="360185" y="1969892"/>
            <a:ext cx="1234500" cy="165900"/>
          </a:xfrm>
          <a:prstGeom prst="roundRect">
            <a:avLst>
              <a:gd fmla="val 7000" name="adj"/>
            </a:avLst>
          </a:prstGeom>
          <a:solidFill>
            <a:srgbClr val="00C781"/>
          </a:solidFill>
          <a:ln>
            <a:noFill/>
          </a:ln>
        </p:spPr>
        <p:txBody>
          <a:bodyPr anchorCtr="0" anchor="ctr" bIns="12700" lIns="12700" spcFirstLastPara="1" rIns="12700" wrap="square" tIns="12700">
            <a:noAutofit/>
          </a:bodyPr>
          <a:lstStyle/>
          <a:p>
            <a:pPr indent="0" lvl="0" marL="0" marR="0" rtl="0" algn="ctr">
              <a:lnSpc>
                <a:spcPct val="100000"/>
              </a:lnSpc>
              <a:spcBef>
                <a:spcPts val="0"/>
              </a:spcBef>
              <a:spcAft>
                <a:spcPts val="0"/>
              </a:spcAft>
              <a:buNone/>
            </a:pPr>
            <a:r>
              <a:rPr b="1" i="0" lang="ja" sz="950" u="none" cap="none" strike="noStrike">
                <a:solidFill>
                  <a:srgbClr val="FFFFFF"/>
                </a:solidFill>
                <a:latin typeface="Arial"/>
                <a:ea typeface="Arial"/>
                <a:cs typeface="Arial"/>
                <a:sym typeface="Arial"/>
              </a:rPr>
              <a:t>Phase 1｜〜</a:t>
            </a:r>
            <a:r>
              <a:rPr b="1" lang="ja" sz="950">
                <a:solidFill>
                  <a:srgbClr val="FFFFFF"/>
                </a:solidFill>
              </a:rPr>
              <a:t>３ヶ月</a:t>
            </a:r>
            <a:endParaRPr/>
          </a:p>
        </p:txBody>
      </p:sp>
      <p:sp>
        <p:nvSpPr>
          <p:cNvPr id="455" name="Google Shape;455;p60"/>
          <p:cNvSpPr txBox="1"/>
          <p:nvPr/>
        </p:nvSpPr>
        <p:spPr>
          <a:xfrm>
            <a:off x="369329" y="2248678"/>
            <a:ext cx="2377500" cy="1848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ja" sz="1200" u="none" cap="none" strike="noStrike">
                <a:solidFill>
                  <a:srgbClr val="0E5E4E"/>
                </a:solidFill>
                <a:latin typeface="Zen Kaku Gothic New"/>
                <a:ea typeface="Zen Kaku Gothic New"/>
                <a:cs typeface="Zen Kaku Gothic New"/>
                <a:sym typeface="Zen Kaku Gothic New"/>
              </a:rPr>
              <a:t>CS/PS起点</a:t>
            </a:r>
            <a:r>
              <a:rPr b="1" i="0" lang="ja" sz="1200" u="none" cap="none" strike="noStrike">
                <a:solidFill>
                  <a:srgbClr val="0E5E4E"/>
                </a:solidFill>
                <a:latin typeface="Zen Kaku Gothic New"/>
                <a:ea typeface="Zen Kaku Gothic New"/>
                <a:cs typeface="Zen Kaku Gothic New"/>
                <a:sym typeface="Zen Kaku Gothic New"/>
              </a:rPr>
              <a:t>のキャッチアップ</a:t>
            </a:r>
            <a:endParaRPr b="1">
              <a:latin typeface="Zen Kaku Gothic New"/>
              <a:ea typeface="Zen Kaku Gothic New"/>
              <a:cs typeface="Zen Kaku Gothic New"/>
              <a:sym typeface="Zen Kaku Gothic New"/>
            </a:endParaRPr>
          </a:p>
        </p:txBody>
      </p:sp>
      <p:sp>
        <p:nvSpPr>
          <p:cNvPr id="456" name="Google Shape;456;p60"/>
          <p:cNvSpPr txBox="1"/>
          <p:nvPr/>
        </p:nvSpPr>
        <p:spPr>
          <a:xfrm>
            <a:off x="369329" y="2739253"/>
            <a:ext cx="2377500" cy="14391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lang="ja" sz="1100">
                <a:solidFill>
                  <a:srgbClr val="222A33"/>
                </a:solidFill>
                <a:latin typeface="Zen Kaku Gothic New Medium"/>
                <a:ea typeface="Zen Kaku Gothic New Medium"/>
                <a:cs typeface="Zen Kaku Gothic New Medium"/>
                <a:sym typeface="Zen Kaku Gothic New Medium"/>
              </a:rPr>
              <a:t>担当病院を持ち、顧客（病院経営陣・連携現場）と事業の解像度を獲得していただくフェーズです。</a:t>
            </a:r>
            <a:endParaRPr sz="1100">
              <a:solidFill>
                <a:srgbClr val="222A33"/>
              </a:solidFill>
              <a:latin typeface="Zen Kaku Gothic New Medium"/>
              <a:ea typeface="Zen Kaku Gothic New Medium"/>
              <a:cs typeface="Zen Kaku Gothic New Medium"/>
              <a:sym typeface="Zen Kaku Gothic New Medium"/>
            </a:endParaRPr>
          </a:p>
          <a:p>
            <a:pPr indent="0" lvl="0" marL="0" rtl="0" algn="l">
              <a:lnSpc>
                <a:spcPct val="125000"/>
              </a:lnSpc>
              <a:spcBef>
                <a:spcPts val="0"/>
              </a:spcBef>
              <a:spcAft>
                <a:spcPts val="0"/>
              </a:spcAft>
              <a:buClr>
                <a:schemeClr val="dk1"/>
              </a:buClr>
              <a:buSzPts val="1100"/>
              <a:buFont typeface="Arial"/>
              <a:buNone/>
            </a:pPr>
            <a:r>
              <a:rPr lang="ja" sz="1100">
                <a:solidFill>
                  <a:srgbClr val="222A33"/>
                </a:solidFill>
                <a:latin typeface="Zen Kaku Gothic New Medium"/>
                <a:ea typeface="Zen Kaku Gothic New Medium"/>
                <a:cs typeface="Zen Kaku Gothic New Medium"/>
                <a:sym typeface="Zen Kaku Gothic New Medium"/>
              </a:rPr>
              <a:t>foro CRMを活用した経営指標の改善に伴走いただきます。</a:t>
            </a:r>
            <a:br>
              <a:rPr lang="ja" sz="1100">
                <a:solidFill>
                  <a:srgbClr val="222A33"/>
                </a:solidFill>
                <a:latin typeface="Zen Kaku Gothic New Medium"/>
                <a:ea typeface="Zen Kaku Gothic New Medium"/>
                <a:cs typeface="Zen Kaku Gothic New Medium"/>
                <a:sym typeface="Zen Kaku Gothic New Medium"/>
              </a:rPr>
            </a:br>
            <a:r>
              <a:rPr lang="ja" sz="1100">
                <a:solidFill>
                  <a:srgbClr val="222A33"/>
                </a:solidFill>
                <a:latin typeface="Zen Kaku Gothic New Medium"/>
                <a:ea typeface="Zen Kaku Gothic New Medium"/>
                <a:cs typeface="Zen Kaku Gothic New Medium"/>
                <a:sym typeface="Zen Kaku Gothic New Medium"/>
              </a:rPr>
              <a:t>※場合によりAI領域からのスタート等も検討</a:t>
            </a:r>
            <a:endParaRPr sz="1100">
              <a:latin typeface="Zen Kaku Gothic New Medium"/>
              <a:ea typeface="Zen Kaku Gothic New Medium"/>
              <a:cs typeface="Zen Kaku Gothic New Medium"/>
              <a:sym typeface="Zen Kaku Gothic New Medium"/>
            </a:endParaRPr>
          </a:p>
        </p:txBody>
      </p:sp>
      <p:sp>
        <p:nvSpPr>
          <p:cNvPr id="457" name="Google Shape;457;p60"/>
          <p:cNvSpPr txBox="1"/>
          <p:nvPr/>
        </p:nvSpPr>
        <p:spPr>
          <a:xfrm>
            <a:off x="2911362" y="2913130"/>
            <a:ext cx="237600" cy="200100"/>
          </a:xfrm>
          <a:prstGeom prst="rect">
            <a:avLst/>
          </a:prstGeom>
          <a:noFill/>
          <a:ln>
            <a:noFill/>
          </a:ln>
        </p:spPr>
        <p:txBody>
          <a:bodyPr anchorCtr="0" anchor="t" bIns="0" lIns="0" spcFirstLastPara="1" rIns="0" wrap="square" tIns="0">
            <a:spAutoFit/>
          </a:bodyPr>
          <a:lstStyle/>
          <a:p>
            <a:pPr indent="0" lvl="0" marL="0" marR="0" rtl="0" algn="ctr">
              <a:lnSpc>
                <a:spcPct val="105000"/>
              </a:lnSpc>
              <a:spcBef>
                <a:spcPts val="0"/>
              </a:spcBef>
              <a:spcAft>
                <a:spcPts val="0"/>
              </a:spcAft>
              <a:buNone/>
            </a:pPr>
            <a:r>
              <a:rPr b="1" i="0" lang="ja" sz="1300" u="none" cap="none" strike="noStrike">
                <a:solidFill>
                  <a:srgbClr val="00C781"/>
                </a:solidFill>
                <a:latin typeface="Arial"/>
                <a:ea typeface="Arial"/>
                <a:cs typeface="Arial"/>
                <a:sym typeface="Arial"/>
              </a:rPr>
              <a:t>▶</a:t>
            </a:r>
            <a:endParaRPr/>
          </a:p>
        </p:txBody>
      </p:sp>
      <p:sp>
        <p:nvSpPr>
          <p:cNvPr id="458" name="Google Shape;458;p60"/>
          <p:cNvSpPr/>
          <p:nvPr/>
        </p:nvSpPr>
        <p:spPr>
          <a:xfrm>
            <a:off x="3158250" y="1874975"/>
            <a:ext cx="2670000" cy="2624100"/>
          </a:xfrm>
          <a:prstGeom prst="roundRect">
            <a:avLst>
              <a:gd fmla="val 7000" name="adj"/>
            </a:avLst>
          </a:prstGeom>
          <a:solidFill>
            <a:srgbClr val="EAF7F1"/>
          </a:solidFill>
          <a:ln cap="flat" cmpd="sng" w="12700">
            <a:solidFill>
              <a:srgbClr val="D6E2D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9" name="Google Shape;459;p60"/>
          <p:cNvSpPr/>
          <p:nvPr/>
        </p:nvSpPr>
        <p:spPr>
          <a:xfrm>
            <a:off x="3295410" y="1969892"/>
            <a:ext cx="1234500" cy="165900"/>
          </a:xfrm>
          <a:prstGeom prst="roundRect">
            <a:avLst>
              <a:gd fmla="val 7000" name="adj"/>
            </a:avLst>
          </a:prstGeom>
          <a:solidFill>
            <a:srgbClr val="00C781"/>
          </a:solidFill>
          <a:ln>
            <a:noFill/>
          </a:ln>
        </p:spPr>
        <p:txBody>
          <a:bodyPr anchorCtr="0" anchor="ctr" bIns="12700" lIns="12700" spcFirstLastPara="1" rIns="12700" wrap="square" tIns="12700">
            <a:noAutofit/>
          </a:bodyPr>
          <a:lstStyle/>
          <a:p>
            <a:pPr indent="0" lvl="0" marL="0" marR="0" rtl="0" algn="ctr">
              <a:lnSpc>
                <a:spcPct val="100000"/>
              </a:lnSpc>
              <a:spcBef>
                <a:spcPts val="0"/>
              </a:spcBef>
              <a:spcAft>
                <a:spcPts val="0"/>
              </a:spcAft>
              <a:buNone/>
            </a:pPr>
            <a:r>
              <a:rPr b="1" i="0" lang="ja" sz="950" u="none" cap="none" strike="noStrike">
                <a:solidFill>
                  <a:srgbClr val="FFFFFF"/>
                </a:solidFill>
                <a:latin typeface="Arial"/>
                <a:ea typeface="Arial"/>
                <a:cs typeface="Arial"/>
                <a:sym typeface="Arial"/>
              </a:rPr>
              <a:t>Phase 2｜〜</a:t>
            </a:r>
            <a:r>
              <a:rPr b="1" lang="ja" sz="950">
                <a:solidFill>
                  <a:srgbClr val="FFFFFF"/>
                </a:solidFill>
              </a:rPr>
              <a:t>１年</a:t>
            </a:r>
            <a:endParaRPr/>
          </a:p>
        </p:txBody>
      </p:sp>
      <p:sp>
        <p:nvSpPr>
          <p:cNvPr id="460" name="Google Shape;460;p60"/>
          <p:cNvSpPr txBox="1"/>
          <p:nvPr/>
        </p:nvSpPr>
        <p:spPr>
          <a:xfrm>
            <a:off x="3304550" y="2248678"/>
            <a:ext cx="2479200" cy="3879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lang="ja" sz="1200">
                <a:solidFill>
                  <a:srgbClr val="0E5E4E"/>
                </a:solidFill>
                <a:latin typeface="Zen Kaku Gothic New"/>
                <a:ea typeface="Zen Kaku Gothic New"/>
                <a:cs typeface="Zen Kaku Gothic New"/>
                <a:sym typeface="Zen Kaku Gothic New"/>
              </a:rPr>
              <a:t>CS/PSデリバリー × 新サービス立ち上げ</a:t>
            </a:r>
            <a:endParaRPr b="1">
              <a:latin typeface="Zen Kaku Gothic New"/>
              <a:ea typeface="Zen Kaku Gothic New"/>
              <a:cs typeface="Zen Kaku Gothic New"/>
              <a:sym typeface="Zen Kaku Gothic New"/>
            </a:endParaRPr>
          </a:p>
        </p:txBody>
      </p:sp>
      <p:sp>
        <p:nvSpPr>
          <p:cNvPr id="461" name="Google Shape;461;p60"/>
          <p:cNvSpPr txBox="1"/>
          <p:nvPr/>
        </p:nvSpPr>
        <p:spPr>
          <a:xfrm>
            <a:off x="3304554" y="2739253"/>
            <a:ext cx="2377500" cy="1439100"/>
          </a:xfrm>
          <a:prstGeom prst="rect">
            <a:avLst/>
          </a:prstGeom>
          <a:noFill/>
          <a:ln>
            <a:noFill/>
          </a:ln>
        </p:spPr>
        <p:txBody>
          <a:bodyPr anchorCtr="0" anchor="t" bIns="0" lIns="0" spcFirstLastPara="1" rIns="0" wrap="square" tIns="0">
            <a:spAutoFit/>
          </a:bodyPr>
          <a:lstStyle/>
          <a:p>
            <a:pPr indent="0" lvl="0" marL="0" rtl="0" algn="l">
              <a:lnSpc>
                <a:spcPct val="125000"/>
              </a:lnSpc>
              <a:spcBef>
                <a:spcPts val="0"/>
              </a:spcBef>
              <a:spcAft>
                <a:spcPts val="0"/>
              </a:spcAft>
              <a:buSzPts val="1100"/>
              <a:buNone/>
            </a:pPr>
            <a:r>
              <a:rPr lang="ja" sz="1100">
                <a:solidFill>
                  <a:srgbClr val="222A33"/>
                </a:solidFill>
                <a:latin typeface="Zen Kaku Gothic New Medium"/>
                <a:ea typeface="Zen Kaku Gothic New Medium"/>
                <a:cs typeface="Zen Kaku Gothic New Medium"/>
                <a:sym typeface="Zen Kaku Gothic New Medium"/>
              </a:rPr>
              <a:t>担当病院でのCS/PSデリバリーを続けながら、事業責任者の右腕として新領域に踏み込むフェーズです。医療事務AIや包括期向けソリューションといった新サービスの立ち上げ等を、顧客理解を武器に一緒に推進していただきます。</a:t>
            </a:r>
            <a:endParaRPr sz="1100">
              <a:solidFill>
                <a:srgbClr val="222A33"/>
              </a:solidFill>
              <a:latin typeface="Zen Kaku Gothic New Medium"/>
              <a:ea typeface="Zen Kaku Gothic New Medium"/>
              <a:cs typeface="Zen Kaku Gothic New Medium"/>
              <a:sym typeface="Zen Kaku Gothic New Medium"/>
            </a:endParaRPr>
          </a:p>
        </p:txBody>
      </p:sp>
      <p:sp>
        <p:nvSpPr>
          <p:cNvPr id="462" name="Google Shape;462;p60"/>
          <p:cNvSpPr txBox="1"/>
          <p:nvPr/>
        </p:nvSpPr>
        <p:spPr>
          <a:xfrm>
            <a:off x="5846587" y="2913130"/>
            <a:ext cx="237600" cy="200100"/>
          </a:xfrm>
          <a:prstGeom prst="rect">
            <a:avLst/>
          </a:prstGeom>
          <a:noFill/>
          <a:ln>
            <a:noFill/>
          </a:ln>
        </p:spPr>
        <p:txBody>
          <a:bodyPr anchorCtr="0" anchor="t" bIns="0" lIns="0" spcFirstLastPara="1" rIns="0" wrap="square" tIns="0">
            <a:spAutoFit/>
          </a:bodyPr>
          <a:lstStyle/>
          <a:p>
            <a:pPr indent="0" lvl="0" marL="0" marR="0" rtl="0" algn="ctr">
              <a:lnSpc>
                <a:spcPct val="105000"/>
              </a:lnSpc>
              <a:spcBef>
                <a:spcPts val="0"/>
              </a:spcBef>
              <a:spcAft>
                <a:spcPts val="0"/>
              </a:spcAft>
              <a:buNone/>
            </a:pPr>
            <a:r>
              <a:rPr b="1" i="0" lang="ja" sz="1300" u="none" cap="none" strike="noStrike">
                <a:solidFill>
                  <a:srgbClr val="00C781"/>
                </a:solidFill>
                <a:latin typeface="Arial"/>
                <a:ea typeface="Arial"/>
                <a:cs typeface="Arial"/>
                <a:sym typeface="Arial"/>
              </a:rPr>
              <a:t>▶</a:t>
            </a:r>
            <a:endParaRPr/>
          </a:p>
        </p:txBody>
      </p:sp>
      <p:sp>
        <p:nvSpPr>
          <p:cNvPr id="463" name="Google Shape;463;p60"/>
          <p:cNvSpPr/>
          <p:nvPr/>
        </p:nvSpPr>
        <p:spPr>
          <a:xfrm>
            <a:off x="6093475" y="1874975"/>
            <a:ext cx="2670000" cy="2624100"/>
          </a:xfrm>
          <a:prstGeom prst="roundRect">
            <a:avLst>
              <a:gd fmla="val 7000" name="adj"/>
            </a:avLst>
          </a:prstGeom>
          <a:solidFill>
            <a:srgbClr val="EAF7F1"/>
          </a:solidFill>
          <a:ln cap="flat" cmpd="sng" w="12700">
            <a:solidFill>
              <a:srgbClr val="D6E2D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4" name="Google Shape;464;p60"/>
          <p:cNvSpPr/>
          <p:nvPr/>
        </p:nvSpPr>
        <p:spPr>
          <a:xfrm>
            <a:off x="6230635" y="1969892"/>
            <a:ext cx="1234500" cy="165900"/>
          </a:xfrm>
          <a:prstGeom prst="roundRect">
            <a:avLst>
              <a:gd fmla="val 7000" name="adj"/>
            </a:avLst>
          </a:prstGeom>
          <a:solidFill>
            <a:srgbClr val="00C781"/>
          </a:solidFill>
          <a:ln>
            <a:noFill/>
          </a:ln>
        </p:spPr>
        <p:txBody>
          <a:bodyPr anchorCtr="0" anchor="ctr" bIns="12700" lIns="12700" spcFirstLastPara="1" rIns="12700" wrap="square" tIns="12700">
            <a:noAutofit/>
          </a:bodyPr>
          <a:lstStyle/>
          <a:p>
            <a:pPr indent="0" lvl="0" marL="0" marR="0" rtl="0" algn="ctr">
              <a:lnSpc>
                <a:spcPct val="100000"/>
              </a:lnSpc>
              <a:spcBef>
                <a:spcPts val="0"/>
              </a:spcBef>
              <a:spcAft>
                <a:spcPts val="0"/>
              </a:spcAft>
              <a:buNone/>
            </a:pPr>
            <a:r>
              <a:rPr b="1" i="0" lang="ja" sz="950" u="none" cap="none" strike="noStrike">
                <a:solidFill>
                  <a:srgbClr val="FFFFFF"/>
                </a:solidFill>
                <a:latin typeface="Arial"/>
                <a:ea typeface="Arial"/>
                <a:cs typeface="Arial"/>
                <a:sym typeface="Arial"/>
              </a:rPr>
              <a:t>Phase 3｜〜</a:t>
            </a:r>
            <a:r>
              <a:rPr b="1" lang="ja" sz="950">
                <a:solidFill>
                  <a:srgbClr val="FFFFFF"/>
                </a:solidFill>
              </a:rPr>
              <a:t>３年</a:t>
            </a:r>
            <a:endParaRPr/>
          </a:p>
        </p:txBody>
      </p:sp>
      <p:sp>
        <p:nvSpPr>
          <p:cNvPr id="465" name="Google Shape;465;p60"/>
          <p:cNvSpPr txBox="1"/>
          <p:nvPr/>
        </p:nvSpPr>
        <p:spPr>
          <a:xfrm>
            <a:off x="6239779" y="2248678"/>
            <a:ext cx="2377500" cy="1848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lang="ja" sz="1200">
                <a:solidFill>
                  <a:srgbClr val="0E5E4E"/>
                </a:solidFill>
                <a:latin typeface="Zen Kaku Gothic New"/>
                <a:ea typeface="Zen Kaku Gothic New"/>
                <a:cs typeface="Zen Kaku Gothic New"/>
                <a:sym typeface="Zen Kaku Gothic New"/>
              </a:rPr>
              <a:t>右腕から、事業の中核へ</a:t>
            </a:r>
            <a:endParaRPr b="1">
              <a:latin typeface="Zen Kaku Gothic New"/>
              <a:ea typeface="Zen Kaku Gothic New"/>
              <a:cs typeface="Zen Kaku Gothic New"/>
              <a:sym typeface="Zen Kaku Gothic New"/>
            </a:endParaRPr>
          </a:p>
        </p:txBody>
      </p:sp>
      <p:sp>
        <p:nvSpPr>
          <p:cNvPr id="466" name="Google Shape;466;p60"/>
          <p:cNvSpPr txBox="1"/>
          <p:nvPr/>
        </p:nvSpPr>
        <p:spPr>
          <a:xfrm>
            <a:off x="6239779" y="2739253"/>
            <a:ext cx="2377500" cy="1439100"/>
          </a:xfrm>
          <a:prstGeom prst="rect">
            <a:avLst/>
          </a:prstGeom>
          <a:noFill/>
          <a:ln>
            <a:noFill/>
          </a:ln>
        </p:spPr>
        <p:txBody>
          <a:bodyPr anchorCtr="0" anchor="t" bIns="0" lIns="0" spcFirstLastPara="1" rIns="0" wrap="square" tIns="0">
            <a:spAutoFit/>
          </a:bodyPr>
          <a:lstStyle/>
          <a:p>
            <a:pPr indent="0" lvl="0" marL="0" rtl="0" algn="l">
              <a:lnSpc>
                <a:spcPct val="125000"/>
              </a:lnSpc>
              <a:spcBef>
                <a:spcPts val="0"/>
              </a:spcBef>
              <a:spcAft>
                <a:spcPts val="0"/>
              </a:spcAft>
              <a:buSzPts val="1100"/>
              <a:buNone/>
            </a:pPr>
            <a:r>
              <a:rPr lang="ja" sz="1100">
                <a:solidFill>
                  <a:srgbClr val="222A33"/>
                </a:solidFill>
                <a:latin typeface="Zen Kaku Gothic New Medium"/>
                <a:ea typeface="Zen Kaku Gothic New Medium"/>
                <a:cs typeface="Zen Kaku Gothic New Medium"/>
                <a:sym typeface="Zen Kaku Gothic New Medium"/>
              </a:rPr>
              <a:t>成果に応じて、担う領域を押し広げていくフェーズです。</a:t>
            </a:r>
            <a:endParaRPr sz="1100">
              <a:solidFill>
                <a:srgbClr val="222A33"/>
              </a:solidFill>
              <a:latin typeface="Zen Kaku Gothic New Medium"/>
              <a:ea typeface="Zen Kaku Gothic New Medium"/>
              <a:cs typeface="Zen Kaku Gothic New Medium"/>
              <a:sym typeface="Zen Kaku Gothic New Medium"/>
            </a:endParaRPr>
          </a:p>
          <a:p>
            <a:pPr indent="0" lvl="0" marL="0" rtl="0" algn="l">
              <a:lnSpc>
                <a:spcPct val="125000"/>
              </a:lnSpc>
              <a:spcBef>
                <a:spcPts val="0"/>
              </a:spcBef>
              <a:spcAft>
                <a:spcPts val="0"/>
              </a:spcAft>
              <a:buClr>
                <a:schemeClr val="dk1"/>
              </a:buClr>
              <a:buSzPts val="1100"/>
              <a:buFont typeface="Arial"/>
              <a:buNone/>
            </a:pPr>
            <a:r>
              <a:rPr lang="ja" sz="1100">
                <a:solidFill>
                  <a:srgbClr val="222A33"/>
                </a:solidFill>
                <a:latin typeface="Zen Kaku Gothic New Medium"/>
                <a:ea typeface="Zen Kaku Gothic New Medium"/>
                <a:cs typeface="Zen Kaku Gothic New Medium"/>
                <a:sym typeface="Zen Kaku Gothic New Medium"/>
              </a:rPr>
              <a:t>事業全体を支える右腕から一歩進み、自らの領域を持ち、オーナーシップを持って事業を牽引する存在になっていただくことを期待しています。</a:t>
            </a:r>
            <a:endParaRPr sz="1100">
              <a:solidFill>
                <a:srgbClr val="222A33"/>
              </a:solidFill>
              <a:latin typeface="Zen Kaku Gothic New Medium"/>
              <a:ea typeface="Zen Kaku Gothic New Medium"/>
              <a:cs typeface="Zen Kaku Gothic New Medium"/>
              <a:sym typeface="Zen Kaku Gothic New Medium"/>
            </a:endParaRPr>
          </a:p>
          <a:p>
            <a:pPr indent="0" lvl="0" marL="0" marR="0" rtl="0" algn="l">
              <a:lnSpc>
                <a:spcPct val="125000"/>
              </a:lnSpc>
              <a:spcBef>
                <a:spcPts val="0"/>
              </a:spcBef>
              <a:spcAft>
                <a:spcPts val="0"/>
              </a:spcAft>
              <a:buNone/>
            </a:pPr>
            <a:r>
              <a:t/>
            </a:r>
            <a:endParaRPr sz="1100">
              <a:solidFill>
                <a:srgbClr val="222A33"/>
              </a:solidFill>
              <a:latin typeface="Zen Kaku Gothic New Medium"/>
              <a:ea typeface="Zen Kaku Gothic New Medium"/>
              <a:cs typeface="Zen Kaku Gothic New Medium"/>
              <a:sym typeface="Zen Kaku Gothic New Medium"/>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61"/>
          <p:cNvSpPr txBox="1"/>
          <p:nvPr>
            <p:ph idx="12" type="sldNum"/>
          </p:nvPr>
        </p:nvSpPr>
        <p:spPr>
          <a:xfrm>
            <a:off x="8763484" y="4749901"/>
            <a:ext cx="5487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fld id="{00000000-1234-1234-1234-123412341234}" type="slidenum">
              <a:rPr lang="ja"/>
              <a:t>‹#›</a:t>
            </a:fld>
            <a:endParaRPr/>
          </a:p>
        </p:txBody>
      </p:sp>
      <p:sp>
        <p:nvSpPr>
          <p:cNvPr id="472" name="Google Shape;472;p61"/>
          <p:cNvSpPr/>
          <p:nvPr/>
        </p:nvSpPr>
        <p:spPr>
          <a:xfrm>
            <a:off x="305704" y="147225"/>
            <a:ext cx="6052800" cy="30150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None/>
            </a:pPr>
            <a:r>
              <a:rPr b="1" lang="ja" sz="1500">
                <a:solidFill>
                  <a:schemeClr val="dk1"/>
                </a:solidFill>
                <a:latin typeface="Zen Kaku Gothic New"/>
                <a:ea typeface="Zen Kaku Gothic New"/>
                <a:cs typeface="Zen Kaku Gothic New"/>
                <a:sym typeface="Zen Kaku Gothic New"/>
              </a:rPr>
              <a:t>入社後に期待すること</a:t>
            </a:r>
            <a:endParaRPr b="1" sz="1500">
              <a:solidFill>
                <a:schemeClr val="dk1"/>
              </a:solidFill>
              <a:latin typeface="Zen Kaku Gothic New"/>
              <a:ea typeface="Zen Kaku Gothic New"/>
              <a:cs typeface="Zen Kaku Gothic New"/>
              <a:sym typeface="Zen Kaku Gothic New"/>
            </a:endParaRPr>
          </a:p>
        </p:txBody>
      </p:sp>
      <p:sp>
        <p:nvSpPr>
          <p:cNvPr id="473" name="Google Shape;473;p61"/>
          <p:cNvSpPr txBox="1"/>
          <p:nvPr/>
        </p:nvSpPr>
        <p:spPr>
          <a:xfrm>
            <a:off x="289500" y="729025"/>
            <a:ext cx="8581200" cy="472500"/>
          </a:xfrm>
          <a:prstGeom prst="rect">
            <a:avLst/>
          </a:prstGeom>
          <a:noFill/>
          <a:ln>
            <a:noFill/>
          </a:ln>
        </p:spPr>
        <p:txBody>
          <a:bodyPr anchorCtr="0" anchor="t" bIns="19050" lIns="19050" spcFirstLastPara="1" rIns="19050" wrap="square" tIns="19050">
            <a:noAutofit/>
          </a:bodyPr>
          <a:lstStyle/>
          <a:p>
            <a:pPr indent="0" lvl="0" marL="0" rtl="0" algn="l">
              <a:spcBef>
                <a:spcPts val="0"/>
              </a:spcBef>
              <a:spcAft>
                <a:spcPts val="0"/>
              </a:spcAft>
              <a:buClr>
                <a:schemeClr val="dk1"/>
              </a:buClr>
              <a:buFont typeface="Arial"/>
              <a:buNone/>
            </a:pPr>
            <a:r>
              <a:rPr b="1" lang="ja" sz="1100">
                <a:solidFill>
                  <a:srgbClr val="1A1A1A"/>
                </a:solidFill>
                <a:latin typeface="Calibri"/>
                <a:ea typeface="Calibri"/>
                <a:cs typeface="Calibri"/>
                <a:sym typeface="Calibri"/>
              </a:rPr>
              <a:t>組織図asis-tobe</a:t>
            </a:r>
            <a:endParaRPr b="1" sz="1100">
              <a:solidFill>
                <a:srgbClr val="1A1A1A"/>
              </a:solidFill>
              <a:latin typeface="Calibri"/>
              <a:ea typeface="Calibri"/>
              <a:cs typeface="Calibri"/>
              <a:sym typeface="Calibri"/>
            </a:endParaRPr>
          </a:p>
          <a:p>
            <a:pPr indent="0" lvl="0" marL="0" rtl="0" algn="l">
              <a:spcBef>
                <a:spcPts val="0"/>
              </a:spcBef>
              <a:spcAft>
                <a:spcPts val="0"/>
              </a:spcAft>
              <a:buClr>
                <a:schemeClr val="dk1"/>
              </a:buClr>
              <a:buFont typeface="Arial"/>
              <a:buNone/>
            </a:pPr>
            <a:r>
              <a:t/>
            </a:r>
            <a:endParaRPr b="1" sz="1100">
              <a:solidFill>
                <a:srgbClr val="1A1A1A"/>
              </a:solidFill>
              <a:latin typeface="Calibri"/>
              <a:ea typeface="Calibri"/>
              <a:cs typeface="Calibri"/>
              <a:sym typeface="Calibri"/>
            </a:endParaRPr>
          </a:p>
          <a:p>
            <a:pPr indent="0" lvl="0" marL="0" rtl="0" algn="l">
              <a:spcBef>
                <a:spcPts val="0"/>
              </a:spcBef>
              <a:spcAft>
                <a:spcPts val="0"/>
              </a:spcAft>
              <a:buClr>
                <a:schemeClr val="dk1"/>
              </a:buClr>
              <a:buFont typeface="Arial"/>
              <a:buNone/>
            </a:pPr>
            <a:r>
              <a:rPr b="1" lang="ja" sz="1100">
                <a:solidFill>
                  <a:srgbClr val="1A1A1A"/>
                </a:solidFill>
                <a:latin typeface="Calibri"/>
                <a:ea typeface="Calibri"/>
                <a:cs typeface="Calibri"/>
                <a:sym typeface="Calibri"/>
              </a:rPr>
              <a:t>product部門の組織構成（あん）を書く</a:t>
            </a:r>
            <a:endParaRPr b="1" sz="1100">
              <a:solidFill>
                <a:srgbClr val="1A1A1A"/>
              </a:solidFill>
              <a:latin typeface="Calibri"/>
              <a:ea typeface="Calibri"/>
              <a:cs typeface="Calibri"/>
              <a:sym typeface="Calibri"/>
            </a:endParaRPr>
          </a:p>
          <a:p>
            <a:pPr indent="0" lvl="0" marL="0" rtl="0" algn="l">
              <a:lnSpc>
                <a:spcPct val="150000"/>
              </a:lnSpc>
              <a:spcBef>
                <a:spcPts val="0"/>
              </a:spcBef>
              <a:spcAft>
                <a:spcPts val="0"/>
              </a:spcAft>
              <a:buClr>
                <a:schemeClr val="dk1"/>
              </a:buClr>
              <a:buSzPts val="1100"/>
              <a:buFont typeface="Arial"/>
              <a:buNone/>
            </a:pPr>
            <a:r>
              <a:t/>
            </a:r>
            <a:endParaRPr b="1" sz="1300">
              <a:latin typeface="Zen Kaku Gothic New"/>
              <a:ea typeface="Zen Kaku Gothic New"/>
              <a:cs typeface="Zen Kaku Gothic New"/>
              <a:sym typeface="Zen Kaku Gothic New"/>
            </a:endParaRPr>
          </a:p>
          <a:p>
            <a:pPr indent="0" lvl="0" marL="0" marR="0" rtl="0" algn="l">
              <a:lnSpc>
                <a:spcPct val="150000"/>
              </a:lnSpc>
              <a:spcBef>
                <a:spcPts val="0"/>
              </a:spcBef>
              <a:spcAft>
                <a:spcPts val="0"/>
              </a:spcAft>
              <a:buNone/>
            </a:pPr>
            <a:r>
              <a:t/>
            </a:r>
            <a:endParaRPr b="1" sz="1300">
              <a:latin typeface="Zen Kaku Gothic New"/>
              <a:ea typeface="Zen Kaku Gothic New"/>
              <a:cs typeface="Zen Kaku Gothic New"/>
              <a:sym typeface="Zen Kaku Gothic New"/>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62"/>
          <p:cNvSpPr/>
          <p:nvPr/>
        </p:nvSpPr>
        <p:spPr>
          <a:xfrm>
            <a:off x="0" y="0"/>
            <a:ext cx="9144000" cy="5143500"/>
          </a:xfrm>
          <a:prstGeom prst="rect">
            <a:avLst/>
          </a:prstGeom>
          <a:solidFill>
            <a:srgbClr val="08151A"/>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79" name="Google Shape;479;p62"/>
          <p:cNvSpPr txBox="1"/>
          <p:nvPr/>
        </p:nvSpPr>
        <p:spPr>
          <a:xfrm>
            <a:off x="685818" y="1783080"/>
            <a:ext cx="7544100" cy="300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ja" sz="1500" u="none" cap="none" strike="noStrike">
                <a:solidFill>
                  <a:srgbClr val="08D0D0"/>
                </a:solidFill>
                <a:latin typeface="Calibri"/>
                <a:ea typeface="Calibri"/>
                <a:cs typeface="Calibri"/>
                <a:sym typeface="Calibri"/>
              </a:rPr>
              <a:t>02</a:t>
            </a:r>
            <a:endParaRPr sz="1100"/>
          </a:p>
        </p:txBody>
      </p:sp>
      <p:sp>
        <p:nvSpPr>
          <p:cNvPr id="480" name="Google Shape;480;p62"/>
          <p:cNvSpPr txBox="1"/>
          <p:nvPr/>
        </p:nvSpPr>
        <p:spPr>
          <a:xfrm>
            <a:off x="685818" y="2194560"/>
            <a:ext cx="7544100" cy="4386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ja" sz="2400" u="none" cap="none" strike="noStrike">
                <a:solidFill>
                  <a:srgbClr val="FFFFFF"/>
                </a:solidFill>
                <a:latin typeface="Calibri"/>
                <a:ea typeface="Calibri"/>
                <a:cs typeface="Calibri"/>
                <a:sym typeface="Calibri"/>
              </a:rPr>
              <a:t>小山さんに参画いただきたい理由</a:t>
            </a:r>
            <a:endParaRPr sz="11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
        <p:nvSpPr>
          <p:cNvPr id="485" name="Google Shape;485;p63"/>
          <p:cNvSpPr/>
          <p:nvPr/>
        </p:nvSpPr>
        <p:spPr>
          <a:xfrm>
            <a:off x="0" y="0"/>
            <a:ext cx="9144000" cy="54900"/>
          </a:xfrm>
          <a:prstGeom prst="rect">
            <a:avLst/>
          </a:prstGeom>
          <a:solidFill>
            <a:srgbClr val="08D0D0"/>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86" name="Google Shape;486;p63"/>
          <p:cNvSpPr txBox="1"/>
          <p:nvPr/>
        </p:nvSpPr>
        <p:spPr>
          <a:xfrm>
            <a:off x="342909" y="240030"/>
            <a:ext cx="8435700" cy="346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ja" sz="1800" u="none" cap="none" strike="noStrike">
                <a:solidFill>
                  <a:srgbClr val="08151A"/>
                </a:solidFill>
                <a:latin typeface="Calibri"/>
                <a:ea typeface="Calibri"/>
                <a:cs typeface="Calibri"/>
                <a:sym typeface="Calibri"/>
              </a:rPr>
              <a:t>小山さんに参画いただきたい理由</a:t>
            </a:r>
            <a:endParaRPr sz="1100"/>
          </a:p>
        </p:txBody>
      </p:sp>
      <p:sp>
        <p:nvSpPr>
          <p:cNvPr id="487" name="Google Shape;487;p63"/>
          <p:cNvSpPr txBox="1"/>
          <p:nvPr/>
        </p:nvSpPr>
        <p:spPr>
          <a:xfrm>
            <a:off x="342909" y="754380"/>
            <a:ext cx="8435700" cy="31476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ja" sz="1100" u="none" cap="none" strike="noStrike">
                <a:solidFill>
                  <a:srgbClr val="1A1A1A"/>
                </a:solidFill>
                <a:latin typeface="Calibri"/>
                <a:ea typeface="Calibri"/>
                <a:cs typeface="Calibri"/>
                <a:sym typeface="Calibri"/>
              </a:rPr>
              <a:t>小山さんは「現場に入り込む力 × 課題の構造化・合意形成 ×</a:t>
            </a:r>
            <a:endParaRPr sz="1100"/>
          </a:p>
          <a:p>
            <a:pPr indent="0" lvl="0" marL="0" marR="0" rtl="0" algn="l">
              <a:spcBef>
                <a:spcPts val="300"/>
              </a:spcBef>
              <a:spcAft>
                <a:spcPts val="0"/>
              </a:spcAft>
              <a:buNone/>
            </a:pPr>
            <a:r>
              <a:rPr b="0" i="0" lang="ja" sz="1100" u="none" cap="none" strike="noStrike">
                <a:solidFill>
                  <a:srgbClr val="1A1A1A"/>
                </a:solidFill>
                <a:latin typeface="Calibri"/>
                <a:ea typeface="Calibri"/>
                <a:cs typeface="Calibri"/>
                <a:sym typeface="Calibri"/>
              </a:rPr>
              <a:t>ゼロからの立ち上げ・カオス耐性 × セキュリティ／Infra知見」を</a:t>
            </a:r>
            <a:endParaRPr sz="1100"/>
          </a:p>
          <a:p>
            <a:pPr indent="0" lvl="0" marL="0" marR="0" rtl="0" algn="l">
              <a:spcBef>
                <a:spcPts val="300"/>
              </a:spcBef>
              <a:spcAft>
                <a:spcPts val="0"/>
              </a:spcAft>
              <a:buNone/>
            </a:pPr>
            <a:r>
              <a:rPr b="0" i="0" lang="ja" sz="1100" u="none" cap="none" strike="noStrike">
                <a:solidFill>
                  <a:srgbClr val="1A1A1A"/>
                </a:solidFill>
                <a:latin typeface="Calibri"/>
                <a:ea typeface="Calibri"/>
                <a:cs typeface="Calibri"/>
                <a:sym typeface="Calibri"/>
              </a:rPr>
              <a:t>兼ね備えており、ぜひ一緒に働きたいです！</a:t>
            </a:r>
            <a:endParaRPr sz="1100"/>
          </a:p>
          <a:p>
            <a:pPr indent="0" lvl="0" marL="0" marR="0" rtl="0" algn="l">
              <a:spcBef>
                <a:spcPts val="300"/>
              </a:spcBef>
              <a:spcAft>
                <a:spcPts val="0"/>
              </a:spcAft>
              <a:buNone/>
            </a:pPr>
            <a:r>
              <a:t/>
            </a:r>
            <a:endParaRPr b="0" i="0" sz="1100" u="none" cap="none" strike="noStrike">
              <a:solidFill>
                <a:srgbClr val="1A1A1A"/>
              </a:solidFill>
              <a:latin typeface="Calibri"/>
              <a:ea typeface="Calibri"/>
              <a:cs typeface="Calibri"/>
              <a:sym typeface="Calibri"/>
            </a:endParaRPr>
          </a:p>
          <a:p>
            <a:pPr indent="0" lvl="0" marL="0" marR="0" rtl="0" algn="l">
              <a:spcBef>
                <a:spcPts val="300"/>
              </a:spcBef>
              <a:spcAft>
                <a:spcPts val="0"/>
              </a:spcAft>
              <a:buNone/>
            </a:pPr>
            <a:r>
              <a:rPr b="0" i="0" lang="ja" sz="1100" u="none" cap="none" strike="noStrike">
                <a:solidFill>
                  <a:srgbClr val="1A1A1A"/>
                </a:solidFill>
                <a:latin typeface="Calibri"/>
                <a:ea typeface="Calibri"/>
                <a:cs typeface="Calibri"/>
                <a:sym typeface="Calibri"/>
              </a:rPr>
              <a:t>● 価値志向</a:t>
            </a:r>
            <a:endParaRPr sz="1100"/>
          </a:p>
          <a:p>
            <a:pPr indent="0" lvl="0" marL="0" marR="0" rtl="0" algn="l">
              <a:spcBef>
                <a:spcPts val="300"/>
              </a:spcBef>
              <a:spcAft>
                <a:spcPts val="0"/>
              </a:spcAft>
              <a:buNone/>
            </a:pPr>
            <a:r>
              <a:rPr b="0" i="0" lang="ja" sz="1100" u="none" cap="none" strike="noStrike">
                <a:solidFill>
                  <a:srgbClr val="1A1A1A"/>
                </a:solidFill>
                <a:latin typeface="Calibri"/>
                <a:ea typeface="Calibri"/>
                <a:cs typeface="Calibri"/>
                <a:sym typeface="Calibri"/>
              </a:rPr>
              <a:t>  ・「命に関わる領域」に貢献したい軸が一貫（警察・Sec・医療IT）</a:t>
            </a:r>
            <a:endParaRPr sz="1100"/>
          </a:p>
          <a:p>
            <a:pPr indent="0" lvl="0" marL="0" marR="0" rtl="0" algn="l">
              <a:spcBef>
                <a:spcPts val="300"/>
              </a:spcBef>
              <a:spcAft>
                <a:spcPts val="0"/>
              </a:spcAft>
              <a:buNone/>
            </a:pPr>
            <a:r>
              <a:rPr b="0" i="0" lang="ja" sz="1100" u="none" cap="none" strike="noStrike">
                <a:solidFill>
                  <a:srgbClr val="1A1A1A"/>
                </a:solidFill>
                <a:latin typeface="Calibri"/>
                <a:ea typeface="Calibri"/>
                <a:cs typeface="Calibri"/>
                <a:sym typeface="Calibri"/>
              </a:rPr>
              <a:t>  ・みんなが困っているところに入り、一緒に解決するのが楽しい</a:t>
            </a:r>
            <a:endParaRPr sz="1100"/>
          </a:p>
          <a:p>
            <a:pPr indent="0" lvl="0" marL="0" marR="0" rtl="0" algn="l">
              <a:spcBef>
                <a:spcPts val="300"/>
              </a:spcBef>
              <a:spcAft>
                <a:spcPts val="0"/>
              </a:spcAft>
              <a:buNone/>
            </a:pPr>
            <a:r>
              <a:t/>
            </a:r>
            <a:endParaRPr b="0" i="0" sz="1100" u="none" cap="none" strike="noStrike">
              <a:solidFill>
                <a:srgbClr val="1A1A1A"/>
              </a:solidFill>
              <a:latin typeface="Calibri"/>
              <a:ea typeface="Calibri"/>
              <a:cs typeface="Calibri"/>
              <a:sym typeface="Calibri"/>
            </a:endParaRPr>
          </a:p>
          <a:p>
            <a:pPr indent="0" lvl="0" marL="0" marR="0" rtl="0" algn="l">
              <a:spcBef>
                <a:spcPts val="300"/>
              </a:spcBef>
              <a:spcAft>
                <a:spcPts val="0"/>
              </a:spcAft>
              <a:buNone/>
            </a:pPr>
            <a:r>
              <a:rPr b="0" i="0" lang="ja" sz="1100" u="none" cap="none" strike="noStrike">
                <a:solidFill>
                  <a:srgbClr val="1A1A1A"/>
                </a:solidFill>
                <a:latin typeface="Calibri"/>
                <a:ea typeface="Calibri"/>
                <a:cs typeface="Calibri"/>
                <a:sym typeface="Calibri"/>
              </a:rPr>
              <a:t>● 両輪の経験</a:t>
            </a:r>
            <a:endParaRPr sz="1100"/>
          </a:p>
          <a:p>
            <a:pPr indent="0" lvl="0" marL="0" marR="0" rtl="0" algn="l">
              <a:spcBef>
                <a:spcPts val="300"/>
              </a:spcBef>
              <a:spcAft>
                <a:spcPts val="0"/>
              </a:spcAft>
              <a:buNone/>
            </a:pPr>
            <a:r>
              <a:rPr b="0" i="0" lang="ja" sz="1100" u="none" cap="none" strike="noStrike">
                <a:solidFill>
                  <a:srgbClr val="1A1A1A"/>
                </a:solidFill>
                <a:latin typeface="Calibri"/>
                <a:ea typeface="Calibri"/>
                <a:cs typeface="Calibri"/>
                <a:sym typeface="Calibri"/>
              </a:rPr>
              <a:t>  ・前方: 顧客折衝・合意形成（提案〜PoC〜導入運用）</a:t>
            </a:r>
            <a:endParaRPr sz="1100"/>
          </a:p>
          <a:p>
            <a:pPr indent="0" lvl="0" marL="0" marR="0" rtl="0" algn="l">
              <a:spcBef>
                <a:spcPts val="300"/>
              </a:spcBef>
              <a:spcAft>
                <a:spcPts val="0"/>
              </a:spcAft>
              <a:buNone/>
            </a:pPr>
            <a:r>
              <a:rPr b="0" i="0" lang="ja" sz="1100" u="none" cap="none" strike="noStrike">
                <a:solidFill>
                  <a:srgbClr val="1A1A1A"/>
                </a:solidFill>
                <a:latin typeface="Calibri"/>
                <a:ea typeface="Calibri"/>
                <a:cs typeface="Calibri"/>
                <a:sym typeface="Calibri"/>
              </a:rPr>
              <a:t>  ・後方: Sec/Infra・運用の型づくり（3省2、ISMS、ルール整備）</a:t>
            </a:r>
            <a:endParaRPr sz="1100"/>
          </a:p>
          <a:p>
            <a:pPr indent="0" lvl="0" marL="0" marR="0" rtl="0" algn="l">
              <a:spcBef>
                <a:spcPts val="300"/>
              </a:spcBef>
              <a:spcAft>
                <a:spcPts val="0"/>
              </a:spcAft>
              <a:buNone/>
            </a:pPr>
            <a:r>
              <a:t/>
            </a:r>
            <a:endParaRPr b="0" i="0" sz="1100" u="none" cap="none" strike="noStrike">
              <a:solidFill>
                <a:srgbClr val="1A1A1A"/>
              </a:solidFill>
              <a:latin typeface="Calibri"/>
              <a:ea typeface="Calibri"/>
              <a:cs typeface="Calibri"/>
              <a:sym typeface="Calibri"/>
            </a:endParaRPr>
          </a:p>
          <a:p>
            <a:pPr indent="0" lvl="0" marL="0" marR="0" rtl="0" algn="l">
              <a:spcBef>
                <a:spcPts val="300"/>
              </a:spcBef>
              <a:spcAft>
                <a:spcPts val="0"/>
              </a:spcAft>
              <a:buNone/>
            </a:pPr>
            <a:r>
              <a:rPr b="0" i="0" lang="ja" sz="1100" u="none" cap="none" strike="noStrike">
                <a:solidFill>
                  <a:srgbClr val="1A1A1A"/>
                </a:solidFill>
                <a:latin typeface="Calibri"/>
                <a:ea typeface="Calibri"/>
                <a:cs typeface="Calibri"/>
                <a:sym typeface="Calibri"/>
              </a:rPr>
              <a:t>● 推進スタイル</a:t>
            </a:r>
            <a:endParaRPr sz="1100"/>
          </a:p>
          <a:p>
            <a:pPr indent="0" lvl="0" marL="0" marR="0" rtl="0" algn="l">
              <a:spcBef>
                <a:spcPts val="300"/>
              </a:spcBef>
              <a:spcAft>
                <a:spcPts val="0"/>
              </a:spcAft>
              <a:buNone/>
            </a:pPr>
            <a:r>
              <a:rPr b="0" i="0" lang="ja" sz="1100" u="none" cap="none" strike="noStrike">
                <a:solidFill>
                  <a:srgbClr val="1A1A1A"/>
                </a:solidFill>
                <a:latin typeface="Calibri"/>
                <a:ea typeface="Calibri"/>
                <a:cs typeface="Calibri"/>
                <a:sym typeface="Calibri"/>
              </a:rPr>
              <a:t>  ・手探りから手順・チームを作る　・カオスでもやり切る</a:t>
            </a:r>
            <a:endParaRPr sz="1100"/>
          </a:p>
          <a:p>
            <a:pPr indent="0" lvl="0" marL="0" marR="0" rtl="0" algn="l">
              <a:spcBef>
                <a:spcPts val="300"/>
              </a:spcBef>
              <a:spcAft>
                <a:spcPts val="0"/>
              </a:spcAft>
              <a:buNone/>
            </a:pPr>
            <a:r>
              <a:rPr b="0" i="0" lang="ja" sz="1100" u="none" cap="none" strike="noStrike">
                <a:solidFill>
                  <a:srgbClr val="1A1A1A"/>
                </a:solidFill>
                <a:latin typeface="Calibri"/>
                <a:ea typeface="Calibri"/>
                <a:cs typeface="Calibri"/>
                <a:sym typeface="Calibri"/>
              </a:rPr>
              <a:t>  ・小さめ組織で裁量を持って動く志向 → メダップと相性が良い</a:t>
            </a:r>
            <a:endParaRPr sz="1100"/>
          </a:p>
        </p:txBody>
      </p:sp>
      <p:sp>
        <p:nvSpPr>
          <p:cNvPr id="488" name="Google Shape;488;p63"/>
          <p:cNvSpPr txBox="1"/>
          <p:nvPr/>
        </p:nvSpPr>
        <p:spPr>
          <a:xfrm>
            <a:off x="274327" y="4834890"/>
            <a:ext cx="8229900" cy="177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ja" sz="700" u="none" cap="none" strike="noStrike">
                <a:solidFill>
                  <a:srgbClr val="555555"/>
                </a:solidFill>
                <a:latin typeface="Calibri"/>
                <a:ea typeface="Calibri"/>
                <a:cs typeface="Calibri"/>
                <a:sym typeface="Calibri"/>
              </a:rPr>
              <a:t>© MedUp inc.  |  DRAFT  |  小山さんに参画いただきたい理由</a:t>
            </a:r>
            <a:endParaRPr sz="11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64"/>
          <p:cNvSpPr/>
          <p:nvPr/>
        </p:nvSpPr>
        <p:spPr>
          <a:xfrm>
            <a:off x="0" y="0"/>
            <a:ext cx="9144000" cy="54900"/>
          </a:xfrm>
          <a:prstGeom prst="rect">
            <a:avLst/>
          </a:prstGeom>
          <a:solidFill>
            <a:srgbClr val="08D0D0"/>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94" name="Google Shape;494;p64"/>
          <p:cNvSpPr txBox="1"/>
          <p:nvPr/>
        </p:nvSpPr>
        <p:spPr>
          <a:xfrm>
            <a:off x="342909" y="205740"/>
            <a:ext cx="8435700" cy="330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ja" sz="1700" u="none" cap="none" strike="noStrike">
                <a:solidFill>
                  <a:srgbClr val="08151A"/>
                </a:solidFill>
                <a:latin typeface="Calibri"/>
                <a:ea typeface="Calibri"/>
                <a:cs typeface="Calibri"/>
                <a:sym typeface="Calibri"/>
              </a:rPr>
              <a:t>小山さんにメダップが提供できること</a:t>
            </a:r>
            <a:endParaRPr sz="1100"/>
          </a:p>
        </p:txBody>
      </p:sp>
      <p:sp>
        <p:nvSpPr>
          <p:cNvPr id="495" name="Google Shape;495;p64"/>
          <p:cNvSpPr/>
          <p:nvPr/>
        </p:nvSpPr>
        <p:spPr>
          <a:xfrm>
            <a:off x="342909" y="685800"/>
            <a:ext cx="4046400" cy="3771900"/>
          </a:xfrm>
          <a:prstGeom prst="rect">
            <a:avLst/>
          </a:prstGeom>
          <a:solidFill>
            <a:srgbClr val="F5F7F8"/>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96" name="Google Shape;496;p64"/>
          <p:cNvSpPr txBox="1"/>
          <p:nvPr/>
        </p:nvSpPr>
        <p:spPr>
          <a:xfrm>
            <a:off x="480073" y="788670"/>
            <a:ext cx="37719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ja" sz="1200" u="none" cap="none" strike="noStrike">
                <a:solidFill>
                  <a:srgbClr val="08151A"/>
                </a:solidFill>
                <a:latin typeface="Calibri"/>
                <a:ea typeface="Calibri"/>
                <a:cs typeface="Calibri"/>
                <a:sym typeface="Calibri"/>
              </a:rPr>
              <a:t>FDEチームの立ち上げと型づくり</a:t>
            </a:r>
            <a:endParaRPr sz="1100"/>
          </a:p>
        </p:txBody>
      </p:sp>
      <p:sp>
        <p:nvSpPr>
          <p:cNvPr id="497" name="Google Shape;497;p64"/>
          <p:cNvSpPr txBox="1"/>
          <p:nvPr/>
        </p:nvSpPr>
        <p:spPr>
          <a:xfrm>
            <a:off x="480073" y="1165860"/>
            <a:ext cx="3771900" cy="992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ja" sz="1000" u="none" cap="none" strike="noStrike">
                <a:solidFill>
                  <a:srgbClr val="1A1A1A"/>
                </a:solidFill>
                <a:latin typeface="Calibri"/>
                <a:ea typeface="Calibri"/>
                <a:cs typeface="Calibri"/>
                <a:sym typeface="Calibri"/>
              </a:rPr>
              <a:t>● 「顧客課題 → 設計・実装・検証」をチームとして回す</a:t>
            </a:r>
            <a:endParaRPr sz="1100"/>
          </a:p>
          <a:p>
            <a:pPr indent="0" lvl="0" marL="0" marR="0" rtl="0" algn="l">
              <a:spcBef>
                <a:spcPts val="300"/>
              </a:spcBef>
              <a:spcAft>
                <a:spcPts val="0"/>
              </a:spcAft>
              <a:buNone/>
            </a:pPr>
            <a:r>
              <a:t/>
            </a:r>
            <a:endParaRPr b="0" i="0" sz="1000" u="none" cap="none" strike="noStrike">
              <a:solidFill>
                <a:srgbClr val="1A1A1A"/>
              </a:solidFill>
              <a:latin typeface="Calibri"/>
              <a:ea typeface="Calibri"/>
              <a:cs typeface="Calibri"/>
              <a:sym typeface="Calibri"/>
            </a:endParaRPr>
          </a:p>
          <a:p>
            <a:pPr indent="0" lvl="0" marL="0" marR="0" rtl="0" algn="l">
              <a:spcBef>
                <a:spcPts val="300"/>
              </a:spcBef>
              <a:spcAft>
                <a:spcPts val="0"/>
              </a:spcAft>
              <a:buNone/>
            </a:pPr>
            <a:r>
              <a:rPr b="0" i="0" lang="ja" sz="1000" u="none" cap="none" strike="noStrike">
                <a:solidFill>
                  <a:srgbClr val="1A1A1A"/>
                </a:solidFill>
                <a:latin typeface="Calibri"/>
                <a:ea typeface="Calibri"/>
                <a:cs typeface="Calibri"/>
                <a:sym typeface="Calibri"/>
              </a:rPr>
              <a:t>● CS/PSと同じテーブルで現場に入り込む開発</a:t>
            </a:r>
            <a:endParaRPr sz="1100"/>
          </a:p>
          <a:p>
            <a:pPr indent="0" lvl="0" marL="0" marR="0" rtl="0" algn="l">
              <a:spcBef>
                <a:spcPts val="300"/>
              </a:spcBef>
              <a:spcAft>
                <a:spcPts val="0"/>
              </a:spcAft>
              <a:buNone/>
            </a:pPr>
            <a:r>
              <a:t/>
            </a:r>
            <a:endParaRPr b="0" i="0" sz="1000" u="none" cap="none" strike="noStrike">
              <a:solidFill>
                <a:srgbClr val="1A1A1A"/>
              </a:solidFill>
              <a:latin typeface="Calibri"/>
              <a:ea typeface="Calibri"/>
              <a:cs typeface="Calibri"/>
              <a:sym typeface="Calibri"/>
            </a:endParaRPr>
          </a:p>
          <a:p>
            <a:pPr indent="0" lvl="0" marL="0" marR="0" rtl="0" algn="l">
              <a:spcBef>
                <a:spcPts val="300"/>
              </a:spcBef>
              <a:spcAft>
                <a:spcPts val="0"/>
              </a:spcAft>
              <a:buNone/>
            </a:pPr>
            <a:r>
              <a:rPr b="0" i="0" lang="ja" sz="1000" u="none" cap="none" strike="noStrike">
                <a:solidFill>
                  <a:srgbClr val="1A1A1A"/>
                </a:solidFill>
                <a:latin typeface="Calibri"/>
                <a:ea typeface="Calibri"/>
                <a:cs typeface="Calibri"/>
                <a:sym typeface="Calibri"/>
              </a:rPr>
              <a:t>● セキュリティを含む部門横断の土台づくり</a:t>
            </a:r>
            <a:endParaRPr sz="1100"/>
          </a:p>
        </p:txBody>
      </p:sp>
      <p:sp>
        <p:nvSpPr>
          <p:cNvPr id="498" name="Google Shape;498;p64"/>
          <p:cNvSpPr/>
          <p:nvPr/>
        </p:nvSpPr>
        <p:spPr>
          <a:xfrm>
            <a:off x="4732146" y="685800"/>
            <a:ext cx="4046400" cy="3771900"/>
          </a:xfrm>
          <a:prstGeom prst="rect">
            <a:avLst/>
          </a:prstGeom>
          <a:solidFill>
            <a:srgbClr val="F5F7F8"/>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99" name="Google Shape;499;p64"/>
          <p:cNvSpPr txBox="1"/>
          <p:nvPr/>
        </p:nvSpPr>
        <p:spPr>
          <a:xfrm>
            <a:off x="4869310" y="788670"/>
            <a:ext cx="37719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ja" sz="1200" u="none" cap="none" strike="noStrike">
                <a:solidFill>
                  <a:srgbClr val="08151A"/>
                </a:solidFill>
                <a:latin typeface="Calibri"/>
                <a:ea typeface="Calibri"/>
                <a:cs typeface="Calibri"/>
                <a:sym typeface="Calibri"/>
              </a:rPr>
              <a:t>過去の経験・志向を活かせる状況と役割</a:t>
            </a:r>
            <a:endParaRPr sz="1100"/>
          </a:p>
        </p:txBody>
      </p:sp>
      <p:sp>
        <p:nvSpPr>
          <p:cNvPr id="500" name="Google Shape;500;p64"/>
          <p:cNvSpPr txBox="1"/>
          <p:nvPr/>
        </p:nvSpPr>
        <p:spPr>
          <a:xfrm>
            <a:off x="4869310" y="1165860"/>
            <a:ext cx="3771900" cy="1531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ja" sz="1000" u="none" cap="none" strike="noStrike">
                <a:solidFill>
                  <a:srgbClr val="1A1A1A"/>
                </a:solidFill>
                <a:latin typeface="Calibri"/>
                <a:ea typeface="Calibri"/>
                <a:cs typeface="Calibri"/>
                <a:sym typeface="Calibri"/>
              </a:rPr>
              <a:t>● 顧客折衝・構造化・立ち上げの経験をFDEリードとして発揮できる</a:t>
            </a:r>
            <a:endParaRPr sz="1100"/>
          </a:p>
          <a:p>
            <a:pPr indent="0" lvl="0" marL="0" marR="0" rtl="0" algn="l">
              <a:spcBef>
                <a:spcPts val="300"/>
              </a:spcBef>
              <a:spcAft>
                <a:spcPts val="0"/>
              </a:spcAft>
              <a:buNone/>
            </a:pPr>
            <a:r>
              <a:t/>
            </a:r>
            <a:endParaRPr b="0" i="0" sz="1000" u="none" cap="none" strike="noStrike">
              <a:solidFill>
                <a:srgbClr val="1A1A1A"/>
              </a:solidFill>
              <a:latin typeface="Calibri"/>
              <a:ea typeface="Calibri"/>
              <a:cs typeface="Calibri"/>
              <a:sym typeface="Calibri"/>
            </a:endParaRPr>
          </a:p>
          <a:p>
            <a:pPr indent="0" lvl="0" marL="0" marR="0" rtl="0" algn="l">
              <a:spcBef>
                <a:spcPts val="300"/>
              </a:spcBef>
              <a:spcAft>
                <a:spcPts val="0"/>
              </a:spcAft>
              <a:buNone/>
            </a:pPr>
            <a:r>
              <a:rPr b="0" i="0" lang="ja" sz="1000" u="none" cap="none" strike="noStrike">
                <a:solidFill>
                  <a:srgbClr val="1A1A1A"/>
                </a:solidFill>
                <a:latin typeface="Calibri"/>
                <a:ea typeface="Calibri"/>
                <a:cs typeface="Calibri"/>
                <a:sym typeface="Calibri"/>
              </a:rPr>
              <a:t>● Sec/Infra知見を部門の土台づくりに活かせる</a:t>
            </a:r>
            <a:endParaRPr sz="1100"/>
          </a:p>
          <a:p>
            <a:pPr indent="0" lvl="0" marL="0" marR="0" rtl="0" algn="l">
              <a:spcBef>
                <a:spcPts val="300"/>
              </a:spcBef>
              <a:spcAft>
                <a:spcPts val="0"/>
              </a:spcAft>
              <a:buNone/>
            </a:pPr>
            <a:r>
              <a:t/>
            </a:r>
            <a:endParaRPr b="0" i="0" sz="1000" u="none" cap="none" strike="noStrike">
              <a:solidFill>
                <a:srgbClr val="1A1A1A"/>
              </a:solidFill>
              <a:latin typeface="Calibri"/>
              <a:ea typeface="Calibri"/>
              <a:cs typeface="Calibri"/>
              <a:sym typeface="Calibri"/>
            </a:endParaRPr>
          </a:p>
          <a:p>
            <a:pPr indent="0" lvl="0" marL="0" marR="0" rtl="0" algn="l">
              <a:spcBef>
                <a:spcPts val="300"/>
              </a:spcBef>
              <a:spcAft>
                <a:spcPts val="0"/>
              </a:spcAft>
              <a:buNone/>
            </a:pPr>
            <a:r>
              <a:rPr b="0" i="0" lang="ja" sz="1000" u="none" cap="none" strike="noStrike">
                <a:solidFill>
                  <a:srgbClr val="1A1A1A"/>
                </a:solidFill>
                <a:latin typeface="Calibri"/>
                <a:ea typeface="Calibri"/>
                <a:cs typeface="Calibri"/>
                <a:sym typeface="Calibri"/>
              </a:rPr>
              <a:t>● 医療ドメインを習得しながら成果を積める</a:t>
            </a:r>
            <a:endParaRPr sz="1100"/>
          </a:p>
          <a:p>
            <a:pPr indent="0" lvl="0" marL="0" marR="0" rtl="0" algn="l">
              <a:spcBef>
                <a:spcPts val="300"/>
              </a:spcBef>
              <a:spcAft>
                <a:spcPts val="0"/>
              </a:spcAft>
              <a:buNone/>
            </a:pPr>
            <a:r>
              <a:t/>
            </a:r>
            <a:endParaRPr b="0" i="0" sz="1000" u="none" cap="none" strike="noStrike">
              <a:solidFill>
                <a:srgbClr val="1A1A1A"/>
              </a:solidFill>
              <a:latin typeface="Calibri"/>
              <a:ea typeface="Calibri"/>
              <a:cs typeface="Calibri"/>
              <a:sym typeface="Calibri"/>
            </a:endParaRPr>
          </a:p>
          <a:p>
            <a:pPr indent="0" lvl="0" marL="0" marR="0" rtl="0" algn="l">
              <a:spcBef>
                <a:spcPts val="300"/>
              </a:spcBef>
              <a:spcAft>
                <a:spcPts val="0"/>
              </a:spcAft>
              <a:buNone/>
            </a:pPr>
            <a:r>
              <a:rPr b="0" i="0" lang="ja" sz="1000" u="none" cap="none" strike="noStrike">
                <a:solidFill>
                  <a:srgbClr val="1A1A1A"/>
                </a:solidFill>
                <a:latin typeface="Calibri"/>
                <a:ea typeface="Calibri"/>
                <a:cs typeface="Calibri"/>
                <a:sym typeface="Calibri"/>
              </a:rPr>
              <a:t>● 「現場と経営の間」を埋める役割そのもの</a:t>
            </a:r>
            <a:endParaRPr sz="1100"/>
          </a:p>
        </p:txBody>
      </p:sp>
      <p:sp>
        <p:nvSpPr>
          <p:cNvPr id="501" name="Google Shape;501;p64"/>
          <p:cNvSpPr txBox="1"/>
          <p:nvPr/>
        </p:nvSpPr>
        <p:spPr>
          <a:xfrm>
            <a:off x="274327" y="4834890"/>
            <a:ext cx="8229900" cy="177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ja" sz="700" u="none" cap="none" strike="noStrike">
                <a:solidFill>
                  <a:srgbClr val="555555"/>
                </a:solidFill>
                <a:latin typeface="Calibri"/>
                <a:ea typeface="Calibri"/>
                <a:cs typeface="Calibri"/>
                <a:sym typeface="Calibri"/>
              </a:rPr>
              <a:t>© MedUp inc.  |  DRAFT  |  小山さんにメダップが提供できること</a:t>
            </a:r>
            <a:endParaRPr sz="11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p65"/>
          <p:cNvSpPr txBox="1"/>
          <p:nvPr>
            <p:ph type="title"/>
          </p:nvPr>
        </p:nvSpPr>
        <p:spPr>
          <a:xfrm>
            <a:off x="200025" y="2128800"/>
            <a:ext cx="8743800" cy="538800"/>
          </a:xfrm>
          <a:prstGeom prst="rect">
            <a:avLst/>
          </a:prstGeom>
        </p:spPr>
        <p:txBody>
          <a:bodyPr anchorCtr="0" anchor="b" bIns="39550" lIns="79125" spcFirstLastPara="1" rIns="79125" wrap="square" tIns="39550">
            <a:noAutofit/>
          </a:bodyPr>
          <a:lstStyle/>
          <a:p>
            <a:pPr indent="0" lvl="0" marL="0" rtl="0" algn="ctr">
              <a:spcBef>
                <a:spcPts val="0"/>
              </a:spcBef>
              <a:spcAft>
                <a:spcPts val="0"/>
              </a:spcAft>
              <a:buNone/>
            </a:pPr>
            <a:r>
              <a:rPr b="1" lang="ja"/>
              <a:t>オファー内容</a:t>
            </a:r>
            <a:endParaRPr b="1"/>
          </a:p>
        </p:txBody>
      </p:sp>
      <p:sp>
        <p:nvSpPr>
          <p:cNvPr id="507" name="Google Shape;507;p65"/>
          <p:cNvSpPr txBox="1"/>
          <p:nvPr>
            <p:ph idx="12" type="sldNum"/>
          </p:nvPr>
        </p:nvSpPr>
        <p:spPr>
          <a:xfrm>
            <a:off x="8763484" y="4749901"/>
            <a:ext cx="5487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fld id="{00000000-1234-1234-1234-123412341234}" type="slidenum">
              <a:rPr lang="ja" sz="1000">
                <a:latin typeface="Zen Kaku Gothic New"/>
                <a:ea typeface="Zen Kaku Gothic New"/>
                <a:cs typeface="Zen Kaku Gothic New"/>
                <a:sym typeface="Zen Kaku Gothic New"/>
              </a:rPr>
              <a:t>‹#›</a:t>
            </a:fld>
            <a:endParaRPr sz="1000">
              <a:latin typeface="Zen Kaku Gothic New"/>
              <a:ea typeface="Zen Kaku Gothic New"/>
              <a:cs typeface="Zen Kaku Gothic New"/>
              <a:sym typeface="Zen Kaku Gothic New"/>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66"/>
          <p:cNvSpPr/>
          <p:nvPr/>
        </p:nvSpPr>
        <p:spPr>
          <a:xfrm>
            <a:off x="305704" y="147225"/>
            <a:ext cx="6052800" cy="30150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None/>
            </a:pPr>
            <a:r>
              <a:rPr b="1" lang="ja" sz="1500">
                <a:solidFill>
                  <a:schemeClr val="dk1"/>
                </a:solidFill>
                <a:latin typeface="Zen Kaku Gothic New"/>
                <a:ea typeface="Zen Kaku Gothic New"/>
                <a:cs typeface="Zen Kaku Gothic New"/>
                <a:sym typeface="Zen Kaku Gothic New"/>
              </a:rPr>
              <a:t>オファー概要</a:t>
            </a:r>
            <a:endParaRPr b="1" sz="1500">
              <a:solidFill>
                <a:schemeClr val="dk1"/>
              </a:solidFill>
              <a:latin typeface="Zen Kaku Gothic New"/>
              <a:ea typeface="Zen Kaku Gothic New"/>
              <a:cs typeface="Zen Kaku Gothic New"/>
              <a:sym typeface="Zen Kaku Gothic New"/>
            </a:endParaRPr>
          </a:p>
        </p:txBody>
      </p:sp>
      <p:sp>
        <p:nvSpPr>
          <p:cNvPr id="513" name="Google Shape;513;p66"/>
          <p:cNvSpPr txBox="1"/>
          <p:nvPr>
            <p:ph idx="12" type="sldNum"/>
          </p:nvPr>
        </p:nvSpPr>
        <p:spPr>
          <a:xfrm>
            <a:off x="8763484" y="4749901"/>
            <a:ext cx="5487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fld id="{00000000-1234-1234-1234-123412341234}" type="slidenum">
              <a:rPr lang="ja"/>
              <a:t>‹#›</a:t>
            </a:fld>
            <a:endParaRPr sz="800"/>
          </a:p>
        </p:txBody>
      </p:sp>
      <p:pic>
        <p:nvPicPr>
          <p:cNvPr id="514" name="Google Shape;514;p66"/>
          <p:cNvPicPr preferRelativeResize="0"/>
          <p:nvPr/>
        </p:nvPicPr>
        <p:blipFill>
          <a:blip r:embed="rId3">
            <a:alphaModFix/>
          </a:blip>
          <a:stretch>
            <a:fillRect/>
          </a:stretch>
        </p:blipFill>
        <p:spPr>
          <a:xfrm>
            <a:off x="152400" y="2197150"/>
            <a:ext cx="5155150" cy="2430651"/>
          </a:xfrm>
          <a:prstGeom prst="rect">
            <a:avLst/>
          </a:prstGeom>
          <a:noFill/>
          <a:ln>
            <a:noFill/>
          </a:ln>
        </p:spPr>
      </p:pic>
      <p:sp>
        <p:nvSpPr>
          <p:cNvPr id="515" name="Google Shape;515;p66"/>
          <p:cNvSpPr/>
          <p:nvPr/>
        </p:nvSpPr>
        <p:spPr>
          <a:xfrm>
            <a:off x="2252250" y="2672709"/>
            <a:ext cx="749100" cy="1884000"/>
          </a:xfrm>
          <a:prstGeom prst="roundRect">
            <a:avLst>
              <a:gd fmla="val 16667" name="adj"/>
            </a:avLst>
          </a:prstGeom>
          <a:noFill/>
          <a:ln cap="flat" cmpd="sng" w="9525">
            <a:solidFill>
              <a:srgbClr val="F342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16" name="Google Shape;516;p66"/>
          <p:cNvPicPr preferRelativeResize="0"/>
          <p:nvPr/>
        </p:nvPicPr>
        <p:blipFill>
          <a:blip r:embed="rId4">
            <a:alphaModFix/>
          </a:blip>
          <a:stretch>
            <a:fillRect/>
          </a:stretch>
        </p:blipFill>
        <p:spPr>
          <a:xfrm>
            <a:off x="5415625" y="1955850"/>
            <a:ext cx="3287900" cy="3098850"/>
          </a:xfrm>
          <a:prstGeom prst="rect">
            <a:avLst/>
          </a:prstGeom>
          <a:noFill/>
          <a:ln>
            <a:noFill/>
          </a:ln>
        </p:spPr>
      </p:pic>
      <p:sp>
        <p:nvSpPr>
          <p:cNvPr id="517" name="Google Shape;517;p66"/>
          <p:cNvSpPr/>
          <p:nvPr/>
        </p:nvSpPr>
        <p:spPr>
          <a:xfrm>
            <a:off x="6087874" y="3464625"/>
            <a:ext cx="2152200" cy="115500"/>
          </a:xfrm>
          <a:prstGeom prst="roundRect">
            <a:avLst>
              <a:gd fmla="val 16667" name="adj"/>
            </a:avLst>
          </a:prstGeom>
          <a:noFill/>
          <a:ln cap="flat" cmpd="sng" w="9525">
            <a:solidFill>
              <a:srgbClr val="F342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66"/>
          <p:cNvSpPr/>
          <p:nvPr/>
        </p:nvSpPr>
        <p:spPr>
          <a:xfrm>
            <a:off x="301750" y="685800"/>
            <a:ext cx="8540400" cy="909900"/>
          </a:xfrm>
          <a:prstGeom prst="roundRect">
            <a:avLst>
              <a:gd fmla="val 7000" name="adj"/>
            </a:avLst>
          </a:prstGeom>
          <a:solidFill>
            <a:srgbClr val="33845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9" name="Google Shape;519;p66"/>
          <p:cNvSpPr txBox="1"/>
          <p:nvPr/>
        </p:nvSpPr>
        <p:spPr>
          <a:xfrm>
            <a:off x="576070" y="825323"/>
            <a:ext cx="8046600" cy="4002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1" i="0" lang="ja" sz="1600" u="none" cap="none" strike="noStrike">
                <a:solidFill>
                  <a:srgbClr val="FFFFFF"/>
                </a:solidFill>
                <a:latin typeface="Arial"/>
                <a:ea typeface="Arial"/>
                <a:cs typeface="Arial"/>
                <a:sym typeface="Arial"/>
              </a:rPr>
              <a:t>年俸 </a:t>
            </a:r>
            <a:r>
              <a:rPr b="1" lang="ja" sz="2600">
                <a:solidFill>
                  <a:srgbClr val="00E196"/>
                </a:solidFill>
              </a:rPr>
              <a:t>810</a:t>
            </a:r>
            <a:r>
              <a:rPr b="1" i="0" lang="ja" sz="1600" u="none" cap="none" strike="noStrike">
                <a:solidFill>
                  <a:srgbClr val="FFFFFF"/>
                </a:solidFill>
                <a:latin typeface="Arial"/>
                <a:ea typeface="Arial"/>
                <a:cs typeface="Arial"/>
                <a:sym typeface="Arial"/>
              </a:rPr>
              <a:t>万円　＋　サインアップボーナス </a:t>
            </a:r>
            <a:r>
              <a:rPr b="1" lang="ja" sz="2600">
                <a:solidFill>
                  <a:srgbClr val="00E196"/>
                </a:solidFill>
              </a:rPr>
              <a:t>90</a:t>
            </a:r>
            <a:r>
              <a:rPr b="1" i="0" lang="ja" sz="1600" u="none" cap="none" strike="noStrike">
                <a:solidFill>
                  <a:srgbClr val="FFFFFF"/>
                </a:solidFill>
                <a:latin typeface="Arial"/>
                <a:ea typeface="Arial"/>
                <a:cs typeface="Arial"/>
                <a:sym typeface="Arial"/>
              </a:rPr>
              <a:t>万円</a:t>
            </a:r>
            <a:endParaRPr/>
          </a:p>
        </p:txBody>
      </p:sp>
      <p:sp>
        <p:nvSpPr>
          <p:cNvPr id="520" name="Google Shape;520;p66"/>
          <p:cNvSpPr txBox="1"/>
          <p:nvPr/>
        </p:nvSpPr>
        <p:spPr>
          <a:xfrm>
            <a:off x="576070" y="1249958"/>
            <a:ext cx="8046600" cy="1617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1" i="0" lang="ja" sz="1050" u="none" cap="none" strike="noStrike">
                <a:solidFill>
                  <a:srgbClr val="FFFFFF"/>
                </a:solidFill>
                <a:latin typeface="Arial"/>
                <a:ea typeface="Arial"/>
                <a:cs typeface="Arial"/>
                <a:sym typeface="Arial"/>
              </a:rPr>
              <a:t>初年度トータル </a:t>
            </a:r>
            <a:r>
              <a:rPr b="1" lang="ja" sz="1050">
                <a:solidFill>
                  <a:srgbClr val="FFFFFF"/>
                </a:solidFill>
              </a:rPr>
              <a:t>900</a:t>
            </a:r>
            <a:r>
              <a:rPr b="1" i="0" lang="ja" sz="1050" u="none" cap="none" strike="noStrike">
                <a:solidFill>
                  <a:srgbClr val="FFFFFF"/>
                </a:solidFill>
                <a:latin typeface="Arial"/>
                <a:ea typeface="Arial"/>
                <a:cs typeface="Arial"/>
                <a:sym typeface="Arial"/>
              </a:rPr>
              <a:t>万円　｜　Grade </a:t>
            </a:r>
            <a:r>
              <a:rPr b="1" lang="ja" sz="1050">
                <a:solidFill>
                  <a:srgbClr val="FFFFFF"/>
                </a:solidFill>
              </a:rPr>
              <a:t>XXX</a:t>
            </a:r>
            <a:r>
              <a:rPr b="1" i="0" lang="ja" sz="1050" u="none" cap="none" strike="noStrike">
                <a:solidFill>
                  <a:srgbClr val="FFFFFF"/>
                </a:solidFill>
                <a:latin typeface="Arial"/>
                <a:ea typeface="Arial"/>
                <a:cs typeface="Arial"/>
                <a:sym typeface="Arial"/>
              </a:rPr>
              <a:t>H（月額</a:t>
            </a:r>
            <a:r>
              <a:rPr b="1" lang="ja" sz="1050">
                <a:solidFill>
                  <a:srgbClr val="FFFFFF"/>
                </a:solidFill>
              </a:rPr>
              <a:t>XX</a:t>
            </a:r>
            <a:r>
              <a:rPr b="1" i="0" lang="ja" sz="1050" u="none" cap="none" strike="noStrike">
                <a:solidFill>
                  <a:srgbClr val="FFFFFF"/>
                </a:solidFill>
                <a:latin typeface="Arial"/>
                <a:ea typeface="Arial"/>
                <a:cs typeface="Arial"/>
                <a:sym typeface="Arial"/>
              </a:rPr>
              <a:t>万円）　｜　全社員ストックオプション付与制度あり</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sp>
        <p:nvSpPr>
          <p:cNvPr id="525" name="Google Shape;525;p67"/>
          <p:cNvSpPr/>
          <p:nvPr/>
        </p:nvSpPr>
        <p:spPr>
          <a:xfrm>
            <a:off x="305704" y="147225"/>
            <a:ext cx="6052800" cy="30150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None/>
            </a:pPr>
            <a:r>
              <a:rPr b="1" lang="ja" sz="1500">
                <a:solidFill>
                  <a:schemeClr val="dk1"/>
                </a:solidFill>
                <a:latin typeface="Zen Kaku Gothic New"/>
                <a:ea typeface="Zen Kaku Gothic New"/>
                <a:cs typeface="Zen Kaku Gothic New"/>
                <a:sym typeface="Zen Kaku Gothic New"/>
              </a:rPr>
              <a:t>評価制度</a:t>
            </a:r>
            <a:endParaRPr b="1" sz="1500">
              <a:solidFill>
                <a:schemeClr val="dk1"/>
              </a:solidFill>
              <a:latin typeface="Zen Kaku Gothic New"/>
              <a:ea typeface="Zen Kaku Gothic New"/>
              <a:cs typeface="Zen Kaku Gothic New"/>
              <a:sym typeface="Zen Kaku Gothic New"/>
            </a:endParaRPr>
          </a:p>
        </p:txBody>
      </p:sp>
      <p:sp>
        <p:nvSpPr>
          <p:cNvPr id="526" name="Google Shape;526;p67"/>
          <p:cNvSpPr txBox="1"/>
          <p:nvPr>
            <p:ph idx="12" type="sldNum"/>
          </p:nvPr>
        </p:nvSpPr>
        <p:spPr>
          <a:xfrm>
            <a:off x="8763484" y="4749901"/>
            <a:ext cx="5487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fld id="{00000000-1234-1234-1234-123412341234}" type="slidenum">
              <a:rPr lang="ja"/>
              <a:t>‹#›</a:t>
            </a:fld>
            <a:endParaRPr sz="800"/>
          </a:p>
        </p:txBody>
      </p:sp>
      <p:pic>
        <p:nvPicPr>
          <p:cNvPr id="527" name="Google Shape;527;p67"/>
          <p:cNvPicPr preferRelativeResize="0"/>
          <p:nvPr/>
        </p:nvPicPr>
        <p:blipFill>
          <a:blip r:embed="rId3">
            <a:alphaModFix/>
          </a:blip>
          <a:stretch>
            <a:fillRect/>
          </a:stretch>
        </p:blipFill>
        <p:spPr>
          <a:xfrm>
            <a:off x="381000" y="601125"/>
            <a:ext cx="3624235" cy="4189969"/>
          </a:xfrm>
          <a:prstGeom prst="rect">
            <a:avLst/>
          </a:prstGeom>
          <a:noFill/>
          <a:ln cap="flat" cmpd="sng" w="9100">
            <a:solidFill>
              <a:schemeClr val="dk2"/>
            </a:solidFill>
            <a:prstDash val="solid"/>
            <a:round/>
            <a:headEnd len="sm" w="sm" type="none"/>
            <a:tailEnd len="sm" w="sm" type="none"/>
          </a:ln>
        </p:spPr>
      </p:pic>
      <p:pic>
        <p:nvPicPr>
          <p:cNvPr id="528" name="Google Shape;528;p67"/>
          <p:cNvPicPr preferRelativeResize="0"/>
          <p:nvPr/>
        </p:nvPicPr>
        <p:blipFill>
          <a:blip r:embed="rId4">
            <a:alphaModFix/>
          </a:blip>
          <a:stretch>
            <a:fillRect/>
          </a:stretch>
        </p:blipFill>
        <p:spPr>
          <a:xfrm>
            <a:off x="4760291" y="601125"/>
            <a:ext cx="3473035" cy="4189973"/>
          </a:xfrm>
          <a:prstGeom prst="rect">
            <a:avLst/>
          </a:prstGeom>
          <a:noFill/>
          <a:ln cap="flat" cmpd="sng" w="9100">
            <a:solidFill>
              <a:schemeClr val="dk2"/>
            </a:solidFill>
            <a:prstDash val="solid"/>
            <a:round/>
            <a:headEnd len="sm" w="sm" type="none"/>
            <a:tailEnd len="sm" w="sm" type="none"/>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68"/>
          <p:cNvSpPr/>
          <p:nvPr/>
        </p:nvSpPr>
        <p:spPr>
          <a:xfrm>
            <a:off x="305704" y="147225"/>
            <a:ext cx="6052800" cy="30150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None/>
            </a:pPr>
            <a:r>
              <a:rPr b="1" lang="ja" sz="1500">
                <a:solidFill>
                  <a:schemeClr val="dk1"/>
                </a:solidFill>
                <a:latin typeface="Zen Kaku Gothic New"/>
                <a:ea typeface="Zen Kaku Gothic New"/>
                <a:cs typeface="Zen Kaku Gothic New"/>
                <a:sym typeface="Zen Kaku Gothic New"/>
              </a:rPr>
              <a:t>ストックオプション</a:t>
            </a:r>
            <a:endParaRPr b="1" sz="1500">
              <a:solidFill>
                <a:schemeClr val="dk1"/>
              </a:solidFill>
              <a:latin typeface="Zen Kaku Gothic New"/>
              <a:ea typeface="Zen Kaku Gothic New"/>
              <a:cs typeface="Zen Kaku Gothic New"/>
              <a:sym typeface="Zen Kaku Gothic New"/>
            </a:endParaRPr>
          </a:p>
        </p:txBody>
      </p:sp>
      <p:sp>
        <p:nvSpPr>
          <p:cNvPr id="534" name="Google Shape;534;p68"/>
          <p:cNvSpPr txBox="1"/>
          <p:nvPr>
            <p:ph idx="12" type="sldNum"/>
          </p:nvPr>
        </p:nvSpPr>
        <p:spPr>
          <a:xfrm>
            <a:off x="8763484" y="4749901"/>
            <a:ext cx="5487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fld id="{00000000-1234-1234-1234-123412341234}" type="slidenum">
              <a:rPr lang="ja"/>
              <a:t>‹#›</a:t>
            </a:fld>
            <a:endParaRPr sz="800"/>
          </a:p>
        </p:txBody>
      </p:sp>
      <p:sp>
        <p:nvSpPr>
          <p:cNvPr id="535" name="Google Shape;535;p68"/>
          <p:cNvSpPr txBox="1"/>
          <p:nvPr/>
        </p:nvSpPr>
        <p:spPr>
          <a:xfrm>
            <a:off x="623850" y="645900"/>
            <a:ext cx="7896300" cy="393600"/>
          </a:xfrm>
          <a:prstGeom prst="rect">
            <a:avLst/>
          </a:prstGeom>
          <a:noFill/>
          <a:ln>
            <a:noFill/>
          </a:ln>
        </p:spPr>
        <p:txBody>
          <a:bodyPr anchorCtr="0" anchor="t" bIns="39550" lIns="79125" spcFirstLastPara="1" rIns="79125" wrap="square" tIns="39550">
            <a:noAutofit/>
          </a:bodyPr>
          <a:lstStyle/>
          <a:p>
            <a:pPr indent="0" lvl="0" marL="0" rtl="0" algn="l">
              <a:lnSpc>
                <a:spcPct val="90000"/>
              </a:lnSpc>
              <a:spcBef>
                <a:spcPts val="0"/>
              </a:spcBef>
              <a:spcAft>
                <a:spcPts val="0"/>
              </a:spcAft>
              <a:buNone/>
            </a:pPr>
            <a:r>
              <a:rPr b="1" lang="ja" sz="1600">
                <a:solidFill>
                  <a:srgbClr val="3C4441"/>
                </a:solidFill>
                <a:latin typeface="Zen Kaku Gothic New"/>
                <a:ea typeface="Zen Kaku Gothic New"/>
                <a:cs typeface="Zen Kaku Gothic New"/>
                <a:sym typeface="Zen Kaku Gothic New"/>
              </a:rPr>
              <a:t>メダップでは全社員にストックオプションを付与する制度を設けています</a:t>
            </a:r>
            <a:endParaRPr b="1" sz="1600">
              <a:solidFill>
                <a:srgbClr val="3C4441"/>
              </a:solidFill>
              <a:latin typeface="Zen Kaku Gothic New"/>
              <a:ea typeface="Zen Kaku Gothic New"/>
              <a:cs typeface="Zen Kaku Gothic New"/>
              <a:sym typeface="Zen Kaku Gothic New"/>
            </a:endParaRPr>
          </a:p>
          <a:p>
            <a:pPr indent="0" lvl="0" marL="0" rtl="0" algn="l">
              <a:lnSpc>
                <a:spcPct val="90000"/>
              </a:lnSpc>
              <a:spcBef>
                <a:spcPts val="0"/>
              </a:spcBef>
              <a:spcAft>
                <a:spcPts val="0"/>
              </a:spcAft>
              <a:buNone/>
            </a:pPr>
            <a:r>
              <a:t/>
            </a:r>
            <a:endParaRPr sz="1600">
              <a:solidFill>
                <a:srgbClr val="3C4441"/>
              </a:solidFill>
              <a:latin typeface="Zen Kaku Gothic New"/>
              <a:ea typeface="Zen Kaku Gothic New"/>
              <a:cs typeface="Zen Kaku Gothic New"/>
              <a:sym typeface="Zen Kaku Gothic New"/>
            </a:endParaRPr>
          </a:p>
          <a:p>
            <a:pPr indent="0" lvl="0" marL="0" rtl="0" algn="l">
              <a:lnSpc>
                <a:spcPct val="90000"/>
              </a:lnSpc>
              <a:spcBef>
                <a:spcPts val="0"/>
              </a:spcBef>
              <a:spcAft>
                <a:spcPts val="0"/>
              </a:spcAft>
              <a:buNone/>
            </a:pPr>
            <a:r>
              <a:rPr lang="ja" sz="1600">
                <a:solidFill>
                  <a:srgbClr val="3C4441"/>
                </a:solidFill>
                <a:latin typeface="Zen Kaku Gothic New"/>
                <a:ea typeface="Zen Kaku Gothic New"/>
                <a:cs typeface="Zen Kaku Gothic New"/>
                <a:sym typeface="Zen Kaku Gothic New"/>
              </a:rPr>
              <a:t>(制度概要)</a:t>
            </a:r>
            <a:endParaRPr sz="1600">
              <a:solidFill>
                <a:srgbClr val="3C4441"/>
              </a:solidFill>
              <a:latin typeface="Zen Kaku Gothic New"/>
              <a:ea typeface="Zen Kaku Gothic New"/>
              <a:cs typeface="Zen Kaku Gothic New"/>
              <a:sym typeface="Zen Kaku Gothic New"/>
            </a:endParaRPr>
          </a:p>
          <a:p>
            <a:pPr indent="-266700" lvl="0" marL="292100" rtl="0" algn="l">
              <a:lnSpc>
                <a:spcPct val="90000"/>
              </a:lnSpc>
              <a:spcBef>
                <a:spcPts val="0"/>
              </a:spcBef>
              <a:spcAft>
                <a:spcPts val="0"/>
              </a:spcAft>
              <a:buClr>
                <a:srgbClr val="3C4441"/>
              </a:buClr>
              <a:buSzPts val="1400"/>
              <a:buFont typeface="Zen Kaku Gothic New"/>
              <a:buChar char="•"/>
            </a:pPr>
            <a:r>
              <a:rPr lang="ja">
                <a:solidFill>
                  <a:srgbClr val="3C4441"/>
                </a:solidFill>
                <a:latin typeface="Zen Kaku Gothic New"/>
                <a:ea typeface="Zen Kaku Gothic New"/>
                <a:cs typeface="Zen Kaku Gothic New"/>
                <a:sym typeface="Zen Kaku Gothic New"/>
              </a:rPr>
              <a:t>Grade×参画ステージに基づく付与テーブル</a:t>
            </a:r>
            <a:endParaRPr>
              <a:solidFill>
                <a:srgbClr val="3C4441"/>
              </a:solidFill>
              <a:latin typeface="Zen Kaku Gothic New"/>
              <a:ea typeface="Zen Kaku Gothic New"/>
              <a:cs typeface="Zen Kaku Gothic New"/>
              <a:sym typeface="Zen Kaku Gothic New"/>
            </a:endParaRPr>
          </a:p>
          <a:p>
            <a:pPr indent="-165100" lvl="1" marL="609600" rtl="0" algn="l">
              <a:lnSpc>
                <a:spcPct val="90000"/>
              </a:lnSpc>
              <a:spcBef>
                <a:spcPts val="0"/>
              </a:spcBef>
              <a:spcAft>
                <a:spcPts val="0"/>
              </a:spcAft>
              <a:buClr>
                <a:srgbClr val="3C4441"/>
              </a:buClr>
              <a:buSzPts val="1400"/>
              <a:buFont typeface="Zen Kaku Gothic New"/>
              <a:buChar char="•"/>
            </a:pPr>
            <a:r>
              <a:rPr lang="ja">
                <a:solidFill>
                  <a:srgbClr val="3C4441"/>
                </a:solidFill>
                <a:latin typeface="Zen Kaku Gothic New"/>
                <a:ea typeface="Zen Kaku Gothic New"/>
                <a:cs typeface="Zen Kaku Gothic New"/>
                <a:sym typeface="Zen Kaku Gothic New"/>
              </a:rPr>
              <a:t>参画ステージが早い方に多く付与される仕組み</a:t>
            </a:r>
            <a:endParaRPr>
              <a:solidFill>
                <a:srgbClr val="3C4441"/>
              </a:solidFill>
              <a:latin typeface="Zen Kaku Gothic New"/>
              <a:ea typeface="Zen Kaku Gothic New"/>
              <a:cs typeface="Zen Kaku Gothic New"/>
              <a:sym typeface="Zen Kaku Gothic New"/>
            </a:endParaRPr>
          </a:p>
          <a:p>
            <a:pPr indent="0" lvl="0" marL="203200" rtl="0" algn="l">
              <a:lnSpc>
                <a:spcPct val="90000"/>
              </a:lnSpc>
              <a:spcBef>
                <a:spcPts val="0"/>
              </a:spcBef>
              <a:spcAft>
                <a:spcPts val="0"/>
              </a:spcAft>
              <a:buNone/>
            </a:pPr>
            <a:r>
              <a:t/>
            </a:r>
            <a:endParaRPr>
              <a:solidFill>
                <a:srgbClr val="3C4441"/>
              </a:solidFill>
              <a:latin typeface="Zen Kaku Gothic New"/>
              <a:ea typeface="Zen Kaku Gothic New"/>
              <a:cs typeface="Zen Kaku Gothic New"/>
              <a:sym typeface="Zen Kaku Gothic New"/>
            </a:endParaRPr>
          </a:p>
          <a:p>
            <a:pPr indent="0" lvl="0" marL="0" rtl="0" algn="l">
              <a:lnSpc>
                <a:spcPct val="90000"/>
              </a:lnSpc>
              <a:spcBef>
                <a:spcPts val="0"/>
              </a:spcBef>
              <a:spcAft>
                <a:spcPts val="0"/>
              </a:spcAft>
              <a:buNone/>
            </a:pPr>
            <a:r>
              <a:rPr lang="ja" sz="1600">
                <a:latin typeface="Zen Kaku Gothic New"/>
                <a:ea typeface="Zen Kaku Gothic New"/>
                <a:cs typeface="Zen Kaku Gothic New"/>
                <a:sym typeface="Zen Kaku Gothic New"/>
              </a:rPr>
              <a:t>(付与イメージ)</a:t>
            </a:r>
            <a:endParaRPr sz="1600">
              <a:latin typeface="Zen Kaku Gothic New"/>
              <a:ea typeface="Zen Kaku Gothic New"/>
              <a:cs typeface="Zen Kaku Gothic New"/>
              <a:sym typeface="Zen Kaku Gothic New"/>
            </a:endParaRPr>
          </a:p>
          <a:p>
            <a:pPr indent="-279400" lvl="0" marL="393700" rtl="0" algn="l">
              <a:lnSpc>
                <a:spcPct val="90000"/>
              </a:lnSpc>
              <a:spcBef>
                <a:spcPts val="0"/>
              </a:spcBef>
              <a:spcAft>
                <a:spcPts val="0"/>
              </a:spcAft>
              <a:buClr>
                <a:srgbClr val="000000"/>
              </a:buClr>
              <a:buSzPts val="1400"/>
              <a:buFont typeface="Zen Kaku Gothic New"/>
              <a:buChar char="•"/>
            </a:pPr>
            <a:r>
              <a:rPr lang="ja">
                <a:latin typeface="Zen Kaku Gothic New"/>
                <a:ea typeface="Zen Kaku Gothic New"/>
                <a:cs typeface="Zen Kaku Gothic New"/>
                <a:sym typeface="Zen Kaku Gothic New"/>
              </a:rPr>
              <a:t>年一回想定　※取締役会で決定。</a:t>
            </a:r>
            <a:endParaRPr>
              <a:latin typeface="Zen Kaku Gothic New"/>
              <a:ea typeface="Zen Kaku Gothic New"/>
              <a:cs typeface="Zen Kaku Gothic New"/>
              <a:sym typeface="Zen Kaku Gothic New"/>
            </a:endParaRPr>
          </a:p>
          <a:p>
            <a:pPr indent="0" lvl="0" marL="0" rtl="0" algn="l">
              <a:lnSpc>
                <a:spcPct val="90000"/>
              </a:lnSpc>
              <a:spcBef>
                <a:spcPts val="0"/>
              </a:spcBef>
              <a:spcAft>
                <a:spcPts val="0"/>
              </a:spcAft>
              <a:buNone/>
            </a:pPr>
            <a:r>
              <a:t/>
            </a:r>
            <a:endParaRPr sz="1600">
              <a:latin typeface="Zen Kaku Gothic New"/>
              <a:ea typeface="Zen Kaku Gothic New"/>
              <a:cs typeface="Zen Kaku Gothic New"/>
              <a:sym typeface="Zen Kaku Gothic New"/>
            </a:endParaRPr>
          </a:p>
          <a:p>
            <a:pPr indent="0" lvl="0" marL="0" rtl="0" algn="l">
              <a:lnSpc>
                <a:spcPct val="90000"/>
              </a:lnSpc>
              <a:spcBef>
                <a:spcPts val="0"/>
              </a:spcBef>
              <a:spcAft>
                <a:spcPts val="0"/>
              </a:spcAft>
              <a:buNone/>
            </a:pPr>
            <a:r>
              <a:rPr lang="ja" sz="1600">
                <a:latin typeface="Zen Kaku Gothic New"/>
                <a:ea typeface="Zen Kaku Gothic New"/>
                <a:cs typeface="Zen Kaku Gothic New"/>
                <a:sym typeface="Zen Kaku Gothic New"/>
              </a:rPr>
              <a:t>（ストックオプション設計）</a:t>
            </a:r>
            <a:endParaRPr sz="1600">
              <a:latin typeface="Zen Kaku Gothic New"/>
              <a:ea typeface="Zen Kaku Gothic New"/>
              <a:cs typeface="Zen Kaku Gothic New"/>
              <a:sym typeface="Zen Kaku Gothic New"/>
            </a:endParaRPr>
          </a:p>
          <a:p>
            <a:pPr indent="-273050" lvl="0" marL="393700" rtl="0" algn="l">
              <a:lnSpc>
                <a:spcPct val="90000"/>
              </a:lnSpc>
              <a:spcBef>
                <a:spcPts val="0"/>
              </a:spcBef>
              <a:spcAft>
                <a:spcPts val="0"/>
              </a:spcAft>
              <a:buClr>
                <a:srgbClr val="000000"/>
              </a:buClr>
              <a:buSzPts val="1300"/>
              <a:buFont typeface="Zen Kaku Gothic New"/>
              <a:buChar char="•"/>
            </a:pPr>
            <a:r>
              <a:rPr lang="ja" sz="1500">
                <a:latin typeface="Zen Kaku Gothic New"/>
                <a:ea typeface="Zen Kaku Gothic New"/>
                <a:cs typeface="Zen Kaku Gothic New"/>
                <a:sym typeface="Zen Kaku Gothic New"/>
              </a:rPr>
              <a:t>税制適格ストックオプション</a:t>
            </a:r>
            <a:endParaRPr sz="1500">
              <a:latin typeface="Zen Kaku Gothic New"/>
              <a:ea typeface="Zen Kaku Gothic New"/>
              <a:cs typeface="Zen Kaku Gothic New"/>
              <a:sym typeface="Zen Kaku Gothic New"/>
            </a:endParaRPr>
          </a:p>
          <a:p>
            <a:pPr indent="-273050" lvl="0" marL="393700" rtl="0" algn="l">
              <a:lnSpc>
                <a:spcPct val="90000"/>
              </a:lnSpc>
              <a:spcBef>
                <a:spcPts val="0"/>
              </a:spcBef>
              <a:spcAft>
                <a:spcPts val="0"/>
              </a:spcAft>
              <a:buClr>
                <a:srgbClr val="000000"/>
              </a:buClr>
              <a:buSzPts val="1300"/>
              <a:buFont typeface="Zen Kaku Gothic New"/>
              <a:buChar char="•"/>
            </a:pPr>
            <a:r>
              <a:rPr lang="ja" sz="1500">
                <a:latin typeface="Zen Kaku Gothic New"/>
                <a:ea typeface="Zen Kaku Gothic New"/>
                <a:cs typeface="Zen Kaku Gothic New"/>
                <a:sym typeface="Zen Kaku Gothic New"/>
              </a:rPr>
              <a:t>発行日：無償発行</a:t>
            </a:r>
            <a:endParaRPr sz="1500">
              <a:latin typeface="Zen Kaku Gothic New"/>
              <a:ea typeface="Zen Kaku Gothic New"/>
              <a:cs typeface="Zen Kaku Gothic New"/>
              <a:sym typeface="Zen Kaku Gothic New"/>
            </a:endParaRPr>
          </a:p>
          <a:p>
            <a:pPr indent="-285750" lvl="0" marL="393700" rtl="0" algn="l">
              <a:lnSpc>
                <a:spcPct val="90000"/>
              </a:lnSpc>
              <a:spcBef>
                <a:spcPts val="0"/>
              </a:spcBef>
              <a:spcAft>
                <a:spcPts val="0"/>
              </a:spcAft>
              <a:buClr>
                <a:srgbClr val="3C4441"/>
              </a:buClr>
              <a:buSzPts val="1500"/>
              <a:buFont typeface="Zen Kaku Gothic New"/>
              <a:buChar char="•"/>
            </a:pPr>
            <a:r>
              <a:rPr lang="ja" sz="1500">
                <a:latin typeface="Zen Kaku Gothic New"/>
                <a:ea typeface="Zen Kaku Gothic New"/>
                <a:cs typeface="Zen Kaku Gothic New"/>
                <a:sym typeface="Zen Kaku Gothic New"/>
              </a:rPr>
              <a:t>べスティング：入社日もしくは昇格日の権利発生イベント日起点で1年クリフ、4年ベ　　　　　　　スティング</a:t>
            </a:r>
            <a:endParaRPr sz="1500">
              <a:latin typeface="Zen Kaku Gothic New"/>
              <a:ea typeface="Zen Kaku Gothic New"/>
              <a:cs typeface="Zen Kaku Gothic New"/>
              <a:sym typeface="Zen Kaku Gothic New"/>
            </a:endParaRPr>
          </a:p>
          <a:p>
            <a:pPr indent="-285750" lvl="0" marL="393700" rtl="0" algn="l">
              <a:lnSpc>
                <a:spcPct val="90000"/>
              </a:lnSpc>
              <a:spcBef>
                <a:spcPts val="0"/>
              </a:spcBef>
              <a:spcAft>
                <a:spcPts val="0"/>
              </a:spcAft>
              <a:buClr>
                <a:srgbClr val="3C4441"/>
              </a:buClr>
              <a:buSzPts val="1500"/>
              <a:buFont typeface="Zen Kaku Gothic New"/>
              <a:buChar char="•"/>
            </a:pPr>
            <a:r>
              <a:rPr lang="ja" sz="1500">
                <a:latin typeface="Zen Kaku Gothic New"/>
                <a:ea typeface="Zen Kaku Gothic New"/>
                <a:cs typeface="Zen Kaku Gothic New"/>
                <a:sym typeface="Zen Kaku Gothic New"/>
              </a:rPr>
              <a:t>ポータビリティ：あり（ベスト済み分は退職後も行使可能）</a:t>
            </a:r>
            <a:endParaRPr sz="1500">
              <a:latin typeface="Zen Kaku Gothic New"/>
              <a:ea typeface="Zen Kaku Gothic New"/>
              <a:cs typeface="Zen Kaku Gothic New"/>
              <a:sym typeface="Zen Kaku Gothic New"/>
            </a:endParaRPr>
          </a:p>
          <a:p>
            <a:pPr indent="-273050" lvl="0" marL="393700" rtl="0" algn="l">
              <a:lnSpc>
                <a:spcPct val="90000"/>
              </a:lnSpc>
              <a:spcBef>
                <a:spcPts val="0"/>
              </a:spcBef>
              <a:spcAft>
                <a:spcPts val="0"/>
              </a:spcAft>
              <a:buClr>
                <a:srgbClr val="000000"/>
              </a:buClr>
              <a:buSzPts val="1300"/>
              <a:buFont typeface="Zen Kaku Gothic New"/>
              <a:buChar char="•"/>
            </a:pPr>
            <a:r>
              <a:rPr lang="ja" sz="1500">
                <a:latin typeface="Zen Kaku Gothic New"/>
                <a:ea typeface="Zen Kaku Gothic New"/>
                <a:cs typeface="Zen Kaku Gothic New"/>
                <a:sym typeface="Zen Kaku Gothic New"/>
              </a:rPr>
              <a:t>権利行使期間：付与決議後2年を経過した日から10年を経過する日まで</a:t>
            </a:r>
            <a:endParaRPr sz="1500">
              <a:latin typeface="Zen Kaku Gothic New"/>
              <a:ea typeface="Zen Kaku Gothic New"/>
              <a:cs typeface="Zen Kaku Gothic New"/>
              <a:sym typeface="Zen Kaku Gothic New"/>
            </a:endParaRPr>
          </a:p>
          <a:p>
            <a:pPr indent="-273050" lvl="0" marL="393700" rtl="0" algn="l">
              <a:lnSpc>
                <a:spcPct val="90000"/>
              </a:lnSpc>
              <a:spcBef>
                <a:spcPts val="0"/>
              </a:spcBef>
              <a:spcAft>
                <a:spcPts val="0"/>
              </a:spcAft>
              <a:buClr>
                <a:srgbClr val="000000"/>
              </a:buClr>
              <a:buSzPts val="1300"/>
              <a:buFont typeface="Zen Kaku Gothic New"/>
              <a:buChar char="•"/>
            </a:pPr>
            <a:r>
              <a:rPr lang="ja" sz="1500">
                <a:latin typeface="Zen Kaku Gothic New"/>
                <a:ea typeface="Zen Kaku Gothic New"/>
                <a:cs typeface="Zen Kaku Gothic New"/>
                <a:sym typeface="Zen Kaku Gothic New"/>
              </a:rPr>
              <a:t>権利行使価額：従来通りDCF方式と簿価純資産価格方式の折衷で時価を算定し設定</a:t>
            </a:r>
            <a:endParaRPr sz="1500">
              <a:latin typeface="Zen Kaku Gothic New"/>
              <a:ea typeface="Zen Kaku Gothic New"/>
              <a:cs typeface="Zen Kaku Gothic New"/>
              <a:sym typeface="Zen Kaku Gothic New"/>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sp>
        <p:nvSpPr>
          <p:cNvPr id="540" name="Google Shape;540;p69"/>
          <p:cNvSpPr/>
          <p:nvPr/>
        </p:nvSpPr>
        <p:spPr>
          <a:xfrm>
            <a:off x="305704" y="147225"/>
            <a:ext cx="6052800" cy="30150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None/>
            </a:pPr>
            <a:r>
              <a:rPr b="1" lang="ja" sz="1500">
                <a:solidFill>
                  <a:schemeClr val="dk1"/>
                </a:solidFill>
                <a:latin typeface="Zen Kaku Gothic New"/>
                <a:ea typeface="Zen Kaku Gothic New"/>
                <a:cs typeface="Zen Kaku Gothic New"/>
                <a:sym typeface="Zen Kaku Gothic New"/>
              </a:rPr>
              <a:t>オファー詳細</a:t>
            </a:r>
            <a:endParaRPr b="1" sz="1500">
              <a:solidFill>
                <a:schemeClr val="dk1"/>
              </a:solidFill>
              <a:latin typeface="Zen Kaku Gothic New"/>
              <a:ea typeface="Zen Kaku Gothic New"/>
              <a:cs typeface="Zen Kaku Gothic New"/>
              <a:sym typeface="Zen Kaku Gothic New"/>
            </a:endParaRPr>
          </a:p>
        </p:txBody>
      </p:sp>
      <p:sp>
        <p:nvSpPr>
          <p:cNvPr id="541" name="Google Shape;541;p69"/>
          <p:cNvSpPr txBox="1"/>
          <p:nvPr>
            <p:ph idx="12" type="sldNum"/>
          </p:nvPr>
        </p:nvSpPr>
        <p:spPr>
          <a:xfrm>
            <a:off x="8763484" y="4749901"/>
            <a:ext cx="5487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fld id="{00000000-1234-1234-1234-123412341234}" type="slidenum">
              <a:rPr lang="ja"/>
              <a:t>‹#›</a:t>
            </a:fld>
            <a:endParaRPr sz="800"/>
          </a:p>
        </p:txBody>
      </p:sp>
      <p:graphicFrame>
        <p:nvGraphicFramePr>
          <p:cNvPr id="542" name="Google Shape;542;p69"/>
          <p:cNvGraphicFramePr/>
          <p:nvPr/>
        </p:nvGraphicFramePr>
        <p:xfrm>
          <a:off x="720880" y="644555"/>
          <a:ext cx="3000000" cy="3000000"/>
        </p:xfrm>
        <a:graphic>
          <a:graphicData uri="http://schemas.openxmlformats.org/drawingml/2006/table">
            <a:tbl>
              <a:tblPr>
                <a:noFill/>
                <a:tableStyleId>{025371B0-B04D-4088-AE16-39B3D0177677}</a:tableStyleId>
              </a:tblPr>
              <a:tblGrid>
                <a:gridCol w="1605125"/>
                <a:gridCol w="6317550"/>
              </a:tblGrid>
              <a:tr h="386800">
                <a:tc>
                  <a:txBody>
                    <a:bodyPr/>
                    <a:lstStyle/>
                    <a:p>
                      <a:pPr indent="0" lvl="0" marL="0" marR="0" rtl="0" algn="just">
                        <a:spcBef>
                          <a:spcPts val="0"/>
                        </a:spcBef>
                        <a:spcAft>
                          <a:spcPts val="0"/>
                        </a:spcAft>
                        <a:buNone/>
                      </a:pPr>
                      <a:r>
                        <a:rPr b="1" lang="ja" sz="900">
                          <a:solidFill>
                            <a:schemeClr val="lt1"/>
                          </a:solidFill>
                          <a:latin typeface="Zen Kaku Gothic New"/>
                          <a:ea typeface="Zen Kaku Gothic New"/>
                          <a:cs typeface="Zen Kaku Gothic New"/>
                          <a:sym typeface="Zen Kaku Gothic New"/>
                        </a:rPr>
                        <a:t>入社ポジション・業務</a:t>
                      </a:r>
                      <a:endParaRPr b="1" sz="900">
                        <a:solidFill>
                          <a:schemeClr val="lt1"/>
                        </a:solidFill>
                        <a:latin typeface="Zen Kaku Gothic New"/>
                        <a:ea typeface="Zen Kaku Gothic New"/>
                        <a:cs typeface="Zen Kaku Gothic New"/>
                        <a:sym typeface="Zen Kaku Gothic New"/>
                      </a:endParaRPr>
                    </a:p>
                  </a:txBody>
                  <a:tcPr marT="12750" marB="12750" marR="47600" marL="47600" anchor="ctr">
                    <a:solidFill>
                      <a:srgbClr val="4CE196"/>
                    </a:solidFill>
                  </a:tcPr>
                </a:tc>
                <a:tc>
                  <a:txBody>
                    <a:bodyPr/>
                    <a:lstStyle/>
                    <a:p>
                      <a:pPr indent="0" lvl="0" marL="0" marR="0" rtl="0" algn="just">
                        <a:spcBef>
                          <a:spcPts val="0"/>
                        </a:spcBef>
                        <a:spcAft>
                          <a:spcPts val="0"/>
                        </a:spcAft>
                        <a:buNone/>
                      </a:pPr>
                      <a:r>
                        <a:rPr lang="ja" sz="900">
                          <a:latin typeface="Zen Kaku Gothic New"/>
                          <a:ea typeface="Zen Kaku Gothic New"/>
                          <a:cs typeface="Zen Kaku Gothic New"/>
                          <a:sym typeface="Zen Kaku Gothic New"/>
                        </a:rPr>
                        <a:t>入社日　　　　　</a:t>
                      </a:r>
                      <a:r>
                        <a:rPr lang="ja" sz="900">
                          <a:solidFill>
                            <a:schemeClr val="accent5"/>
                          </a:solidFill>
                          <a:latin typeface="Zen Kaku Gothic New"/>
                          <a:ea typeface="Zen Kaku Gothic New"/>
                          <a:cs typeface="Zen Kaku Gothic New"/>
                          <a:sym typeface="Zen Kaku Gothic New"/>
                        </a:rPr>
                        <a:t>XX</a:t>
                      </a:r>
                      <a:endParaRPr sz="900">
                        <a:solidFill>
                          <a:schemeClr val="accent5"/>
                        </a:solidFill>
                        <a:latin typeface="Zen Kaku Gothic New"/>
                        <a:ea typeface="Zen Kaku Gothic New"/>
                        <a:cs typeface="Zen Kaku Gothic New"/>
                        <a:sym typeface="Zen Kaku Gothic New"/>
                      </a:endParaRPr>
                    </a:p>
                    <a:p>
                      <a:pPr indent="0" lvl="0" marL="0" marR="0" rtl="0" algn="just">
                        <a:spcBef>
                          <a:spcPts val="0"/>
                        </a:spcBef>
                        <a:spcAft>
                          <a:spcPts val="0"/>
                        </a:spcAft>
                        <a:buNone/>
                      </a:pPr>
                      <a:r>
                        <a:rPr lang="ja" sz="900">
                          <a:latin typeface="Zen Kaku Gothic New"/>
                          <a:ea typeface="Zen Kaku Gothic New"/>
                          <a:cs typeface="Zen Kaku Gothic New"/>
                          <a:sym typeface="Zen Kaku Gothic New"/>
                        </a:rPr>
                        <a:t>入社ポジション　</a:t>
                      </a:r>
                      <a:r>
                        <a:rPr lang="ja" sz="900">
                          <a:latin typeface="Zen Kaku Gothic New"/>
                          <a:ea typeface="Zen Kaku Gothic New"/>
                          <a:cs typeface="Zen Kaku Gothic New"/>
                          <a:sym typeface="Zen Kaku Gothic New"/>
                        </a:rPr>
                        <a:t>XX</a:t>
                      </a:r>
                      <a:endParaRPr sz="900">
                        <a:latin typeface="Zen Kaku Gothic New"/>
                        <a:ea typeface="Zen Kaku Gothic New"/>
                        <a:cs typeface="Zen Kaku Gothic New"/>
                        <a:sym typeface="Zen Kaku Gothic New"/>
                      </a:endParaRPr>
                    </a:p>
                  </a:txBody>
                  <a:tcPr marT="12750" marB="12750" marR="47600" marL="47600" anchor="ctr"/>
                </a:tc>
              </a:tr>
              <a:tr h="508125">
                <a:tc>
                  <a:txBody>
                    <a:bodyPr/>
                    <a:lstStyle/>
                    <a:p>
                      <a:pPr indent="0" lvl="0" marL="0" marR="0" rtl="0" algn="just">
                        <a:spcBef>
                          <a:spcPts val="0"/>
                        </a:spcBef>
                        <a:spcAft>
                          <a:spcPts val="0"/>
                        </a:spcAft>
                        <a:buNone/>
                      </a:pPr>
                      <a:r>
                        <a:rPr b="1" lang="ja" sz="900">
                          <a:solidFill>
                            <a:schemeClr val="lt1"/>
                          </a:solidFill>
                          <a:latin typeface="Zen Kaku Gothic New"/>
                          <a:ea typeface="Zen Kaku Gothic New"/>
                          <a:cs typeface="Zen Kaku Gothic New"/>
                          <a:sym typeface="Zen Kaku Gothic New"/>
                        </a:rPr>
                        <a:t>勤務条件</a:t>
                      </a:r>
                      <a:endParaRPr b="1" sz="900">
                        <a:solidFill>
                          <a:schemeClr val="lt1"/>
                        </a:solidFill>
                        <a:latin typeface="Zen Kaku Gothic New"/>
                        <a:ea typeface="Zen Kaku Gothic New"/>
                        <a:cs typeface="Zen Kaku Gothic New"/>
                        <a:sym typeface="Zen Kaku Gothic New"/>
                      </a:endParaRPr>
                    </a:p>
                  </a:txBody>
                  <a:tcPr marT="12750" marB="12750" marR="47600" marL="47600" anchor="ctr">
                    <a:solidFill>
                      <a:srgbClr val="4CE196"/>
                    </a:solidFill>
                  </a:tcPr>
                </a:tc>
                <a:tc>
                  <a:txBody>
                    <a:bodyPr/>
                    <a:lstStyle/>
                    <a:p>
                      <a:pPr indent="0" lvl="0" marL="0" marR="0" rtl="0" algn="just">
                        <a:spcBef>
                          <a:spcPts val="0"/>
                        </a:spcBef>
                        <a:spcAft>
                          <a:spcPts val="0"/>
                        </a:spcAft>
                        <a:buNone/>
                      </a:pPr>
                      <a:r>
                        <a:rPr lang="ja" sz="900">
                          <a:latin typeface="Zen Kaku Gothic New"/>
                          <a:ea typeface="Zen Kaku Gothic New"/>
                          <a:cs typeface="Zen Kaku Gothic New"/>
                          <a:sym typeface="Zen Kaku Gothic New"/>
                        </a:rPr>
                        <a:t>始業・就業　　　13時00分から15時00分をコアタイムとした1日8時間勤務（フレックスタイム制）</a:t>
                      </a:r>
                      <a:endParaRPr sz="1100">
                        <a:latin typeface="Zen Kaku Gothic New"/>
                        <a:ea typeface="Zen Kaku Gothic New"/>
                        <a:cs typeface="Zen Kaku Gothic New"/>
                        <a:sym typeface="Zen Kaku Gothic New"/>
                      </a:endParaRPr>
                    </a:p>
                    <a:p>
                      <a:pPr indent="0" lvl="0" marL="0" marR="0" rtl="0" algn="just">
                        <a:spcBef>
                          <a:spcPts val="0"/>
                        </a:spcBef>
                        <a:spcAft>
                          <a:spcPts val="0"/>
                        </a:spcAft>
                        <a:buNone/>
                      </a:pPr>
                      <a:r>
                        <a:rPr lang="ja" sz="900">
                          <a:latin typeface="Zen Kaku Gothic New"/>
                          <a:ea typeface="Zen Kaku Gothic New"/>
                          <a:cs typeface="Zen Kaku Gothic New"/>
                          <a:sym typeface="Zen Kaku Gothic New"/>
                        </a:rPr>
                        <a:t>休憩時間　　　　60分</a:t>
                      </a:r>
                      <a:endParaRPr sz="900">
                        <a:latin typeface="Zen Kaku Gothic New"/>
                        <a:ea typeface="Zen Kaku Gothic New"/>
                        <a:cs typeface="Zen Kaku Gothic New"/>
                        <a:sym typeface="Zen Kaku Gothic New"/>
                      </a:endParaRPr>
                    </a:p>
                    <a:p>
                      <a:pPr indent="0" lvl="0" marL="0" marR="0" rtl="0" algn="just">
                        <a:spcBef>
                          <a:spcPts val="0"/>
                        </a:spcBef>
                        <a:spcAft>
                          <a:spcPts val="0"/>
                        </a:spcAft>
                        <a:buNone/>
                      </a:pPr>
                      <a:r>
                        <a:rPr lang="ja" sz="900">
                          <a:latin typeface="Zen Kaku Gothic New"/>
                          <a:ea typeface="Zen Kaku Gothic New"/>
                          <a:cs typeface="Zen Kaku Gothic New"/>
                          <a:sym typeface="Zen Kaku Gothic New"/>
                        </a:rPr>
                        <a:t>所定時間外労働　有</a:t>
                      </a:r>
                      <a:endParaRPr sz="900">
                        <a:latin typeface="Zen Kaku Gothic New"/>
                        <a:ea typeface="Zen Kaku Gothic New"/>
                        <a:cs typeface="Zen Kaku Gothic New"/>
                        <a:sym typeface="Zen Kaku Gothic New"/>
                      </a:endParaRPr>
                    </a:p>
                    <a:p>
                      <a:pPr indent="0" lvl="0" marL="0" marR="0" rtl="0" algn="just">
                        <a:spcBef>
                          <a:spcPts val="0"/>
                        </a:spcBef>
                        <a:spcAft>
                          <a:spcPts val="0"/>
                        </a:spcAft>
                        <a:buNone/>
                      </a:pPr>
                      <a:r>
                        <a:rPr lang="ja" sz="900">
                          <a:latin typeface="Zen Kaku Gothic New"/>
                          <a:ea typeface="Zen Kaku Gothic New"/>
                          <a:cs typeface="Zen Kaku Gothic New"/>
                          <a:sym typeface="Zen Kaku Gothic New"/>
                        </a:rPr>
                        <a:t>勤務場所　　　　</a:t>
                      </a:r>
                      <a:endParaRPr sz="900">
                        <a:latin typeface="Zen Kaku Gothic New"/>
                        <a:ea typeface="Zen Kaku Gothic New"/>
                        <a:cs typeface="Zen Kaku Gothic New"/>
                        <a:sym typeface="Zen Kaku Gothic New"/>
                      </a:endParaRPr>
                    </a:p>
                  </a:txBody>
                  <a:tcPr marT="12750" marB="12750" marR="47600" marL="47600"/>
                </a:tc>
              </a:tr>
              <a:tr h="265475">
                <a:tc>
                  <a:txBody>
                    <a:bodyPr/>
                    <a:lstStyle/>
                    <a:p>
                      <a:pPr indent="0" lvl="0" marL="0" marR="0" rtl="0" algn="just">
                        <a:spcBef>
                          <a:spcPts val="0"/>
                        </a:spcBef>
                        <a:spcAft>
                          <a:spcPts val="0"/>
                        </a:spcAft>
                        <a:buNone/>
                      </a:pPr>
                      <a:r>
                        <a:rPr b="1" lang="ja" sz="900">
                          <a:solidFill>
                            <a:schemeClr val="lt1"/>
                          </a:solidFill>
                          <a:latin typeface="Zen Kaku Gothic New"/>
                          <a:ea typeface="Zen Kaku Gothic New"/>
                          <a:cs typeface="Zen Kaku Gothic New"/>
                          <a:sym typeface="Zen Kaku Gothic New"/>
                        </a:rPr>
                        <a:t>勤務日</a:t>
                      </a:r>
                      <a:endParaRPr b="1" sz="900">
                        <a:solidFill>
                          <a:schemeClr val="lt1"/>
                        </a:solidFill>
                        <a:latin typeface="Zen Kaku Gothic New"/>
                        <a:ea typeface="Zen Kaku Gothic New"/>
                        <a:cs typeface="Zen Kaku Gothic New"/>
                        <a:sym typeface="Zen Kaku Gothic New"/>
                      </a:endParaRPr>
                    </a:p>
                  </a:txBody>
                  <a:tcPr marT="12750" marB="12750" marR="47600" marL="47600" anchor="ctr">
                    <a:solidFill>
                      <a:srgbClr val="4CE196"/>
                    </a:solidFill>
                  </a:tcPr>
                </a:tc>
                <a:tc>
                  <a:txBody>
                    <a:bodyPr/>
                    <a:lstStyle/>
                    <a:p>
                      <a:pPr indent="0" lvl="0" marL="0" marR="0" rtl="0" algn="just">
                        <a:spcBef>
                          <a:spcPts val="0"/>
                        </a:spcBef>
                        <a:spcAft>
                          <a:spcPts val="0"/>
                        </a:spcAft>
                        <a:buNone/>
                      </a:pPr>
                      <a:r>
                        <a:rPr lang="ja" sz="900">
                          <a:latin typeface="Zen Kaku Gothic New"/>
                          <a:ea typeface="Zen Kaku Gothic New"/>
                          <a:cs typeface="Zen Kaku Gothic New"/>
                          <a:sym typeface="Zen Kaku Gothic New"/>
                        </a:rPr>
                        <a:t>勤務日　　　　　平日</a:t>
                      </a:r>
                      <a:endParaRPr sz="1100">
                        <a:latin typeface="Zen Kaku Gothic New"/>
                        <a:ea typeface="Zen Kaku Gothic New"/>
                        <a:cs typeface="Zen Kaku Gothic New"/>
                        <a:sym typeface="Zen Kaku Gothic New"/>
                      </a:endParaRPr>
                    </a:p>
                    <a:p>
                      <a:pPr indent="0" lvl="0" marL="0" marR="0" rtl="0" algn="just">
                        <a:spcBef>
                          <a:spcPts val="0"/>
                        </a:spcBef>
                        <a:spcAft>
                          <a:spcPts val="0"/>
                        </a:spcAft>
                        <a:buNone/>
                      </a:pPr>
                      <a:r>
                        <a:rPr lang="ja" sz="900">
                          <a:latin typeface="Zen Kaku Gothic New"/>
                          <a:ea typeface="Zen Kaku Gothic New"/>
                          <a:cs typeface="Zen Kaku Gothic New"/>
                          <a:sym typeface="Zen Kaku Gothic New"/>
                        </a:rPr>
                        <a:t>休日　　　　　　土曜日、日曜日、祝日、その他会社が定める休日</a:t>
                      </a:r>
                      <a:endParaRPr sz="900">
                        <a:latin typeface="Zen Kaku Gothic New"/>
                        <a:ea typeface="Zen Kaku Gothic New"/>
                        <a:cs typeface="Zen Kaku Gothic New"/>
                        <a:sym typeface="Zen Kaku Gothic New"/>
                      </a:endParaRPr>
                    </a:p>
                  </a:txBody>
                  <a:tcPr marT="12750" marB="12750" marR="47600" marL="47600"/>
                </a:tc>
              </a:tr>
              <a:tr h="508125">
                <a:tc>
                  <a:txBody>
                    <a:bodyPr/>
                    <a:lstStyle/>
                    <a:p>
                      <a:pPr indent="0" lvl="0" marL="0" rtl="0" algn="just">
                        <a:spcBef>
                          <a:spcPts val="0"/>
                        </a:spcBef>
                        <a:spcAft>
                          <a:spcPts val="0"/>
                        </a:spcAft>
                        <a:buNone/>
                      </a:pPr>
                      <a:r>
                        <a:rPr b="1" lang="ja" sz="900">
                          <a:solidFill>
                            <a:schemeClr val="lt1"/>
                          </a:solidFill>
                          <a:latin typeface="Zen Kaku Gothic New"/>
                          <a:ea typeface="Zen Kaku Gothic New"/>
                          <a:cs typeface="Zen Kaku Gothic New"/>
                          <a:sym typeface="Zen Kaku Gothic New"/>
                        </a:rPr>
                        <a:t>賃金</a:t>
                      </a:r>
                      <a:endParaRPr b="1" sz="900">
                        <a:solidFill>
                          <a:schemeClr val="lt1"/>
                        </a:solidFill>
                        <a:latin typeface="Zen Kaku Gothic New"/>
                        <a:ea typeface="Zen Kaku Gothic New"/>
                        <a:cs typeface="Zen Kaku Gothic New"/>
                        <a:sym typeface="Zen Kaku Gothic New"/>
                      </a:endParaRPr>
                    </a:p>
                  </a:txBody>
                  <a:tcPr marT="12750" marB="12750" marR="47600" marL="47600" anchor="ctr">
                    <a:solidFill>
                      <a:srgbClr val="4CE196"/>
                    </a:solidFill>
                  </a:tcPr>
                </a:tc>
                <a:tc>
                  <a:txBody>
                    <a:bodyPr/>
                    <a:lstStyle/>
                    <a:p>
                      <a:pPr indent="0" lvl="0" marL="0" rtl="0" algn="just">
                        <a:spcBef>
                          <a:spcPts val="0"/>
                        </a:spcBef>
                        <a:spcAft>
                          <a:spcPts val="0"/>
                        </a:spcAft>
                        <a:buNone/>
                      </a:pPr>
                      <a:r>
                        <a:rPr lang="ja" sz="900">
                          <a:latin typeface="Zen Kaku Gothic New"/>
                          <a:ea typeface="Zen Kaku Gothic New"/>
                          <a:cs typeface="Zen Kaku Gothic New"/>
                          <a:sym typeface="Zen Kaku Gothic New"/>
                        </a:rPr>
                        <a:t>年俸額　　　　　</a:t>
                      </a:r>
                      <a:r>
                        <a:rPr lang="ja" sz="900">
                          <a:latin typeface="Zen Kaku Gothic New"/>
                          <a:ea typeface="Zen Kaku Gothic New"/>
                          <a:cs typeface="Zen Kaku Gothic New"/>
                          <a:sym typeface="Zen Kaku Gothic New"/>
                        </a:rPr>
                        <a:t>XX</a:t>
                      </a:r>
                      <a:r>
                        <a:rPr lang="ja" sz="900">
                          <a:latin typeface="Zen Kaku Gothic New"/>
                          <a:ea typeface="Zen Kaku Gothic New"/>
                          <a:cs typeface="Zen Kaku Gothic New"/>
                          <a:sym typeface="Zen Kaku Gothic New"/>
                        </a:rPr>
                        <a:t>万円</a:t>
                      </a:r>
                      <a:br>
                        <a:rPr lang="ja" sz="900">
                          <a:latin typeface="Zen Kaku Gothic New"/>
                          <a:ea typeface="Zen Kaku Gothic New"/>
                          <a:cs typeface="Zen Kaku Gothic New"/>
                          <a:sym typeface="Zen Kaku Gothic New"/>
                        </a:rPr>
                      </a:br>
                      <a:r>
                        <a:rPr lang="ja" sz="900">
                          <a:latin typeface="Zen Kaku Gothic New"/>
                          <a:ea typeface="Zen Kaku Gothic New"/>
                          <a:cs typeface="Zen Kaku Gothic New"/>
                          <a:sym typeface="Zen Kaku Gothic New"/>
                        </a:rPr>
                        <a:t>　　　　　　　　-12等分した金額を毎月支給。(月45時間分の固定時間外手当及び固定深夜手当を含む）</a:t>
                      </a:r>
                      <a:endParaRPr sz="900">
                        <a:latin typeface="Zen Kaku Gothic New"/>
                        <a:ea typeface="Zen Kaku Gothic New"/>
                        <a:cs typeface="Zen Kaku Gothic New"/>
                        <a:sym typeface="Zen Kaku Gothic New"/>
                      </a:endParaRPr>
                    </a:p>
                    <a:p>
                      <a:pPr indent="0" lvl="0" marL="0" rtl="0" algn="just">
                        <a:spcBef>
                          <a:spcPts val="0"/>
                        </a:spcBef>
                        <a:spcAft>
                          <a:spcPts val="0"/>
                        </a:spcAft>
                        <a:buNone/>
                      </a:pPr>
                      <a:r>
                        <a:rPr lang="ja" sz="900">
                          <a:latin typeface="Zen Kaku Gothic New"/>
                          <a:ea typeface="Zen Kaku Gothic New"/>
                          <a:cs typeface="Zen Kaku Gothic New"/>
                          <a:sym typeface="Zen Kaku Gothic New"/>
                        </a:rPr>
                        <a:t>　　　　　　　　-</a:t>
                      </a:r>
                      <a:r>
                        <a:rPr lang="ja" sz="880">
                          <a:solidFill>
                            <a:srgbClr val="222A33"/>
                          </a:solidFill>
                          <a:latin typeface="Arial"/>
                          <a:ea typeface="Arial"/>
                          <a:cs typeface="Arial"/>
                          <a:sym typeface="Arial"/>
                        </a:rPr>
                        <a:t>サインアップボーナス</a:t>
                      </a:r>
                      <a:r>
                        <a:rPr lang="ja" sz="880">
                          <a:solidFill>
                            <a:srgbClr val="222A33"/>
                          </a:solidFill>
                          <a:latin typeface="Arial"/>
                          <a:ea typeface="Arial"/>
                          <a:cs typeface="Arial"/>
                          <a:sym typeface="Arial"/>
                        </a:rPr>
                        <a:t>XX</a:t>
                      </a:r>
                      <a:r>
                        <a:rPr lang="ja" sz="880">
                          <a:solidFill>
                            <a:srgbClr val="222A33"/>
                          </a:solidFill>
                          <a:latin typeface="Arial"/>
                          <a:ea typeface="Arial"/>
                          <a:cs typeface="Arial"/>
                          <a:sym typeface="Arial"/>
                        </a:rPr>
                        <a:t>万円（入社時支給）</a:t>
                      </a:r>
                      <a:endParaRPr sz="880">
                        <a:solidFill>
                          <a:srgbClr val="222A33"/>
                        </a:solidFill>
                        <a:latin typeface="Arial"/>
                        <a:ea typeface="Arial"/>
                        <a:cs typeface="Arial"/>
                        <a:sym typeface="Arial"/>
                      </a:endParaRPr>
                    </a:p>
                    <a:p>
                      <a:pPr indent="0" lvl="0" marL="0" rtl="0" algn="just">
                        <a:spcBef>
                          <a:spcPts val="0"/>
                        </a:spcBef>
                        <a:spcAft>
                          <a:spcPts val="0"/>
                        </a:spcAft>
                        <a:buNone/>
                      </a:pPr>
                      <a:r>
                        <a:rPr lang="ja" sz="900">
                          <a:latin typeface="Zen Kaku Gothic New"/>
                          <a:ea typeface="Zen Kaku Gothic New"/>
                          <a:cs typeface="Zen Kaku Gothic New"/>
                          <a:sym typeface="Zen Kaku Gothic New"/>
                        </a:rPr>
                        <a:t>締日支払日　　　末日締め、翌月10日支払い</a:t>
                      </a:r>
                      <a:endParaRPr sz="900">
                        <a:latin typeface="Zen Kaku Gothic New"/>
                        <a:ea typeface="Zen Kaku Gothic New"/>
                        <a:cs typeface="Zen Kaku Gothic New"/>
                        <a:sym typeface="Zen Kaku Gothic New"/>
                      </a:endParaRPr>
                    </a:p>
                    <a:p>
                      <a:pPr indent="0" lvl="0" marL="0" rtl="0" algn="just">
                        <a:spcBef>
                          <a:spcPts val="0"/>
                        </a:spcBef>
                        <a:spcAft>
                          <a:spcPts val="0"/>
                        </a:spcAft>
                        <a:buNone/>
                      </a:pPr>
                      <a:r>
                        <a:rPr lang="ja" sz="900">
                          <a:latin typeface="Zen Kaku Gothic New"/>
                          <a:ea typeface="Zen Kaku Gothic New"/>
                          <a:cs typeface="Zen Kaku Gothic New"/>
                          <a:sym typeface="Zen Kaku Gothic New"/>
                        </a:rPr>
                        <a:t>支払方法　　　　指定の銀行口座に振り込む</a:t>
                      </a:r>
                      <a:endParaRPr sz="900">
                        <a:latin typeface="Zen Kaku Gothic New"/>
                        <a:ea typeface="Zen Kaku Gothic New"/>
                        <a:cs typeface="Zen Kaku Gothic New"/>
                        <a:sym typeface="Zen Kaku Gothic New"/>
                      </a:endParaRPr>
                    </a:p>
                    <a:p>
                      <a:pPr indent="0" lvl="0" marL="0" rtl="0" algn="just">
                        <a:spcBef>
                          <a:spcPts val="0"/>
                        </a:spcBef>
                        <a:spcAft>
                          <a:spcPts val="0"/>
                        </a:spcAft>
                        <a:buNone/>
                      </a:pPr>
                      <a:r>
                        <a:rPr lang="ja" sz="900">
                          <a:latin typeface="Zen Kaku Gothic New"/>
                          <a:ea typeface="Zen Kaku Gothic New"/>
                          <a:cs typeface="Zen Kaku Gothic New"/>
                          <a:sym typeface="Zen Kaku Gothic New"/>
                        </a:rPr>
                        <a:t>昇給　　　　　　年2回（2月・8月）の評価に基づく</a:t>
                      </a:r>
                      <a:endParaRPr sz="900">
                        <a:latin typeface="Zen Kaku Gothic New"/>
                        <a:ea typeface="Zen Kaku Gothic New"/>
                        <a:cs typeface="Zen Kaku Gothic New"/>
                        <a:sym typeface="Zen Kaku Gothic New"/>
                      </a:endParaRPr>
                    </a:p>
                  </a:txBody>
                  <a:tcPr marT="12750" marB="12750" marR="47600" marL="47600"/>
                </a:tc>
              </a:tr>
              <a:tr h="750800">
                <a:tc>
                  <a:txBody>
                    <a:bodyPr/>
                    <a:lstStyle/>
                    <a:p>
                      <a:pPr indent="0" lvl="0" marL="0" marR="0" rtl="0" algn="just">
                        <a:spcBef>
                          <a:spcPts val="0"/>
                        </a:spcBef>
                        <a:spcAft>
                          <a:spcPts val="0"/>
                        </a:spcAft>
                        <a:buNone/>
                      </a:pPr>
                      <a:r>
                        <a:rPr b="1" lang="ja" sz="900">
                          <a:solidFill>
                            <a:schemeClr val="lt1"/>
                          </a:solidFill>
                          <a:latin typeface="Zen Kaku Gothic New"/>
                          <a:ea typeface="Zen Kaku Gothic New"/>
                          <a:cs typeface="Zen Kaku Gothic New"/>
                          <a:sym typeface="Zen Kaku Gothic New"/>
                        </a:rPr>
                        <a:t>福利厚生</a:t>
                      </a:r>
                      <a:endParaRPr b="1" sz="900">
                        <a:solidFill>
                          <a:schemeClr val="lt1"/>
                        </a:solidFill>
                        <a:latin typeface="Zen Kaku Gothic New"/>
                        <a:ea typeface="Zen Kaku Gothic New"/>
                        <a:cs typeface="Zen Kaku Gothic New"/>
                        <a:sym typeface="Zen Kaku Gothic New"/>
                      </a:endParaRPr>
                    </a:p>
                  </a:txBody>
                  <a:tcPr marT="12750" marB="12750" marR="47600" marL="47600" anchor="ctr">
                    <a:solidFill>
                      <a:srgbClr val="4CE196"/>
                    </a:solidFill>
                  </a:tcPr>
                </a:tc>
                <a:tc>
                  <a:txBody>
                    <a:bodyPr/>
                    <a:lstStyle/>
                    <a:p>
                      <a:pPr indent="0" lvl="0" marL="0" marR="0" rtl="0" algn="just">
                        <a:spcBef>
                          <a:spcPts val="0"/>
                        </a:spcBef>
                        <a:spcAft>
                          <a:spcPts val="0"/>
                        </a:spcAft>
                        <a:buNone/>
                      </a:pPr>
                      <a:r>
                        <a:rPr lang="ja" sz="900">
                          <a:latin typeface="Zen Kaku Gothic New"/>
                          <a:ea typeface="Zen Kaku Gothic New"/>
                          <a:cs typeface="Zen Kaku Gothic New"/>
                          <a:sym typeface="Zen Kaku Gothic New"/>
                        </a:rPr>
                        <a:t>交通費　　　　　通勤定期代相当額（上限3万円）を支給</a:t>
                      </a:r>
                      <a:endParaRPr sz="900">
                        <a:latin typeface="Zen Kaku Gothic New"/>
                        <a:ea typeface="Zen Kaku Gothic New"/>
                        <a:cs typeface="Zen Kaku Gothic New"/>
                        <a:sym typeface="Zen Kaku Gothic New"/>
                      </a:endParaRPr>
                    </a:p>
                    <a:p>
                      <a:pPr indent="0" lvl="0" marL="0" marR="0" rtl="0" algn="just">
                        <a:spcBef>
                          <a:spcPts val="0"/>
                        </a:spcBef>
                        <a:spcAft>
                          <a:spcPts val="0"/>
                        </a:spcAft>
                        <a:buNone/>
                      </a:pPr>
                      <a:r>
                        <a:rPr lang="ja" sz="900">
                          <a:latin typeface="Zen Kaku Gothic New"/>
                          <a:ea typeface="Zen Kaku Gothic New"/>
                          <a:cs typeface="Zen Kaku Gothic New"/>
                          <a:sym typeface="Zen Kaku Gothic New"/>
                        </a:rPr>
                        <a:t>賞与　　　　　　会社業績が良好な場合に限り、業務実績等を考慮し判断</a:t>
                      </a:r>
                      <a:endParaRPr sz="1100">
                        <a:latin typeface="Zen Kaku Gothic New"/>
                        <a:ea typeface="Zen Kaku Gothic New"/>
                        <a:cs typeface="Zen Kaku Gothic New"/>
                        <a:sym typeface="Zen Kaku Gothic New"/>
                      </a:endParaRPr>
                    </a:p>
                    <a:p>
                      <a:pPr indent="0" lvl="0" marL="0" marR="0" rtl="0" algn="just">
                        <a:spcBef>
                          <a:spcPts val="0"/>
                        </a:spcBef>
                        <a:spcAft>
                          <a:spcPts val="0"/>
                        </a:spcAft>
                        <a:buNone/>
                      </a:pPr>
                      <a:r>
                        <a:rPr lang="ja" sz="900">
                          <a:latin typeface="Zen Kaku Gothic New"/>
                          <a:ea typeface="Zen Kaku Gothic New"/>
                          <a:cs typeface="Zen Kaku Gothic New"/>
                          <a:sym typeface="Zen Kaku Gothic New"/>
                        </a:rPr>
                        <a:t>SO制度  　　　　入社半年経過後、年一回もしくは資金調達前等に、その時点のGradeに応じて付与</a:t>
                      </a:r>
                      <a:endParaRPr sz="900">
                        <a:latin typeface="Zen Kaku Gothic New"/>
                        <a:ea typeface="Zen Kaku Gothic New"/>
                        <a:cs typeface="Zen Kaku Gothic New"/>
                        <a:sym typeface="Zen Kaku Gothic New"/>
                      </a:endParaRPr>
                    </a:p>
                    <a:p>
                      <a:pPr indent="0" lvl="0" marL="0" marR="0" rtl="0" algn="just">
                        <a:spcBef>
                          <a:spcPts val="0"/>
                        </a:spcBef>
                        <a:spcAft>
                          <a:spcPts val="0"/>
                        </a:spcAft>
                        <a:buNone/>
                      </a:pPr>
                      <a:r>
                        <a:rPr lang="ja" sz="900">
                          <a:latin typeface="Zen Kaku Gothic New"/>
                          <a:ea typeface="Zen Kaku Gothic New"/>
                          <a:cs typeface="Zen Kaku Gothic New"/>
                          <a:sym typeface="Zen Kaku Gothic New"/>
                        </a:rPr>
                        <a:t>保険　　　　　　健康保険、厚生年金保険、雇用保険、労災保険</a:t>
                      </a:r>
                      <a:endParaRPr sz="1100">
                        <a:latin typeface="Zen Kaku Gothic New"/>
                        <a:ea typeface="Zen Kaku Gothic New"/>
                        <a:cs typeface="Zen Kaku Gothic New"/>
                        <a:sym typeface="Zen Kaku Gothic New"/>
                      </a:endParaRPr>
                    </a:p>
                    <a:p>
                      <a:pPr indent="0" lvl="0" marL="0" marR="0" rtl="0" algn="just">
                        <a:spcBef>
                          <a:spcPts val="0"/>
                        </a:spcBef>
                        <a:spcAft>
                          <a:spcPts val="0"/>
                        </a:spcAft>
                        <a:buNone/>
                      </a:pPr>
                      <a:r>
                        <a:rPr lang="ja" sz="900">
                          <a:latin typeface="Zen Kaku Gothic New"/>
                          <a:ea typeface="Zen Kaku Gothic New"/>
                          <a:cs typeface="Zen Kaku Gothic New"/>
                          <a:sym typeface="Zen Kaku Gothic New"/>
                        </a:rPr>
                        <a:t>退職金　　　　　無</a:t>
                      </a:r>
                      <a:endParaRPr sz="900">
                        <a:latin typeface="Zen Kaku Gothic New"/>
                        <a:ea typeface="Zen Kaku Gothic New"/>
                        <a:cs typeface="Zen Kaku Gothic New"/>
                        <a:sym typeface="Zen Kaku Gothic New"/>
                      </a:endParaRPr>
                    </a:p>
                    <a:p>
                      <a:pPr indent="0" lvl="0" marL="0" marR="0" rtl="0" algn="just">
                        <a:spcBef>
                          <a:spcPts val="0"/>
                        </a:spcBef>
                        <a:spcAft>
                          <a:spcPts val="0"/>
                        </a:spcAft>
                        <a:buNone/>
                      </a:pPr>
                      <a:r>
                        <a:rPr lang="ja" sz="900">
                          <a:latin typeface="Zen Kaku Gothic New"/>
                          <a:ea typeface="Zen Kaku Gothic New"/>
                          <a:cs typeface="Zen Kaku Gothic New"/>
                          <a:sym typeface="Zen Kaku Gothic New"/>
                        </a:rPr>
                        <a:t>有給休暇　　　　就業規則に準じて付与（その他休暇制度あり）</a:t>
                      </a:r>
                      <a:endParaRPr sz="900">
                        <a:latin typeface="Zen Kaku Gothic New"/>
                        <a:ea typeface="Zen Kaku Gothic New"/>
                        <a:cs typeface="Zen Kaku Gothic New"/>
                        <a:sym typeface="Zen Kaku Gothic New"/>
                      </a:endParaRPr>
                    </a:p>
                    <a:p>
                      <a:pPr indent="0" lvl="0" marL="0" marR="0" rtl="0" algn="just">
                        <a:spcBef>
                          <a:spcPts val="0"/>
                        </a:spcBef>
                        <a:spcAft>
                          <a:spcPts val="0"/>
                        </a:spcAft>
                        <a:buNone/>
                      </a:pPr>
                      <a:r>
                        <a:rPr lang="ja" sz="900">
                          <a:latin typeface="Zen Kaku Gothic New"/>
                          <a:ea typeface="Zen Kaku Gothic New"/>
                          <a:cs typeface="Zen Kaku Gothic New"/>
                          <a:sym typeface="Zen Kaku Gothic New"/>
                        </a:rPr>
                        <a:t>その他　　　　　</a:t>
                      </a:r>
                      <a:r>
                        <a:rPr lang="ja" sz="880">
                          <a:solidFill>
                            <a:srgbClr val="222A33"/>
                          </a:solidFill>
                          <a:latin typeface="Arial"/>
                          <a:ea typeface="Arial"/>
                          <a:cs typeface="Arial"/>
                          <a:sym typeface="Arial"/>
                        </a:rPr>
                        <a:t>リモートワーク環境サポート（入社時上限5万円）／ニューノーマル手当（月5千円）</a:t>
                      </a:r>
                      <a:br>
                        <a:rPr lang="ja" sz="880">
                          <a:solidFill>
                            <a:srgbClr val="222A33"/>
                          </a:solidFill>
                          <a:latin typeface="Arial"/>
                          <a:ea typeface="Arial"/>
                          <a:cs typeface="Arial"/>
                          <a:sym typeface="Arial"/>
                        </a:rPr>
                      </a:br>
                      <a:r>
                        <a:rPr lang="ja" sz="880">
                          <a:solidFill>
                            <a:srgbClr val="222A33"/>
                          </a:solidFill>
                          <a:latin typeface="Arial"/>
                          <a:ea typeface="Arial"/>
                          <a:cs typeface="Arial"/>
                          <a:sym typeface="Arial"/>
                        </a:rPr>
                        <a:t>　　　　　　　　／書籍購入費全額補助／資格取得補助／予防接種補助／病気休暇（年5日）</a:t>
                      </a:r>
                      <a:endParaRPr sz="900">
                        <a:latin typeface="Zen Kaku Gothic New"/>
                        <a:ea typeface="Zen Kaku Gothic New"/>
                        <a:cs typeface="Zen Kaku Gothic New"/>
                        <a:sym typeface="Zen Kaku Gothic New"/>
                      </a:endParaRPr>
                    </a:p>
                  </a:txBody>
                  <a:tcPr marT="12750" marB="12750" marR="47600" marL="47600"/>
                </a:tc>
              </a:tr>
              <a:tr h="993475">
                <a:tc>
                  <a:txBody>
                    <a:bodyPr/>
                    <a:lstStyle/>
                    <a:p>
                      <a:pPr indent="0" lvl="0" marL="0" marR="0" rtl="0" algn="just">
                        <a:spcBef>
                          <a:spcPts val="0"/>
                        </a:spcBef>
                        <a:spcAft>
                          <a:spcPts val="0"/>
                        </a:spcAft>
                        <a:buNone/>
                      </a:pPr>
                      <a:r>
                        <a:rPr b="1" lang="ja" sz="900">
                          <a:solidFill>
                            <a:schemeClr val="lt1"/>
                          </a:solidFill>
                          <a:latin typeface="Zen Kaku Gothic New"/>
                          <a:ea typeface="Zen Kaku Gothic New"/>
                          <a:cs typeface="Zen Kaku Gothic New"/>
                          <a:sym typeface="Zen Kaku Gothic New"/>
                        </a:rPr>
                        <a:t>その他</a:t>
                      </a:r>
                      <a:endParaRPr b="1" sz="900">
                        <a:solidFill>
                          <a:schemeClr val="lt1"/>
                        </a:solidFill>
                        <a:latin typeface="Zen Kaku Gothic New"/>
                        <a:ea typeface="Zen Kaku Gothic New"/>
                        <a:cs typeface="Zen Kaku Gothic New"/>
                        <a:sym typeface="Zen Kaku Gothic New"/>
                      </a:endParaRPr>
                    </a:p>
                  </a:txBody>
                  <a:tcPr marT="12750" marB="12750" marR="47600" marL="47600" anchor="ctr">
                    <a:solidFill>
                      <a:srgbClr val="4CE196"/>
                    </a:solidFill>
                  </a:tcPr>
                </a:tc>
                <a:tc>
                  <a:txBody>
                    <a:bodyPr/>
                    <a:lstStyle/>
                    <a:p>
                      <a:pPr indent="0" lvl="0" marL="0" marR="0" rtl="0" algn="just">
                        <a:spcBef>
                          <a:spcPts val="0"/>
                        </a:spcBef>
                        <a:spcAft>
                          <a:spcPts val="0"/>
                        </a:spcAft>
                        <a:buNone/>
                      </a:pPr>
                      <a:r>
                        <a:rPr lang="ja" sz="900">
                          <a:latin typeface="Zen Kaku Gothic New"/>
                          <a:ea typeface="Zen Kaku Gothic New"/>
                          <a:cs typeface="Zen Kaku Gothic New"/>
                          <a:sym typeface="Zen Kaku Gothic New"/>
                        </a:rPr>
                        <a:t>雇用期間　　　　期間の定めなし</a:t>
                      </a:r>
                      <a:endParaRPr sz="900">
                        <a:latin typeface="Zen Kaku Gothic New"/>
                        <a:ea typeface="Zen Kaku Gothic New"/>
                        <a:cs typeface="Zen Kaku Gothic New"/>
                        <a:sym typeface="Zen Kaku Gothic New"/>
                      </a:endParaRPr>
                    </a:p>
                    <a:p>
                      <a:pPr indent="0" lvl="0" marL="0" marR="0" rtl="0" algn="just">
                        <a:spcBef>
                          <a:spcPts val="0"/>
                        </a:spcBef>
                        <a:spcAft>
                          <a:spcPts val="0"/>
                        </a:spcAft>
                        <a:buNone/>
                      </a:pPr>
                      <a:r>
                        <a:rPr lang="ja" sz="900">
                          <a:latin typeface="Zen Kaku Gothic New"/>
                          <a:ea typeface="Zen Kaku Gothic New"/>
                          <a:cs typeface="Zen Kaku Gothic New"/>
                          <a:sym typeface="Zen Kaku Gothic New"/>
                        </a:rPr>
                        <a:t>雇用形態　　　　正社員</a:t>
                      </a:r>
                      <a:endParaRPr sz="900">
                        <a:latin typeface="Zen Kaku Gothic New"/>
                        <a:ea typeface="Zen Kaku Gothic New"/>
                        <a:cs typeface="Zen Kaku Gothic New"/>
                        <a:sym typeface="Zen Kaku Gothic New"/>
                      </a:endParaRPr>
                    </a:p>
                    <a:p>
                      <a:pPr indent="0" lvl="0" marL="0" rtl="0" algn="just">
                        <a:spcBef>
                          <a:spcPts val="0"/>
                        </a:spcBef>
                        <a:spcAft>
                          <a:spcPts val="0"/>
                        </a:spcAft>
                        <a:buNone/>
                      </a:pPr>
                      <a:r>
                        <a:rPr lang="ja" sz="900">
                          <a:latin typeface="Zen Kaku Gothic New"/>
                          <a:ea typeface="Zen Kaku Gothic New"/>
                          <a:cs typeface="Zen Kaku Gothic New"/>
                          <a:sym typeface="Zen Kaku Gothic New"/>
                        </a:rPr>
                        <a:t>試用期間　　　　６か月</a:t>
                      </a:r>
                      <a:endParaRPr sz="900">
                        <a:latin typeface="Zen Kaku Gothic New"/>
                        <a:ea typeface="Zen Kaku Gothic New"/>
                        <a:cs typeface="Zen Kaku Gothic New"/>
                        <a:sym typeface="Zen Kaku Gothic New"/>
                      </a:endParaRPr>
                    </a:p>
                    <a:p>
                      <a:pPr indent="0" lvl="0" marL="0" marR="0" rtl="0" algn="just">
                        <a:spcBef>
                          <a:spcPts val="0"/>
                        </a:spcBef>
                        <a:spcAft>
                          <a:spcPts val="0"/>
                        </a:spcAft>
                        <a:buNone/>
                      </a:pPr>
                      <a:r>
                        <a:rPr lang="ja" sz="900">
                          <a:latin typeface="Zen Kaku Gothic New"/>
                          <a:ea typeface="Zen Kaku Gothic New"/>
                          <a:cs typeface="Zen Kaku Gothic New"/>
                          <a:sym typeface="Zen Kaku Gothic New"/>
                        </a:rPr>
                        <a:t>定年退職　　　　満60歳</a:t>
                      </a:r>
                      <a:endParaRPr sz="1100">
                        <a:latin typeface="Zen Kaku Gothic New"/>
                        <a:ea typeface="Zen Kaku Gothic New"/>
                        <a:cs typeface="Zen Kaku Gothic New"/>
                        <a:sym typeface="Zen Kaku Gothic New"/>
                      </a:endParaRPr>
                    </a:p>
                    <a:p>
                      <a:pPr indent="0" lvl="0" marL="0" marR="0" rtl="0" algn="just">
                        <a:spcBef>
                          <a:spcPts val="0"/>
                        </a:spcBef>
                        <a:spcAft>
                          <a:spcPts val="0"/>
                        </a:spcAft>
                        <a:buNone/>
                      </a:pPr>
                      <a:r>
                        <a:rPr lang="ja" sz="900">
                          <a:latin typeface="Zen Kaku Gothic New"/>
                          <a:ea typeface="Zen Kaku Gothic New"/>
                          <a:cs typeface="Zen Kaku Gothic New"/>
                          <a:sym typeface="Zen Kaku Gothic New"/>
                        </a:rPr>
                        <a:t>継続雇用制度　　満65歳まで</a:t>
                      </a:r>
                      <a:endParaRPr sz="1100">
                        <a:latin typeface="Zen Kaku Gothic New"/>
                        <a:ea typeface="Zen Kaku Gothic New"/>
                        <a:cs typeface="Zen Kaku Gothic New"/>
                        <a:sym typeface="Zen Kaku Gothic New"/>
                      </a:endParaRPr>
                    </a:p>
                    <a:p>
                      <a:pPr indent="0" lvl="0" marL="0" marR="0" rtl="0" algn="just">
                        <a:spcBef>
                          <a:spcPts val="0"/>
                        </a:spcBef>
                        <a:spcAft>
                          <a:spcPts val="0"/>
                        </a:spcAft>
                        <a:buNone/>
                      </a:pPr>
                      <a:r>
                        <a:rPr lang="ja" sz="900">
                          <a:latin typeface="Zen Kaku Gothic New"/>
                          <a:ea typeface="Zen Kaku Gothic New"/>
                          <a:cs typeface="Zen Kaku Gothic New"/>
                          <a:sym typeface="Zen Kaku Gothic New"/>
                        </a:rPr>
                        <a:t>転勤　　　　　　なし　(業容拡大により変更の可能性あり)</a:t>
                      </a:r>
                      <a:endParaRPr sz="900">
                        <a:latin typeface="Zen Kaku Gothic New"/>
                        <a:ea typeface="Zen Kaku Gothic New"/>
                        <a:cs typeface="Zen Kaku Gothic New"/>
                        <a:sym typeface="Zen Kaku Gothic New"/>
                      </a:endParaRPr>
                    </a:p>
                    <a:p>
                      <a:pPr indent="0" lvl="0" marL="0" marR="0" rtl="0" algn="just">
                        <a:spcBef>
                          <a:spcPts val="0"/>
                        </a:spcBef>
                        <a:spcAft>
                          <a:spcPts val="0"/>
                        </a:spcAft>
                        <a:buNone/>
                      </a:pPr>
                      <a:r>
                        <a:rPr lang="ja" sz="900">
                          <a:latin typeface="Zen Kaku Gothic New"/>
                          <a:ea typeface="Zen Kaku Gothic New"/>
                          <a:cs typeface="Zen Kaku Gothic New"/>
                          <a:sym typeface="Zen Kaku Gothic New"/>
                        </a:rPr>
                        <a:t>自己都合退職　　退職日の1ヶ月前までに退職願を提出して了承を得る</a:t>
                      </a:r>
                      <a:endParaRPr sz="1100">
                        <a:latin typeface="Zen Kaku Gothic New"/>
                        <a:ea typeface="Zen Kaku Gothic New"/>
                        <a:cs typeface="Zen Kaku Gothic New"/>
                        <a:sym typeface="Zen Kaku Gothic New"/>
                      </a:endParaRPr>
                    </a:p>
                    <a:p>
                      <a:pPr indent="0" lvl="0" marL="0" marR="0" rtl="0" algn="just">
                        <a:spcBef>
                          <a:spcPts val="0"/>
                        </a:spcBef>
                        <a:spcAft>
                          <a:spcPts val="0"/>
                        </a:spcAft>
                        <a:buNone/>
                      </a:pPr>
                      <a:r>
                        <a:rPr lang="ja" sz="900">
                          <a:latin typeface="Zen Kaku Gothic New"/>
                          <a:ea typeface="Zen Kaku Gothic New"/>
                          <a:cs typeface="Zen Kaku Gothic New"/>
                          <a:sym typeface="Zen Kaku Gothic New"/>
                        </a:rPr>
                        <a:t>解雇　　　　　　普通解雇／懲戒解雇</a:t>
                      </a:r>
                      <a:endParaRPr sz="900">
                        <a:latin typeface="Zen Kaku Gothic New"/>
                        <a:ea typeface="Zen Kaku Gothic New"/>
                        <a:cs typeface="Zen Kaku Gothic New"/>
                        <a:sym typeface="Zen Kaku Gothic New"/>
                      </a:endParaRPr>
                    </a:p>
                  </a:txBody>
                  <a:tcPr marT="12750" marB="12750" marR="47600" marL="47600"/>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sp>
        <p:nvSpPr>
          <p:cNvPr id="547" name="Google Shape;547;p70"/>
          <p:cNvSpPr txBox="1"/>
          <p:nvPr/>
        </p:nvSpPr>
        <p:spPr>
          <a:xfrm>
            <a:off x="521425" y="824150"/>
            <a:ext cx="8007000" cy="3644400"/>
          </a:xfrm>
          <a:prstGeom prst="rect">
            <a:avLst/>
          </a:prstGeom>
          <a:noFill/>
          <a:ln>
            <a:noFill/>
          </a:ln>
        </p:spPr>
        <p:txBody>
          <a:bodyPr anchorCtr="0" anchor="t" bIns="39550" lIns="79125" spcFirstLastPara="1" rIns="79125" wrap="square" tIns="39550">
            <a:noAutofit/>
          </a:bodyPr>
          <a:lstStyle/>
          <a:p>
            <a:pPr indent="0" lvl="0" marL="0" rtl="0" algn="l">
              <a:lnSpc>
                <a:spcPct val="115000"/>
              </a:lnSpc>
              <a:spcBef>
                <a:spcPts val="1200"/>
              </a:spcBef>
              <a:spcAft>
                <a:spcPts val="0"/>
              </a:spcAft>
              <a:buClr>
                <a:schemeClr val="dk1"/>
              </a:buClr>
              <a:buSzPts val="1600"/>
              <a:buFont typeface="Arial"/>
              <a:buNone/>
            </a:pPr>
            <a:r>
              <a:rPr b="1" lang="ja" sz="1600">
                <a:solidFill>
                  <a:srgbClr val="3C4441"/>
                </a:solidFill>
                <a:latin typeface="Zen Kaku Gothic New"/>
                <a:ea typeface="Zen Kaku Gothic New"/>
                <a:cs typeface="Zen Kaku Gothic New"/>
                <a:sym typeface="Zen Kaku Gothic New"/>
              </a:rPr>
              <a:t>メダップにとって、2026年は医療事務AIへの展開を含め、次の成長を決定づける重要なタイミングです。</a:t>
            </a:r>
            <a:endParaRPr b="1" sz="1600">
              <a:solidFill>
                <a:srgbClr val="3C4441"/>
              </a:solidFill>
              <a:latin typeface="Zen Kaku Gothic New"/>
              <a:ea typeface="Zen Kaku Gothic New"/>
              <a:cs typeface="Zen Kaku Gothic New"/>
              <a:sym typeface="Zen Kaku Gothic New"/>
            </a:endParaRPr>
          </a:p>
          <a:p>
            <a:pPr indent="0" lvl="0" marL="0" rtl="0" algn="l">
              <a:lnSpc>
                <a:spcPct val="140000"/>
              </a:lnSpc>
              <a:spcBef>
                <a:spcPts val="0"/>
              </a:spcBef>
              <a:spcAft>
                <a:spcPts val="0"/>
              </a:spcAft>
              <a:buClr>
                <a:schemeClr val="dk1"/>
              </a:buClr>
              <a:buFont typeface="Arial"/>
              <a:buNone/>
            </a:pPr>
            <a:r>
              <a:t/>
            </a:r>
            <a:endParaRPr b="1" sz="1600">
              <a:solidFill>
                <a:srgbClr val="3C4441"/>
              </a:solidFill>
              <a:latin typeface="Zen Kaku Gothic New"/>
              <a:ea typeface="Zen Kaku Gothic New"/>
              <a:cs typeface="Zen Kaku Gothic New"/>
              <a:sym typeface="Zen Kaku Gothic New"/>
            </a:endParaRPr>
          </a:p>
          <a:p>
            <a:pPr indent="0" lvl="0" marL="0" rtl="0" algn="l">
              <a:lnSpc>
                <a:spcPct val="140000"/>
              </a:lnSpc>
              <a:spcBef>
                <a:spcPts val="0"/>
              </a:spcBef>
              <a:spcAft>
                <a:spcPts val="0"/>
              </a:spcAft>
              <a:buNone/>
            </a:pPr>
            <a:r>
              <a:rPr b="1" lang="ja" sz="1600">
                <a:solidFill>
                  <a:srgbClr val="3C4441"/>
                </a:solidFill>
                <a:latin typeface="Zen Kaku Gothic New"/>
                <a:ea typeface="Zen Kaku Gothic New"/>
                <a:cs typeface="Zen Kaku Gothic New"/>
                <a:sym typeface="Zen Kaku Gothic New"/>
              </a:rPr>
              <a:t>ぜひこのタイミングで参画いただき、これまでのご経験を最大限活かして、日本の医療を一緒に変えていきましょう。</a:t>
            </a:r>
            <a:endParaRPr b="1" sz="1600">
              <a:solidFill>
                <a:srgbClr val="3C4441"/>
              </a:solidFill>
              <a:latin typeface="Zen Kaku Gothic New"/>
              <a:ea typeface="Zen Kaku Gothic New"/>
              <a:cs typeface="Zen Kaku Gothic New"/>
              <a:sym typeface="Zen Kaku Gothic New"/>
            </a:endParaRPr>
          </a:p>
        </p:txBody>
      </p:sp>
      <p:sp>
        <p:nvSpPr>
          <p:cNvPr id="548" name="Google Shape;548;p70"/>
          <p:cNvSpPr/>
          <p:nvPr/>
        </p:nvSpPr>
        <p:spPr>
          <a:xfrm>
            <a:off x="305704" y="147225"/>
            <a:ext cx="6052800" cy="30150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None/>
            </a:pPr>
            <a:r>
              <a:rPr b="1" lang="ja" sz="1500">
                <a:solidFill>
                  <a:schemeClr val="dk1"/>
                </a:solidFill>
                <a:latin typeface="Zen Kaku Gothic New"/>
                <a:ea typeface="Zen Kaku Gothic New"/>
                <a:cs typeface="Zen Kaku Gothic New"/>
                <a:sym typeface="Zen Kaku Gothic New"/>
              </a:rPr>
              <a:t>最後に</a:t>
            </a:r>
            <a:endParaRPr b="1" sz="1500">
              <a:solidFill>
                <a:schemeClr val="dk1"/>
              </a:solidFill>
              <a:latin typeface="Zen Kaku Gothic New"/>
              <a:ea typeface="Zen Kaku Gothic New"/>
              <a:cs typeface="Zen Kaku Gothic New"/>
              <a:sym typeface="Zen Kaku Gothic New"/>
            </a:endParaRPr>
          </a:p>
        </p:txBody>
      </p:sp>
      <p:sp>
        <p:nvSpPr>
          <p:cNvPr id="549" name="Google Shape;549;p70"/>
          <p:cNvSpPr txBox="1"/>
          <p:nvPr>
            <p:ph idx="12" type="sldNum"/>
          </p:nvPr>
        </p:nvSpPr>
        <p:spPr>
          <a:xfrm>
            <a:off x="8763484" y="4749901"/>
            <a:ext cx="5487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fld id="{00000000-1234-1234-1234-123412341234}" type="slidenum">
              <a:rPr lang="ja"/>
              <a:t>‹#›</a:t>
            </a:fld>
            <a:endParaRPr sz="800"/>
          </a:p>
        </p:txBody>
      </p:sp>
      <p:sp>
        <p:nvSpPr>
          <p:cNvPr id="550" name="Google Shape;550;p70"/>
          <p:cNvSpPr txBox="1"/>
          <p:nvPr/>
        </p:nvSpPr>
        <p:spPr>
          <a:xfrm>
            <a:off x="461834" y="2698805"/>
            <a:ext cx="8435700" cy="1693200"/>
          </a:xfrm>
          <a:prstGeom prst="rect">
            <a:avLst/>
          </a:prstGeom>
          <a:noFill/>
          <a:ln>
            <a:noFill/>
          </a:ln>
        </p:spPr>
        <p:txBody>
          <a:bodyPr anchorCtr="0" anchor="t" bIns="34275" lIns="68575" spcFirstLastPara="1" rIns="68575" wrap="square" tIns="34275">
            <a:spAutoFit/>
          </a:bodyPr>
          <a:lstStyle/>
          <a:p>
            <a:pPr indent="0" lvl="0" marL="0" marR="0" rtl="0" algn="l">
              <a:spcBef>
                <a:spcPts val="300"/>
              </a:spcBef>
              <a:spcAft>
                <a:spcPts val="0"/>
              </a:spcAft>
              <a:buNone/>
            </a:pPr>
            <a:r>
              <a:rPr b="0" i="0" lang="ja" sz="1100" u="none" cap="none" strike="noStrike">
                <a:solidFill>
                  <a:srgbClr val="1A1A1A"/>
                </a:solidFill>
                <a:latin typeface="Calibri"/>
                <a:ea typeface="Calibri"/>
                <a:cs typeface="Calibri"/>
                <a:sym typeface="Calibri"/>
              </a:rPr>
              <a:t>● メダップはSaaS/AIで病院経営改善に取り組む一方、</a:t>
            </a:r>
            <a:endParaRPr sz="1100"/>
          </a:p>
          <a:p>
            <a:pPr indent="0" lvl="0" marL="0" marR="0" rtl="0" algn="l">
              <a:spcBef>
                <a:spcPts val="300"/>
              </a:spcBef>
              <a:spcAft>
                <a:spcPts val="0"/>
              </a:spcAft>
              <a:buNone/>
            </a:pPr>
            <a:r>
              <a:rPr b="0" i="0" lang="ja" sz="1100" u="none" cap="none" strike="noStrike">
                <a:solidFill>
                  <a:srgbClr val="1A1A1A"/>
                </a:solidFill>
                <a:latin typeface="Calibri"/>
                <a:ea typeface="Calibri"/>
                <a:cs typeface="Calibri"/>
                <a:sym typeface="Calibri"/>
              </a:rPr>
              <a:t>  顧客課題を技術で捉え完遂するFDEの力が不足している</a:t>
            </a:r>
            <a:endParaRPr sz="1100"/>
          </a:p>
          <a:p>
            <a:pPr indent="0" lvl="0" marL="0" marR="0" rtl="0" algn="l">
              <a:spcBef>
                <a:spcPts val="300"/>
              </a:spcBef>
              <a:spcAft>
                <a:spcPts val="0"/>
              </a:spcAft>
              <a:buNone/>
            </a:pPr>
            <a:r>
              <a:t/>
            </a:r>
            <a:endParaRPr b="0" i="0" sz="1100" u="none" cap="none" strike="noStrike">
              <a:solidFill>
                <a:srgbClr val="1A1A1A"/>
              </a:solidFill>
              <a:latin typeface="Calibri"/>
              <a:ea typeface="Calibri"/>
              <a:cs typeface="Calibri"/>
              <a:sym typeface="Calibri"/>
            </a:endParaRPr>
          </a:p>
          <a:p>
            <a:pPr indent="0" lvl="0" marL="0" marR="0" rtl="0" algn="l">
              <a:spcBef>
                <a:spcPts val="300"/>
              </a:spcBef>
              <a:spcAft>
                <a:spcPts val="0"/>
              </a:spcAft>
              <a:buNone/>
            </a:pPr>
            <a:r>
              <a:rPr b="0" i="0" lang="ja" sz="1100" u="none" cap="none" strike="noStrike">
                <a:solidFill>
                  <a:srgbClr val="1A1A1A"/>
                </a:solidFill>
                <a:latin typeface="Calibri"/>
                <a:ea typeface="Calibri"/>
                <a:cs typeface="Calibri"/>
                <a:sym typeface="Calibri"/>
              </a:rPr>
              <a:t>● 小山さんは、現場×構造化×立ち上げ×Secの経験と</a:t>
            </a:r>
            <a:endParaRPr sz="1100"/>
          </a:p>
          <a:p>
            <a:pPr indent="0" lvl="0" marL="0" marR="0" rtl="0" algn="l">
              <a:spcBef>
                <a:spcPts val="300"/>
              </a:spcBef>
              <a:spcAft>
                <a:spcPts val="0"/>
              </a:spcAft>
              <a:buNone/>
            </a:pPr>
            <a:r>
              <a:rPr b="0" i="0" lang="ja" sz="1100" u="none" cap="none" strike="noStrike">
                <a:solidFill>
                  <a:srgbClr val="1A1A1A"/>
                </a:solidFill>
                <a:latin typeface="Calibri"/>
                <a:ea typeface="Calibri"/>
                <a:cs typeface="Calibri"/>
                <a:sym typeface="Calibri"/>
              </a:rPr>
              <a:t>  「命に関わる領域</a:t>
            </a:r>
            <a:r>
              <a:rPr lang="ja" sz="1100">
                <a:solidFill>
                  <a:srgbClr val="1A1A1A"/>
                </a:solidFill>
                <a:latin typeface="Calibri"/>
                <a:ea typeface="Calibri"/>
                <a:cs typeface="Calibri"/>
                <a:sym typeface="Calibri"/>
              </a:rPr>
              <a:t>に</a:t>
            </a:r>
            <a:r>
              <a:rPr b="0" i="0" lang="ja" sz="1100" u="none" cap="none" strike="noStrike">
                <a:solidFill>
                  <a:srgbClr val="1A1A1A"/>
                </a:solidFill>
                <a:latin typeface="Calibri"/>
                <a:ea typeface="Calibri"/>
                <a:cs typeface="Calibri"/>
                <a:sym typeface="Calibri"/>
              </a:rPr>
              <a:t>腰を据え</a:t>
            </a:r>
            <a:r>
              <a:rPr lang="ja" sz="1100">
                <a:solidFill>
                  <a:srgbClr val="1A1A1A"/>
                </a:solidFill>
                <a:latin typeface="Calibri"/>
                <a:ea typeface="Calibri"/>
                <a:cs typeface="Calibri"/>
                <a:sym typeface="Calibri"/>
              </a:rPr>
              <a:t>て取り組む</a:t>
            </a:r>
            <a:r>
              <a:rPr b="0" i="0" lang="ja" sz="1100" u="none" cap="none" strike="noStrike">
                <a:solidFill>
                  <a:srgbClr val="1A1A1A"/>
                </a:solidFill>
                <a:latin typeface="Calibri"/>
                <a:ea typeface="Calibri"/>
                <a:cs typeface="Calibri"/>
                <a:sym typeface="Calibri"/>
              </a:rPr>
              <a:t>」想いが、FDEリードに最もフィットする。</a:t>
            </a:r>
            <a:endParaRPr sz="1100"/>
          </a:p>
          <a:p>
            <a:pPr indent="0" lvl="0" marL="0" marR="0" rtl="0" algn="l">
              <a:spcBef>
                <a:spcPts val="300"/>
              </a:spcBef>
              <a:spcAft>
                <a:spcPts val="0"/>
              </a:spcAft>
              <a:buNone/>
            </a:pPr>
            <a:r>
              <a:rPr b="0" i="0" lang="ja" sz="1100" u="none" cap="none" strike="noStrike">
                <a:solidFill>
                  <a:srgbClr val="1A1A1A"/>
                </a:solidFill>
                <a:latin typeface="Calibri"/>
                <a:ea typeface="Calibri"/>
                <a:cs typeface="Calibri"/>
                <a:sym typeface="Calibri"/>
              </a:rPr>
              <a:t>  どうしても来ていただきたい！</a:t>
            </a:r>
            <a:endParaRPr sz="1100"/>
          </a:p>
          <a:p>
            <a:pPr indent="0" lvl="0" marL="0" marR="0" rtl="0" algn="l">
              <a:spcBef>
                <a:spcPts val="300"/>
              </a:spcBef>
              <a:spcAft>
                <a:spcPts val="0"/>
              </a:spcAft>
              <a:buNone/>
            </a:pPr>
            <a:r>
              <a:t/>
            </a:r>
            <a:endParaRPr b="0" i="0" sz="1100" u="none" cap="none" strike="noStrike">
              <a:solidFill>
                <a:srgbClr val="1A1A1A"/>
              </a:solidFill>
              <a:latin typeface="Calibri"/>
              <a:ea typeface="Calibri"/>
              <a:cs typeface="Calibri"/>
              <a:sym typeface="Calibri"/>
            </a:endParaRPr>
          </a:p>
          <a:p>
            <a:pPr indent="0" lvl="0" marL="0" marR="0" rtl="0" algn="l">
              <a:spcBef>
                <a:spcPts val="300"/>
              </a:spcBef>
              <a:spcAft>
                <a:spcPts val="0"/>
              </a:spcAft>
              <a:buNone/>
            </a:pPr>
            <a:r>
              <a:rPr b="0" i="0" lang="ja" sz="1100" u="none" cap="none" strike="noStrike">
                <a:solidFill>
                  <a:srgbClr val="1A1A1A"/>
                </a:solidFill>
                <a:latin typeface="Calibri"/>
                <a:ea typeface="Calibri"/>
                <a:cs typeface="Calibri"/>
                <a:sym typeface="Calibri"/>
              </a:rPr>
              <a:t>● 全国の将来の世代のためにも、質の高く・サステイナブルな地域医療を一緒に作りたい</a:t>
            </a:r>
            <a:endParaRPr sz="1100"/>
          </a:p>
        </p:txBody>
      </p:sp>
    </p:spTree>
  </p:cSld>
  <p:clrMapOvr>
    <a:masterClrMapping/>
  </p:clrMapOvr>
</p:sld>
</file>

<file path=ppt/theme/theme1.xml><?xml version="1.0" encoding="utf-8"?>
<a:theme xmlns:a="http://schemas.openxmlformats.org/drawingml/2006/main" xmlns:r="http://schemas.openxmlformats.org/officeDocument/2006/relationships" name="3_ホワイト">
  <a:themeElements>
    <a:clrScheme name="foro">
      <a:dk1>
        <a:srgbClr val="000000"/>
      </a:dk1>
      <a:lt1>
        <a:srgbClr val="FFFFFF"/>
      </a:lt1>
      <a:dk2>
        <a:srgbClr val="999999"/>
      </a:dk2>
      <a:lt2>
        <a:srgbClr val="F5F5F5"/>
      </a:lt2>
      <a:accent1>
        <a:srgbClr val="00E196"/>
      </a:accent1>
      <a:accent2>
        <a:srgbClr val="005A4B"/>
      </a:accent2>
      <a:accent3>
        <a:srgbClr val="E6FAF0"/>
      </a:accent3>
      <a:accent4>
        <a:srgbClr val="999999"/>
      </a:accent4>
      <a:accent5>
        <a:srgbClr val="F54B00"/>
      </a:accent5>
      <a:accent6>
        <a:srgbClr val="000000"/>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EDUP_220210">
  <a:themeElements>
    <a:clrScheme name="foro 2">
      <a:dk1>
        <a:srgbClr val="000000"/>
      </a:dk1>
      <a:lt1>
        <a:srgbClr val="FFFFFF"/>
      </a:lt1>
      <a:dk2>
        <a:srgbClr val="E6FAF0"/>
      </a:dk2>
      <a:lt2>
        <a:srgbClr val="005A4B"/>
      </a:lt2>
      <a:accent1>
        <a:srgbClr val="00E196"/>
      </a:accent1>
      <a:accent2>
        <a:srgbClr val="F54B00"/>
      </a:accent2>
      <a:accent3>
        <a:srgbClr val="999999"/>
      </a:accent3>
      <a:accent4>
        <a:srgbClr val="FF00FF"/>
      </a:accent4>
      <a:accent5>
        <a:srgbClr val="FF00FF"/>
      </a:accent5>
      <a:accent6>
        <a:srgbClr val="FF00FF"/>
      </a:accent6>
      <a:hlink>
        <a:srgbClr val="00E196"/>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MEDUP_220210">
  <a:themeElements>
    <a:clrScheme name="foro 2">
      <a:dk1>
        <a:srgbClr val="000000"/>
      </a:dk1>
      <a:lt1>
        <a:srgbClr val="FFFFFF"/>
      </a:lt1>
      <a:dk2>
        <a:srgbClr val="E6FAF0"/>
      </a:dk2>
      <a:lt2>
        <a:srgbClr val="005A4B"/>
      </a:lt2>
      <a:accent1>
        <a:srgbClr val="00E196"/>
      </a:accent1>
      <a:accent2>
        <a:srgbClr val="F54B00"/>
      </a:accent2>
      <a:accent3>
        <a:srgbClr val="999999"/>
      </a:accent3>
      <a:accent4>
        <a:srgbClr val="FF00FF"/>
      </a:accent4>
      <a:accent5>
        <a:srgbClr val="FF00FF"/>
      </a:accent5>
      <a:accent6>
        <a:srgbClr val="FF00FF"/>
      </a:accent6>
      <a:hlink>
        <a:srgbClr val="00E196"/>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MEDUP_220210">
  <a:themeElements>
    <a:clrScheme name="foro 2">
      <a:dk1>
        <a:srgbClr val="000000"/>
      </a:dk1>
      <a:lt1>
        <a:srgbClr val="FFFFFF"/>
      </a:lt1>
      <a:dk2>
        <a:srgbClr val="E6FAF0"/>
      </a:dk2>
      <a:lt2>
        <a:srgbClr val="005A4B"/>
      </a:lt2>
      <a:accent1>
        <a:srgbClr val="00E196"/>
      </a:accent1>
      <a:accent2>
        <a:srgbClr val="F54B00"/>
      </a:accent2>
      <a:accent3>
        <a:srgbClr val="999999"/>
      </a:accent3>
      <a:accent4>
        <a:srgbClr val="FF00FF"/>
      </a:accent4>
      <a:accent5>
        <a:srgbClr val="FF00FF"/>
      </a:accent5>
      <a:accent6>
        <a:srgbClr val="FF00FF"/>
      </a:accent6>
      <a:hlink>
        <a:srgbClr val="00E196"/>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3_ホワイト">
  <a:themeElements>
    <a:clrScheme name="foro">
      <a:dk1>
        <a:srgbClr val="000000"/>
      </a:dk1>
      <a:lt1>
        <a:srgbClr val="FFFFFF"/>
      </a:lt1>
      <a:dk2>
        <a:srgbClr val="999999"/>
      </a:dk2>
      <a:lt2>
        <a:srgbClr val="F5F5F5"/>
      </a:lt2>
      <a:accent1>
        <a:srgbClr val="00E196"/>
      </a:accent1>
      <a:accent2>
        <a:srgbClr val="005A4B"/>
      </a:accent2>
      <a:accent3>
        <a:srgbClr val="E6FAF0"/>
      </a:accent3>
      <a:accent4>
        <a:srgbClr val="999999"/>
      </a:accent4>
      <a:accent5>
        <a:srgbClr val="F54B00"/>
      </a:accent5>
      <a:accent6>
        <a:srgbClr val="000000"/>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