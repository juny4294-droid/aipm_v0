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</a:defRPr>
            </a:pPr>
            <a:r>
              <a:t>小山さん向け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08D0D0"/>
                </a:solidFill>
              </a:defRPr>
            </a:pPr>
            <a:r>
              <a:t>オファーレター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2026.09.01（案）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8151A"/>
                </a:solidFill>
              </a:defRPr>
            </a:pPr>
            <a:r>
              <a:t>DRAFT — 年収・SO・入社日は未確定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はじめに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メダップは、病院経営を改善し、よりよい地域医療を実現する「SaaS/AIスタートアップ」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前年同月比売上1.6倍で成長中（月次売上12M as of 2025/12）※最新数字に更新可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強固なデータ基盤を活かした “SaaSコンパウンド” に加え、病院特化のAIによる業務自動化の立上げに取組中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日本を代表するトップ病院との戦略的パートナーシップを締結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小山さんにFDEリードとして参画いただき、顧客課題の深掘り〜実装・検証まで届ける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探索チームの立ち上げと、セキュリティを含む部門横断の土台づくりを一緒に進めたい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条件案: 【要確定】入社日・年収・サインナップ／SO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はじめに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8D0D0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採用の必要性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メダップの目指す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経営から、病院を変える。病院から、医療を変える。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当社プロダクトが提供できる価値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・データ化　・意思決定の高度化　・業務の定型化／効率化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→ 病院経営・働き方改革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→ ひいては 持続可能で質の高い地域医療 に貢献する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メダップの目指す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解決したい社会課題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病院の、「求められる医療機能への転換」・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「病院の経営（ヒト／カネの持続性）向上」を実現する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事業戦略（要約）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Step1: 高度急性期病院の患者の流れの最適化（foro CRM 等）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Step2: 中小病院へのサービス最適化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Step3: AI医療事務サービス立ち上げ（AI DPC 等）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※ Vision・事例・foro詳細は山田さん版スライドを流用して差し替え可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解決したい社会課題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Product部門における課題とFDE採用の必要性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1. いま起きていること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FS・CS・PSの顧客／業務解像度は急速に向上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一方、顧客課題を技術で捉え、実装・検証まで届ける探索役（FDE）が不足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既存SaaS（Dev）・定例データ（DataOps）の体制はあるが、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現場課題 → プロダクト価値 のループが弱い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セキュリティ／Infra は属人化しやすく、中長期の引き継ぎが必要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2. 結論・打ち手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顧客課題に深く入り、技術で解を設計・実装し、効果まで届けるFDEチームを立ち上げる。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一人目のリードとして、案件完遂とチームの型づくりを同時に担える人材が必須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Product部門における課題とFDE採用の必要性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FDEチーム立ち上げの狙い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今後、既存SaaSの継続改善に加え、AI・新規探索で病院経営課題への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インパクトを広げる。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そのために、顧客現場に入り込み完遂できるFDEチームを立ち上げ、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Product部門の「探索」を再現可能な型にする。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FDEチーム立ち上げの狙い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8D0D0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小山さんに参画いただきたい理由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小山さんに参画いただきたい理由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小山さんは「現場に入り込む力 × 課題の構造化・合意形成 ×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ゼロからの立ち上げ・カオス耐性 × セキュリティ／Infra知見」を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兼ね備えており、ぜひ一緒に働きたいです！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価値志向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・「命に関わる領域」に貢献したい軸が一貫（警察・Sec・医療IT）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・みんなが困っているところに入り、一緒に解決するのが楽しい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両輪の経験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・前方: 顧客折衝・合意形成（提案〜PoC〜導入運用）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・後方: Sec/Infra・運用の型づくり（3省2、ISMS、ルール整備）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推進スタイル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・手探りから手順・チームを作る　・カオスでもやり切る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・小さめ組織で裁量を持って動く志向 → メダップと相性が良い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小山さんに参画いただきたい理由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8151A"/>
                </a:solidFill>
              </a:defRPr>
            </a:pPr>
            <a:r>
              <a:t>小山さんにメダップが提供できること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394960" cy="50292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8151A"/>
                </a:solidFill>
              </a:defRPr>
            </a:pPr>
            <a:r>
              <a:t>FDEチームの立ち上げと完遂の型づくり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● 「顧客課題 → 設計・実装・検証」をチームとして回す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● CS/PSと同じテーブルで現場に入り込む開発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● セキュリティを含む部門横断の土台づくり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14400"/>
            <a:ext cx="5394960" cy="50292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8151A"/>
                </a:solidFill>
              </a:defRPr>
            </a:pPr>
            <a:r>
              <a:t>過去の経験・志向を活かせる状況と役割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● 顧客折衝・構造化・立ち上げの経験をFDEリードとして発揮できる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● Sec/Infra知見を部門の土台づくりに活かせる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● 正社員として腰を据え、医療ドメインを習得しながら成果を積める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● 「現場と経営の間」を埋める役割そのもの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小山さんにメダップが提供できること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8D0D0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参画案ドラフト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期待する役割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AI時代かつメダップがSaaS・AIへの変革中で不確実性が高いなか、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FDEチームのコアメンバー／リードとして、探索の完遂と型づくりを主導していただきたい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ミッション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・顧客課題を現場で捉え、技術で解を設計・実装し、効果まで届ける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・FDEチームの運営・案件PM・型づくり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・セキュリティ方針のたたき台づくり（部門横断）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役割: Forward Deployed Engineer（FDEリード）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・主: チーム運営・案件PM、CS/PS連携、構造化・優先度判断、型づくり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・副: セキュリティ主担当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・実装: 自らも関与しつつ、黒川・メンバーFDEと補完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スケジュール案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・〜1ヶ月: キャッチアップ・関係者接点・Sec現状把握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・〜3ヶ月: 1案件で完遂の型、運営ルール・Sec基準のたたき台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・〜1年: 年間2〜3件完遂、チーム自律運営、Sec標準化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期待する役割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8D0D0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オファー内容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オファー概要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418320" cy="23774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8869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08151A"/>
                </a:solidFill>
              </a:defRPr>
            </a:pPr>
            <a:r>
              <a:t>年俸 【要確定】万円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08151A"/>
                </a:solidFill>
              </a:defRPr>
            </a:pPr>
            <a:r>
              <a:t>（面接メモ: 現900／希望900／最低850）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08151A"/>
                </a:solidFill>
              </a:defRPr>
            </a:pPr>
          </a:p>
          <a:p>
            <a:pPr algn="ctr">
              <a:spcAft>
                <a:spcPts val="400"/>
              </a:spcAft>
              <a:defRPr sz="2000" b="1">
                <a:solidFill>
                  <a:srgbClr val="08151A"/>
                </a:solidFill>
              </a:defRPr>
            </a:pPr>
            <a:r>
              <a:t>+ SO 【要確定】  /  サインナップ 【要確定】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08151A"/>
                </a:solidFill>
              </a:defRPr>
            </a:pPr>
          </a:p>
          <a:p>
            <a:pPr algn="ctr">
              <a:spcAft>
                <a:spcPts val="400"/>
              </a:spcAft>
              <a:defRPr sz="2000" b="1">
                <a:solidFill>
                  <a:srgbClr val="08151A"/>
                </a:solidFill>
              </a:defRPr>
            </a:pPr>
            <a:r>
              <a:t>• Grade 【要確定】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オファー概要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組織図案（Product周辺）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Product部門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├── FDE（探索） … 小山（リード）／黒川／メンバー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├── Dev（継続） … 廣／新保 ほか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├── DataOps（定例） … 藤原ほか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├── 横断 Sec/AI/Infra … 小山（Sec）ほか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└── PdM・デザイン … 山田 ほか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管掌範囲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FDEチームの運営・案件推進・型づくり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CS/PSと連携した顧客課題の深掘り〜実装・検証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セキュリティ方針・レビュー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※ 全社組織図は山田さん版を流用し、Product配下にFDEを追記してもよい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組織図案（Product周辺）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オファー詳細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【入社ポジション・業務】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入社日　　　　【要確定】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入社ポジション　Forward Deployed Engineer（FDEリード）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業務内容　　　　顧客課題の深掘り〜設計・実装・検証、FDEチーム運営、セキュリティ方針の推進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【勤務条件】（山田さん版に準拠・要最終確認）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フレックス勤務／事業所（六本木一丁目駅徒歩4分）・リモート可／顧客訪問あり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【賃金・雇用】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年俸額　　【要確定】万円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SO制度　　【要確定】（入社半年経過後等、Gradeに応じて付与）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雇用形態　正社員　／　試用期間 6か月　／　期間の定めなし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オファー詳細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8D0D0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メダップ一同からのメッセージ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8151A"/>
                </a:solidFill>
              </a:defRPr>
            </a:pPr>
            <a:r>
              <a:t>入社を期待するメンバーからのメッセージ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394960" cy="50292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8151A"/>
                </a:solidFill>
              </a:defRPr>
            </a:pPr>
            <a:r>
              <a:t>代表取締役 CEO　柳内 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メダップは、足元の事業成長と新規事業による伸びしろがあり、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日本の地域医療に大きな貢献ができる可能性にあふれています。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一方、顧客課題を技術で捉え、実装・検証まで届ける探索の力は、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まだ足りていません。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小山さんとお話しするなかで、「命に関わる領域で腰を据える」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という想いと、現場に入り込み課題を構造化してやり切る姿勢が、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まさに私たちが求めるFDEリードだと感じました。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ぜひ参画いただき、FDEチーム立ち上げと事業成長、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ひいては病院経営と地域医療への貢献を、一緒に実現させてください！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14400"/>
            <a:ext cx="5394960" cy="50292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8151A"/>
                </a:solidFill>
              </a:defRPr>
            </a:pPr>
            <a:r>
              <a:t>Product　山田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小山さんとお話しするなかで、手探りの現場で型を作り、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関係者を巻き込みながらやり切る姿が強く印象に残りました。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メダップのFDEはまだ立ち上げ期です。だからこそ、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小山さんのような方と一緒に、顧客課題をプロダクト価値まで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届けるチームをつくりたいと思っています。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ぜひご参画をご検討ください。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</a:defRPr>
            </a:pPr>
            <a:r>
              <a:t>心よりお待ちしております。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入社を期待するメンバーからのメッセージ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8D0D0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8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8151A"/>
                </a:solidFill>
              </a:defRPr>
            </a:pPr>
            <a: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病院経営は危機的状況にある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メダップはSaaS/AIで病院経営改善に取り組む一方、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顧客課題を技術で捉え完遂するFDEの力が不足している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小山さんは、現場×構造化×立ち上げ×Secの経験と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「命に関わる領域で腰を据える」想いが、FDEリードに最もフィットする。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どうしても来ていただきたい！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● 全国の将来の世代のためにも、質の高く・サステイナブルな地域医療を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A1A1A"/>
                </a:solidFill>
              </a:defRPr>
            </a:pPr>
            <a:r>
              <a:t>  一緒に作りたい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555555"/>
                </a:solidFill>
              </a:defRPr>
            </a:pPr>
            <a:r>
              <a:t>© MedUp inc.  |  DRAFT  |  まとめ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