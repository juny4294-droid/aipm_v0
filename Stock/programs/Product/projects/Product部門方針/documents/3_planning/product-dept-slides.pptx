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Product部門方針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6FED"/>
                </a:solidFill>
              </a:defRPr>
            </a:pPr>
            <a:r>
              <a:t>顧客課題に深く入り、プロダクトの構築と改善で価値を最大化する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探索（FDE）・継続（Dev）・定例（DataOps）で分担。AI駆動開発環境は部門共通の生産性基盤。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2828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ED"/>
                </a:solidFill>
              </a:defRPr>
            </a:pPr>
            <a:r>
              <a:t>FDE（探索）</a:t>
            </a:r>
            <a:br/>
            <a:r>
              <a:t>顧客課題を解決するプロダクトを提供する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828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・現場で課題を見つけ、整理し、実装まで届ける</a:t>
            </a:r>
            <a:br/>
            <a:r>
              <a:t>・FS／CSと共同で深掘り・優先度判断</a:t>
            </a:r>
            <a:br/>
            <a:r>
              <a:t>・AI駆動開発で設計〜実装・効果検証まで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7728" y="914400"/>
            <a:ext cx="2828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9B57"/>
                </a:solidFill>
              </a:defRPr>
            </a:pPr>
            <a:r>
              <a:t>Dev（継続）</a:t>
            </a:r>
            <a:br/>
            <a:r>
              <a:t>プロダクト（foro等）の価値を守り、向上させる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7728" y="1417320"/>
            <a:ext cx="2828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・既存SaaSの安定運用・改善・セキュリティ</a:t>
            </a:r>
            <a:br/>
            <a:r>
              <a:t>・スプリントで自律的に開発を回す</a:t>
            </a:r>
            <a:br/>
            <a:r>
              <a:t>・ユーザー成長まで含む継続的な価値向上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1136" y="914400"/>
            <a:ext cx="2828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7A1A"/>
                </a:solidFill>
              </a:defRPr>
            </a:pPr>
            <a:r>
              <a:t>DataOps（定例）</a:t>
            </a:r>
            <a:br/>
            <a:r>
              <a:t>病院データを、使える状態で安定して届ける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1136" y="1417320"/>
            <a:ext cx="2828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・定例データ投入の安定稼働（手順・監視・リカバリ）</a:t>
            </a:r>
            <a:br/>
            <a:r>
              <a:t>・品質チェックの標準化・早期見える化</a:t>
            </a:r>
            <a:br/>
            <a:r>
              <a:t>・CS・Devとの優先度・エスカレーション連携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80"/>
            <a:ext cx="5586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上段 — AI駆動開発・インフラ・セキュリティ</a:t>
            </a:r>
            <a:br/>
            <a:r>
              <a:t>AI駆動開発環境 ／ 技術選定 ／ セキュリティ ／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4" y="2697480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/>
            </a:pPr>
            <a:r>
              <a:t>テックリード（採用）＋ 馬場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81528"/>
            <a:ext cx="5586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下段 — 部門マネジメント・デザイン</a:t>
            </a:r>
            <a:br/>
            <a:r>
              <a:t>PdM・部門マネジメント ／ デザイン資産・引き継ぎ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3081528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/>
            </a:pPr>
            <a:r>
              <a:t>山田 ＋ 田中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434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F6FED"/>
                </a:solidFill>
              </a:defRPr>
            </a:pPr>
            <a:r>
              <a:t>2027年1月 — FDE・Dev・DataOps がそれぞれ必要なメンバーで自律的に動けている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Product部門 — ミッションと担当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29184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555555"/>
                </a:solidFill>
              </a:defRPr>
            </a:pPr>
            <a:r>
              <a:t>現時点（2026-08）と 1年後（小山・鈴木入社・馬場退職後）｜（）内は補助・レビュー役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02920"/>
            <a:ext cx="286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2F6FED"/>
                </a:solidFill>
              </a:defRPr>
            </a:pPr>
            <a:r>
              <a:t>FDE（探索）</a:t>
            </a:r>
            <a:br/>
            <a:r>
              <a:t>顧客課題を解決するプロダクトを提供する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86968"/>
            <a:ext cx="2865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/>
            </a:pPr>
            <a:r>
              <a:t>ミッション	現	1年後</a:t>
            </a:r>
            <a:br/>
            <a:r>
              <a:t>チーム運営・案件PM	山田	小山</a:t>
            </a:r>
            <a:br/>
            <a:r>
              <a:t>CS連携	黒川	小山＋鈴木（黒川）</a:t>
            </a:r>
            <a:br/>
            <a:r>
              <a:t>顧客調整	黒川	小山＋鈴木（黒川）</a:t>
            </a:r>
            <a:br/>
            <a:r>
              <a:t>設計・実装	黒川	鈴木＋黒川（小山）</a:t>
            </a:r>
            <a:br/>
            <a:r>
              <a:t>プロダクト改善	黒川	黒川＋鈴木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9440" y="502920"/>
            <a:ext cx="286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2E9B57"/>
                </a:solidFill>
              </a:defRPr>
            </a:pPr>
            <a:r>
              <a:t>Dev（継続）</a:t>
            </a:r>
            <a:br/>
            <a:r>
              <a:t>プロダクト（foro等）の価値を守り、向上させる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9440" y="886968"/>
            <a:ext cx="2865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/>
            </a:pPr>
            <a:r>
              <a:t>ミッション	現	1年後</a:t>
            </a:r>
            <a:br/>
            <a:r>
              <a:t>チームリード	山田	康</a:t>
            </a:r>
            <a:br/>
            <a:r>
              <a:t>機能改善・障害対応	廣＋新保	廣＋新保</a:t>
            </a:r>
            <a:br/>
            <a:r>
              <a:t>データ修正・マスタ管理	山田＋康	廣＋新保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0280" y="502920"/>
            <a:ext cx="286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E07A1A"/>
                </a:solidFill>
              </a:defRPr>
            </a:pPr>
            <a:r>
              <a:t>DataOps（定例）</a:t>
            </a:r>
            <a:br/>
            <a:r>
              <a:t>病院データを、使える状態で安定して届ける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0280" y="886968"/>
            <a:ext cx="2865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/>
            </a:pPr>
            <a:r>
              <a:t>ミッション	現	1年後</a:t>
            </a:r>
            <a:br/>
            <a:r>
              <a:t>チームリード	黒川→山田	黒川</a:t>
            </a:r>
            <a:br/>
            <a:r>
              <a:t>定例業務コントロール	藤原	藤原</a:t>
            </a:r>
            <a:br/>
            <a:r>
              <a:t>CS連携・エスカレーション	藤原	藤原</a:t>
            </a:r>
            <a:br/>
            <a:r>
              <a:t>Dev/foro連携	黒川→山田	藤原＋廣</a:t>
            </a:r>
            <a:br/>
            <a:r>
              <a:t>業務効率化・改善	—	黒川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377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6B5B95"/>
                </a:solidFill>
              </a:defRPr>
            </a:pPr>
            <a:r>
              <a:t>横断（共通土台・PdM・デザイン）</a:t>
            </a:r>
            <a:br/>
            <a:r>
              <a:t>3チームが回る技術土台と PdM・デザイン基盤を維持する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724912"/>
            <a:ext cx="43205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/>
            </a:pPr>
            <a:r>
              <a:t>ミッション	現	1年後</a:t>
            </a:r>
            <a:br/>
            <a:r>
              <a:t>AI駆動開発環境	—	T/L＋鈴木</a:t>
            </a:r>
            <a:br/>
            <a:r>
              <a:t>技術選定	馬場	T/L</a:t>
            </a:r>
            <a:br/>
            <a:r>
              <a:t>セキュリティ	馬場	小山</a:t>
            </a:r>
            <a:br/>
            <a:r>
              <a:t>infra	馬場	小山＋T/L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860" y="2724912"/>
            <a:ext cx="43205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/>
            </a:pPr>
            <a:r>
              <a:t>ミッション	現	1年後</a:t>
            </a:r>
            <a:br/>
            <a:r>
              <a:t>CI/CD	馬場	廣＋新保</a:t>
            </a:r>
            <a:br/>
            <a:r>
              <a:t>PdM	山田	山田</a:t>
            </a:r>
            <a:br/>
            <a:r>
              <a:t>デザイン	田中	三保谷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